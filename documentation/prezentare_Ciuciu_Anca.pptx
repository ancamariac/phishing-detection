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17" r:id="rId1"/>
  </p:sldMasterIdLst>
  <p:notesMasterIdLst>
    <p:notesMasterId r:id="rId14"/>
  </p:notesMasterIdLst>
  <p:sldIdLst>
    <p:sldId id="278" r:id="rId2"/>
    <p:sldId id="302" r:id="rId3"/>
    <p:sldId id="273" r:id="rId4"/>
    <p:sldId id="298" r:id="rId5"/>
    <p:sldId id="297" r:id="rId6"/>
    <p:sldId id="299" r:id="rId7"/>
    <p:sldId id="280" r:id="rId8"/>
    <p:sldId id="300" r:id="rId9"/>
    <p:sldId id="284" r:id="rId10"/>
    <p:sldId id="301" r:id="rId11"/>
    <p:sldId id="281" r:id="rId12"/>
    <p:sldId id="293" r:id="rId13"/>
  </p:sldIdLst>
  <p:sldSz cx="12192000" cy="6858000"/>
  <p:notesSz cx="13716000" cy="2438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userDrawn="1">
          <p15:clr>
            <a:srgbClr val="A4A3A4"/>
          </p15:clr>
        </p15:guide>
        <p15:guide id="2" pos="456" userDrawn="1">
          <p15:clr>
            <a:srgbClr val="A4A3A4"/>
          </p15:clr>
        </p15:guide>
        <p15:guide id="3" orient="horz" pos="2616" userDrawn="1">
          <p15:clr>
            <a:srgbClr val="A4A3A4"/>
          </p15:clr>
        </p15:guide>
        <p15:guide id="4" orient="horz" pos="3264" userDrawn="1">
          <p15:clr>
            <a:srgbClr val="A4A3A4"/>
          </p15:clr>
        </p15:guide>
        <p15:guide id="5" pos="6912" userDrawn="1">
          <p15:clr>
            <a:srgbClr val="A4A3A4"/>
          </p15:clr>
        </p15:guide>
        <p15:guide id="6" orient="horz" pos="2136" userDrawn="1">
          <p15:clr>
            <a:srgbClr val="A4A3A4"/>
          </p15:clr>
        </p15:guide>
        <p15:guide id="7" orient="horz" pos="4008" userDrawn="1">
          <p15:clr>
            <a:srgbClr val="A4A3A4"/>
          </p15:clr>
        </p15:guide>
        <p15:guide id="8" orient="horz" pos="1152" userDrawn="1">
          <p15:clr>
            <a:srgbClr val="A4A3A4"/>
          </p15:clr>
        </p15:guide>
        <p15:guide id="9" orient="horz" pos="2352" userDrawn="1">
          <p15:clr>
            <a:srgbClr val="A4A3A4"/>
          </p15:clr>
        </p15:guide>
        <p15:guide id="10" orient="horz" pos="1512" userDrawn="1">
          <p15:clr>
            <a:srgbClr val="A4A3A4"/>
          </p15:clr>
        </p15:guide>
        <p15:guide id="11" pos="7680" userDrawn="1">
          <p15:clr>
            <a:srgbClr val="A4A3A4"/>
          </p15:clr>
        </p15:guide>
        <p15:guide id="12" pos="6696" userDrawn="1">
          <p15:clr>
            <a:srgbClr val="A4A3A4"/>
          </p15:clr>
        </p15:guide>
        <p15:guide id="13" pos="1008" userDrawn="1">
          <p15:clr>
            <a:srgbClr val="A4A3A4"/>
          </p15:clr>
        </p15:guide>
        <p15:guide id="14" pos="1584" userDrawn="1">
          <p15:clr>
            <a:srgbClr val="A4A3A4"/>
          </p15:clr>
        </p15:guide>
        <p15:guide id="15" pos="2136" userDrawn="1">
          <p15:clr>
            <a:srgbClr val="A4A3A4"/>
          </p15:clr>
        </p15:guide>
        <p15:guide id="16" pos="2760" userDrawn="1">
          <p15:clr>
            <a:srgbClr val="A4A3A4"/>
          </p15:clr>
        </p15:guide>
        <p15:guide id="17" pos="3288" userDrawn="1">
          <p15:clr>
            <a:srgbClr val="A4A3A4"/>
          </p15:clr>
        </p15:guide>
        <p15:guide id="18" pos="4032" userDrawn="1">
          <p15:clr>
            <a:srgbClr val="A4A3A4"/>
          </p15:clr>
        </p15:guide>
        <p15:guide id="19" pos="4392" userDrawn="1">
          <p15:clr>
            <a:srgbClr val="A4A3A4"/>
          </p15:clr>
        </p15:guide>
        <p15:guide id="20" pos="4944" userDrawn="1">
          <p15:clr>
            <a:srgbClr val="A4A3A4"/>
          </p15:clr>
        </p15:guide>
        <p15:guide id="21" pos="5544" userDrawn="1">
          <p15:clr>
            <a:srgbClr val="A4A3A4"/>
          </p15:clr>
        </p15:guide>
        <p15:guide id="22" pos="6072" userDrawn="1">
          <p15:clr>
            <a:srgbClr val="A4A3A4"/>
          </p15:clr>
        </p15:guide>
        <p15:guide id="23" orient="horz" pos="2448" userDrawn="1">
          <p15:clr>
            <a:srgbClr val="A4A3A4"/>
          </p15:clr>
        </p15:guide>
        <p15:guide id="24" orient="horz" pos="960" userDrawn="1">
          <p15:clr>
            <a:srgbClr val="A4A3A4"/>
          </p15:clr>
        </p15:guide>
        <p15:guide id="25" pos="5256" userDrawn="1">
          <p15:clr>
            <a:srgbClr val="A4A3A4"/>
          </p15:clr>
        </p15:guide>
        <p15:guide id="26" pos="7261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02C8F"/>
    <a:srgbClr val="C693ED"/>
    <a:srgbClr val="1F77B4"/>
    <a:srgbClr val="2CA02C"/>
    <a:srgbClr val="FF7F0E"/>
    <a:srgbClr val="D0A6F0"/>
    <a:srgbClr val="89EFA1"/>
    <a:srgbClr val="4BAF3D"/>
    <a:srgbClr val="9AF8A3"/>
    <a:srgbClr val="AAC4E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204" autoAdjust="0"/>
    <p:restoredTop sz="93883" autoAdjust="0"/>
  </p:normalViewPr>
  <p:slideViewPr>
    <p:cSldViewPr snapToGrid="0" snapToObjects="1">
      <p:cViewPr varScale="1">
        <p:scale>
          <a:sx n="81" d="100"/>
          <a:sy n="81" d="100"/>
        </p:scale>
        <p:origin x="744" y="58"/>
      </p:cViewPr>
      <p:guideLst>
        <p:guide/>
        <p:guide pos="456"/>
        <p:guide orient="horz" pos="2616"/>
        <p:guide orient="horz" pos="3264"/>
        <p:guide pos="6912"/>
        <p:guide orient="horz" pos="2136"/>
        <p:guide orient="horz" pos="4008"/>
        <p:guide orient="horz" pos="1152"/>
        <p:guide orient="horz" pos="2352"/>
        <p:guide orient="horz" pos="1512"/>
        <p:guide pos="7680"/>
        <p:guide pos="6696"/>
        <p:guide pos="1008"/>
        <p:guide pos="1584"/>
        <p:guide pos="2136"/>
        <p:guide pos="2760"/>
        <p:guide pos="3288"/>
        <p:guide pos="4032"/>
        <p:guide pos="4392"/>
        <p:guide pos="4944"/>
        <p:guide pos="5544"/>
        <p:guide pos="6072"/>
        <p:guide orient="horz" pos="2448"/>
        <p:guide orient="horz" pos="960"/>
        <p:guide pos="5256"/>
        <p:guide pos="726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8/10/relationships/authors" Target="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808667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1pPr>
    <a:lvl2pPr marL="2286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2pPr>
    <a:lvl3pPr marL="4572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3pPr>
    <a:lvl4pPr marL="6858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4pPr>
    <a:lvl5pPr marL="9144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5pPr>
    <a:lvl6pPr marL="11430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6pPr>
    <a:lvl7pPr marL="13716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7pPr>
    <a:lvl8pPr marL="16002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8pPr>
    <a:lvl9pPr marL="18288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767121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ro-RO" dirty="0"/>
          </a:p>
        </p:txBody>
      </p:sp>
    </p:spTree>
    <p:extLst>
      <p:ext uri="{BB962C8B-B14F-4D97-AF65-F5344CB8AC3E}">
        <p14:creationId xmlns:p14="http://schemas.microsoft.com/office/powerpoint/2010/main" val="43877943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" name="Google Shape;1433;ge96fd5876e_0_28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34" name="Google Shape;1434;ge96fd5876e_0_28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800" kern="1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Obiectivul</a:t>
            </a:r>
            <a:r>
              <a:rPr lang="en-US" sz="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principal </a:t>
            </a:r>
            <a:r>
              <a:rPr lang="en-US" sz="800" kern="1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este</a:t>
            </a:r>
            <a:r>
              <a:rPr lang="en-US" sz="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de a </a:t>
            </a:r>
            <a:r>
              <a:rPr lang="en-US" sz="800" kern="1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dezvolta</a:t>
            </a:r>
            <a:r>
              <a:rPr lang="en-US" sz="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o </a:t>
            </a:r>
            <a:r>
              <a:rPr lang="en-US" sz="800" kern="1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aplicație</a:t>
            </a:r>
            <a:r>
              <a:rPr lang="en-US" sz="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web </a:t>
            </a:r>
            <a:r>
              <a:rPr lang="en-US" sz="800" kern="1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bazată</a:t>
            </a:r>
            <a:r>
              <a:rPr lang="en-US" sz="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pe un model de </a:t>
            </a:r>
            <a:r>
              <a:rPr lang="en-US" sz="800" kern="1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învățare</a:t>
            </a:r>
            <a:r>
              <a:rPr lang="en-US" sz="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800" kern="1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automată</a:t>
            </a:r>
            <a:r>
              <a:rPr lang="en-US" sz="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pentru </a:t>
            </a:r>
          </a:p>
          <a:p>
            <a:pPr marL="0" marR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</a:pPr>
            <a:r>
              <a:rPr lang="ro-RO" sz="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clasificarea</a:t>
            </a:r>
            <a:r>
              <a:rPr lang="en-US" sz="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cu o </a:t>
            </a:r>
            <a:r>
              <a:rPr lang="en-US" sz="800" kern="1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precizie</a:t>
            </a:r>
            <a:r>
              <a:rPr lang="en-US" sz="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800" kern="1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cât</a:t>
            </a:r>
            <a:r>
              <a:rPr lang="en-US" sz="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800" kern="1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mai</a:t>
            </a:r>
            <a:r>
              <a:rPr lang="en-US" sz="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mare a </a:t>
            </a:r>
            <a:r>
              <a:rPr lang="en-US" sz="800" kern="1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știril</a:t>
            </a:r>
            <a:r>
              <a:rPr lang="ro-RO" sz="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or financiare</a:t>
            </a:r>
            <a:r>
              <a:rPr lang="en-US" sz="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de </a:t>
            </a:r>
            <a:r>
              <a:rPr lang="en-US" sz="800" kern="1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ultimă</a:t>
            </a:r>
            <a:r>
              <a:rPr lang="en-US" sz="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800" kern="1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actualitate</a:t>
            </a:r>
            <a:endParaRPr lang="en-US" sz="8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marR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r>
              <a:rPr lang="en-US" sz="800" kern="1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și</a:t>
            </a:r>
            <a:r>
              <a:rPr lang="en-US" sz="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800" kern="1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realizarea</a:t>
            </a:r>
            <a:r>
              <a:rPr lang="en-US" sz="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de </a:t>
            </a:r>
            <a:r>
              <a:rPr lang="en-US" sz="800" kern="1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predicții</a:t>
            </a:r>
            <a:r>
              <a:rPr lang="en-US" sz="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a</a:t>
            </a:r>
            <a:r>
              <a:rPr lang="ro-RO" sz="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le</a:t>
            </a:r>
            <a:r>
              <a:rPr lang="en-US" sz="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800" kern="1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evoluției</a:t>
            </a:r>
            <a:r>
              <a:rPr lang="en-US" sz="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800" kern="1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prețurilor</a:t>
            </a:r>
            <a:r>
              <a:rPr lang="ro-RO" sz="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în acord cu monitorizarea eficientă a bugetului personal.</a:t>
            </a:r>
            <a:endParaRPr lang="en-US" sz="8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r>
              <a:rPr lang="ro-RO" dirty="0"/>
              <a:t>Aplicațiile similare din acest domeniu se remarcă prin</a:t>
            </a:r>
            <a:r>
              <a:rPr lang="en-US" dirty="0"/>
              <a:t>:</a:t>
            </a:r>
          </a:p>
          <a:p>
            <a:pPr marL="171450" indent="-171450">
              <a:buFontTx/>
              <a:buChar char="-"/>
            </a:pPr>
            <a:r>
              <a:rPr lang="en-US" dirty="0" err="1"/>
              <a:t>consultan</a:t>
            </a:r>
            <a:r>
              <a:rPr lang="ro-RO" dirty="0" err="1"/>
              <a:t>ță</a:t>
            </a:r>
            <a:r>
              <a:rPr lang="ro-RO" dirty="0"/>
              <a:t> financiară</a:t>
            </a:r>
          </a:p>
          <a:p>
            <a:pPr marL="171450" indent="-171450">
              <a:buFontTx/>
              <a:buChar char="-"/>
            </a:pPr>
            <a:r>
              <a:rPr lang="ro-RO" dirty="0"/>
              <a:t>Recomandări personalizate pe baza predicțiilor </a:t>
            </a:r>
          </a:p>
          <a:p>
            <a:pPr marL="171450" indent="-171450">
              <a:buFontTx/>
              <a:buChar char="-"/>
            </a:pPr>
            <a:r>
              <a:rPr lang="ro-RO" dirty="0"/>
              <a:t>SI</a:t>
            </a:r>
          </a:p>
          <a:p>
            <a:pPr marL="171450" indent="-171450">
              <a:buFontTx/>
              <a:buChar char="-"/>
            </a:pPr>
            <a:r>
              <a:rPr lang="ro-RO" dirty="0"/>
              <a:t>Sisteme inteligente de investiție automată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4665991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r>
              <a:rPr lang="ro-RO" dirty="0"/>
              <a:t>Tehnologiile folosite pentru îndeplinirea</a:t>
            </a:r>
            <a:r>
              <a:rPr lang="en-US" dirty="0"/>
              <a:t> </a:t>
            </a:r>
            <a:r>
              <a:rPr lang="ro-RO" dirty="0"/>
              <a:t>obiective</a:t>
            </a:r>
            <a:r>
              <a:rPr lang="en-US" dirty="0"/>
              <a:t>lor sunt:</a:t>
            </a:r>
          </a:p>
          <a:p>
            <a:pPr marL="171450" indent="-171450">
              <a:buFontTx/>
              <a:buChar char="-"/>
            </a:pPr>
            <a:r>
              <a:rPr lang="en-US" dirty="0" err="1"/>
              <a:t>mongoDB</a:t>
            </a:r>
            <a:r>
              <a:rPr lang="en-US" dirty="0"/>
              <a:t> pentru </a:t>
            </a:r>
            <a:r>
              <a:rPr lang="ro-RO" dirty="0"/>
              <a:t>baza de date, mai exact</a:t>
            </a:r>
            <a:r>
              <a:rPr lang="en-US" dirty="0"/>
              <a:t>: </a:t>
            </a:r>
            <a:r>
              <a:rPr lang="en-US" dirty="0" err="1"/>
              <a:t>stocarea</a:t>
            </a:r>
            <a:r>
              <a:rPr lang="en-US" dirty="0"/>
              <a:t> </a:t>
            </a:r>
            <a:r>
              <a:rPr lang="en-US" dirty="0" err="1"/>
              <a:t>tranzactiilor</a:t>
            </a:r>
            <a:r>
              <a:rPr lang="en-US" dirty="0"/>
              <a:t> </a:t>
            </a:r>
            <a:r>
              <a:rPr lang="en-US" dirty="0" err="1"/>
              <a:t>si</a:t>
            </a:r>
            <a:r>
              <a:rPr lang="en-US" dirty="0"/>
              <a:t> </a:t>
            </a:r>
            <a:r>
              <a:rPr lang="en-US" dirty="0" err="1"/>
              <a:t>informatiilor</a:t>
            </a:r>
            <a:r>
              <a:rPr lang="en-US" dirty="0"/>
              <a:t> </a:t>
            </a:r>
            <a:r>
              <a:rPr lang="en-US" dirty="0" err="1"/>
              <a:t>despre</a:t>
            </a:r>
            <a:r>
              <a:rPr lang="en-US" dirty="0"/>
              <a:t> </a:t>
            </a:r>
            <a:r>
              <a:rPr lang="en-US" dirty="0" err="1"/>
              <a:t>utilizatori</a:t>
            </a:r>
            <a:endParaRPr lang="ro-RO" dirty="0"/>
          </a:p>
          <a:p>
            <a:pPr marL="171450" indent="-171450">
              <a:buFontTx/>
              <a:buChar char="-"/>
            </a:pPr>
            <a:r>
              <a:rPr lang="ro-RO" dirty="0"/>
              <a:t>Express și </a:t>
            </a:r>
            <a:r>
              <a:rPr lang="ro-RO" dirty="0" err="1"/>
              <a:t>Node</a:t>
            </a:r>
            <a:r>
              <a:rPr lang="ro-RO" dirty="0"/>
              <a:t> </a:t>
            </a:r>
            <a:r>
              <a:rPr lang="ro-RO" dirty="0" err="1"/>
              <a:t>js</a:t>
            </a:r>
            <a:r>
              <a:rPr lang="ro-RO" dirty="0"/>
              <a:t> pentru logica server-ului</a:t>
            </a:r>
          </a:p>
          <a:p>
            <a:pPr marL="171450" indent="-171450">
              <a:buFontTx/>
              <a:buChar char="-"/>
            </a:pPr>
            <a:r>
              <a:rPr lang="ro-RO" dirty="0" err="1"/>
              <a:t>React</a:t>
            </a:r>
            <a:r>
              <a:rPr lang="ro-RO" dirty="0"/>
              <a:t> pentru </a:t>
            </a:r>
            <a:r>
              <a:rPr lang="ro-RO" dirty="0" err="1"/>
              <a:t>interfata</a:t>
            </a:r>
            <a:r>
              <a:rPr lang="ro-RO" dirty="0"/>
              <a:t> cu utilizatorul</a:t>
            </a:r>
            <a:r>
              <a:rPr lang="en-US" dirty="0"/>
              <a:t> </a:t>
            </a:r>
            <a:r>
              <a:rPr lang="en-US" dirty="0" err="1"/>
              <a:t>si</a:t>
            </a:r>
            <a:r>
              <a:rPr lang="en-US" dirty="0"/>
              <a:t> </a:t>
            </a:r>
            <a:r>
              <a:rPr lang="en-US" dirty="0" err="1"/>
              <a:t>redarea</a:t>
            </a:r>
            <a:r>
              <a:rPr lang="en-US" dirty="0"/>
              <a:t> </a:t>
            </a:r>
            <a:r>
              <a:rPr lang="en-US" dirty="0" err="1"/>
              <a:t>evolutiei</a:t>
            </a:r>
            <a:r>
              <a:rPr lang="en-US" dirty="0"/>
              <a:t> in </a:t>
            </a:r>
            <a:r>
              <a:rPr lang="en-US" dirty="0" err="1"/>
              <a:t>timp</a:t>
            </a:r>
            <a:r>
              <a:rPr lang="en-US" dirty="0"/>
              <a:t> real a </a:t>
            </a:r>
            <a:r>
              <a:rPr lang="en-US" dirty="0" err="1"/>
              <a:t>activelor</a:t>
            </a:r>
            <a:r>
              <a:rPr lang="en-US" dirty="0"/>
              <a:t> </a:t>
            </a:r>
            <a:r>
              <a:rPr lang="en-US" dirty="0" err="1"/>
              <a:t>financiare</a:t>
            </a:r>
            <a:endParaRPr lang="en-US" dirty="0"/>
          </a:p>
          <a:p>
            <a:pPr marL="171450" indent="-171450">
              <a:buFontTx/>
              <a:buChar char="-"/>
            </a:pPr>
            <a:r>
              <a:rPr lang="en-US" dirty="0"/>
              <a:t>SI</a:t>
            </a:r>
            <a:endParaRPr lang="ro-RO" dirty="0"/>
          </a:p>
          <a:p>
            <a:pPr marL="171450" indent="-171450">
              <a:buFontTx/>
              <a:buChar char="-"/>
            </a:pPr>
            <a:r>
              <a:rPr lang="ro-RO" dirty="0" err="1"/>
              <a:t>Python</a:t>
            </a:r>
            <a:r>
              <a:rPr lang="ro-RO" dirty="0"/>
              <a:t> pentru antrenarea rețelei neuronale și extragerea datelor de pe internet</a:t>
            </a:r>
            <a:r>
              <a:rPr lang="en-US" dirty="0"/>
              <a:t> pe </a:t>
            </a:r>
            <a:r>
              <a:rPr lang="en-US" dirty="0" err="1"/>
              <a:t>baza</a:t>
            </a:r>
            <a:r>
              <a:rPr lang="en-US" dirty="0"/>
              <a:t> </a:t>
            </a:r>
            <a:r>
              <a:rPr lang="en-US" dirty="0" err="1"/>
              <a:t>carora</a:t>
            </a:r>
            <a:r>
              <a:rPr lang="en-US" dirty="0"/>
              <a:t> </a:t>
            </a:r>
            <a:r>
              <a:rPr lang="en-US" dirty="0" err="1"/>
              <a:t>vor</a:t>
            </a:r>
            <a:r>
              <a:rPr lang="en-US" dirty="0"/>
              <a:t> fi </a:t>
            </a:r>
            <a:r>
              <a:rPr lang="en-US" dirty="0" err="1"/>
              <a:t>realizate</a:t>
            </a:r>
            <a:r>
              <a:rPr lang="en-US" dirty="0"/>
              <a:t> </a:t>
            </a:r>
            <a:r>
              <a:rPr lang="en-US" dirty="0" err="1"/>
              <a:t>predictii</a:t>
            </a:r>
            <a:endParaRPr lang="ro-RO" dirty="0"/>
          </a:p>
          <a:p>
            <a:pPr marL="171450" indent="-171450">
              <a:buFontTx/>
              <a:buChar char="-"/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500421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In </a:t>
            </a:r>
            <a:r>
              <a:rPr lang="en-US" dirty="0" err="1"/>
              <a:t>ceea</a:t>
            </a:r>
            <a:r>
              <a:rPr lang="en-US" dirty="0"/>
              <a:t> </a:t>
            </a:r>
            <a:r>
              <a:rPr lang="en-US" dirty="0" err="1"/>
              <a:t>ce</a:t>
            </a:r>
            <a:r>
              <a:rPr lang="en-US" dirty="0"/>
              <a:t> </a:t>
            </a:r>
            <a:r>
              <a:rPr lang="en-US" dirty="0" err="1"/>
              <a:t>priveste</a:t>
            </a:r>
            <a:r>
              <a:rPr lang="en-US" dirty="0"/>
              <a:t> a</a:t>
            </a:r>
            <a:r>
              <a:rPr lang="ro-RO" dirty="0" err="1"/>
              <a:t>rhitectura</a:t>
            </a:r>
            <a:r>
              <a:rPr lang="ro-RO" dirty="0"/>
              <a:t> aplicației</a:t>
            </a:r>
            <a:r>
              <a:rPr lang="en-US" dirty="0"/>
              <a:t> </a:t>
            </a:r>
            <a:r>
              <a:rPr lang="en-US" dirty="0" err="1"/>
              <a:t>propus</a:t>
            </a:r>
            <a:r>
              <a:rPr lang="ro-RO" dirty="0"/>
              <a:t>e</a:t>
            </a:r>
            <a:r>
              <a:rPr lang="en-US" dirty="0"/>
              <a:t>, </a:t>
            </a:r>
            <a:r>
              <a:rPr lang="en-US" dirty="0" err="1"/>
              <a:t>Twinvest</a:t>
            </a:r>
            <a:r>
              <a:rPr lang="en-US" dirty="0"/>
              <a:t>,</a:t>
            </a:r>
            <a:r>
              <a:rPr lang="ro-RO" dirty="0"/>
              <a:t> </a:t>
            </a:r>
            <a:r>
              <a:rPr lang="en-US" dirty="0" err="1"/>
              <a:t>aceasta</a:t>
            </a:r>
            <a:r>
              <a:rPr lang="en-US" dirty="0"/>
              <a:t> se</a:t>
            </a:r>
            <a:r>
              <a:rPr lang="ro-RO" dirty="0"/>
              <a:t> bazează pe un model de tip client-server astfel că</a:t>
            </a:r>
            <a:r>
              <a:rPr lang="en-US" dirty="0"/>
              <a:t>:</a:t>
            </a:r>
          </a:p>
          <a:p>
            <a:endParaRPr lang="en-US" dirty="0"/>
          </a:p>
          <a:p>
            <a:r>
              <a:rPr lang="en-US" dirty="0" err="1"/>
              <a:t>Partea</a:t>
            </a:r>
            <a:r>
              <a:rPr lang="en-US" dirty="0"/>
              <a:t> de client se</a:t>
            </a:r>
            <a:r>
              <a:rPr lang="ro-RO" dirty="0"/>
              <a:t> ocupă cu </a:t>
            </a:r>
            <a:r>
              <a:rPr lang="ro-RO" dirty="0" err="1"/>
              <a:t>interfata</a:t>
            </a:r>
            <a:r>
              <a:rPr lang="ro-RO" dirty="0"/>
              <a:t> grafica ce </a:t>
            </a:r>
            <a:r>
              <a:rPr lang="ro-RO" dirty="0" err="1"/>
              <a:t>ofera</a:t>
            </a:r>
            <a:r>
              <a:rPr lang="ro-RO" dirty="0"/>
              <a:t> </a:t>
            </a:r>
            <a:r>
              <a:rPr lang="ro-RO" dirty="0" err="1"/>
              <a:t>notificari</a:t>
            </a:r>
            <a:r>
              <a:rPr lang="ro-RO" dirty="0"/>
              <a:t> si </a:t>
            </a:r>
            <a:r>
              <a:rPr lang="ro-RO" dirty="0" err="1"/>
              <a:t>avertizari</a:t>
            </a:r>
            <a:r>
              <a:rPr lang="ro-RO" dirty="0"/>
              <a:t>, </a:t>
            </a:r>
            <a:r>
              <a:rPr lang="en-US" dirty="0" err="1"/>
              <a:t>statistici</a:t>
            </a:r>
            <a:r>
              <a:rPr lang="en-US" dirty="0"/>
              <a:t>, </a:t>
            </a:r>
            <a:r>
              <a:rPr lang="en-US" dirty="0" err="1"/>
              <a:t>setari</a:t>
            </a:r>
            <a:r>
              <a:rPr lang="en-US" dirty="0"/>
              <a:t> ale</a:t>
            </a:r>
            <a:r>
              <a:rPr lang="ro-RO" dirty="0"/>
              <a:t> </a:t>
            </a:r>
            <a:r>
              <a:rPr lang="ro-RO" dirty="0" err="1"/>
              <a:t>preferinte</a:t>
            </a:r>
            <a:r>
              <a:rPr lang="en-US" dirty="0"/>
              <a:t>lor</a:t>
            </a:r>
            <a:r>
              <a:rPr lang="ro-RO" dirty="0"/>
              <a:t>,</a:t>
            </a:r>
          </a:p>
          <a:p>
            <a:r>
              <a:rPr lang="ro-RO" dirty="0"/>
              <a:t>și diverse meniuri de navigare redate prin intermediul </a:t>
            </a:r>
            <a:r>
              <a:rPr lang="ro-RO" dirty="0" err="1"/>
              <a:t>implementarii</a:t>
            </a:r>
            <a:r>
              <a:rPr lang="ro-RO" dirty="0"/>
              <a:t> unor componente in </a:t>
            </a:r>
            <a:r>
              <a:rPr lang="ro-RO" dirty="0" err="1"/>
              <a:t>React</a:t>
            </a:r>
            <a:r>
              <a:rPr lang="ro-RO" dirty="0"/>
              <a:t>. </a:t>
            </a:r>
          </a:p>
          <a:p>
            <a:endParaRPr lang="ro-RO" dirty="0"/>
          </a:p>
          <a:p>
            <a:r>
              <a:rPr lang="ro-RO" dirty="0"/>
              <a:t>In timp ce</a:t>
            </a:r>
            <a:r>
              <a:rPr lang="en-US" dirty="0"/>
              <a:t>: </a:t>
            </a:r>
            <a:r>
              <a:rPr lang="en-US" dirty="0" err="1"/>
              <a:t>partea</a:t>
            </a:r>
            <a:r>
              <a:rPr lang="en-US" dirty="0"/>
              <a:t> de server </a:t>
            </a:r>
            <a:r>
              <a:rPr lang="en-US" dirty="0" err="1"/>
              <a:t>concentreaza</a:t>
            </a:r>
            <a:r>
              <a:rPr lang="ro-RO" dirty="0"/>
              <a:t> 3 componente principale </a:t>
            </a:r>
            <a:r>
              <a:rPr lang="ro-RO" dirty="0" err="1"/>
              <a:t>dupa</a:t>
            </a:r>
            <a:r>
              <a:rPr lang="ro-RO" dirty="0"/>
              <a:t> cum </a:t>
            </a:r>
            <a:r>
              <a:rPr lang="ro-RO" dirty="0" err="1"/>
              <a:t>urmeaza</a:t>
            </a:r>
            <a:r>
              <a:rPr lang="en-US" dirty="0"/>
              <a:t>:</a:t>
            </a:r>
          </a:p>
          <a:p>
            <a:pPr marL="171450" indent="-171450">
              <a:buFontTx/>
              <a:buChar char="-"/>
            </a:pPr>
            <a:r>
              <a:rPr lang="en-US" dirty="0" err="1"/>
              <a:t>infrastructura</a:t>
            </a:r>
            <a:r>
              <a:rPr lang="en-US" dirty="0"/>
              <a:t> </a:t>
            </a:r>
            <a:r>
              <a:rPr lang="en-US" dirty="0" err="1"/>
              <a:t>ce</a:t>
            </a:r>
            <a:r>
              <a:rPr lang="en-US" dirty="0"/>
              <a:t> </a:t>
            </a:r>
            <a:r>
              <a:rPr lang="en-US" dirty="0" err="1"/>
              <a:t>presupune</a:t>
            </a:r>
            <a:r>
              <a:rPr lang="en-US" dirty="0"/>
              <a:t>: </a:t>
            </a:r>
            <a:r>
              <a:rPr lang="en-US" dirty="0" err="1"/>
              <a:t>procesarea</a:t>
            </a:r>
            <a:r>
              <a:rPr lang="en-US" dirty="0"/>
              <a:t> </a:t>
            </a:r>
            <a:r>
              <a:rPr lang="en-US" dirty="0" err="1"/>
              <a:t>asincrona</a:t>
            </a:r>
            <a:r>
              <a:rPr lang="en-US" dirty="0"/>
              <a:t>, </a:t>
            </a:r>
            <a:r>
              <a:rPr lang="en-US" dirty="0" err="1"/>
              <a:t>gestionarea</a:t>
            </a:r>
            <a:r>
              <a:rPr lang="en-US" dirty="0"/>
              <a:t> </a:t>
            </a:r>
            <a:r>
              <a:rPr lang="en-US" dirty="0" err="1"/>
              <a:t>erorilor</a:t>
            </a:r>
            <a:r>
              <a:rPr lang="en-US" dirty="0"/>
              <a:t> </a:t>
            </a:r>
            <a:r>
              <a:rPr lang="en-US" dirty="0" err="1"/>
              <a:t>si</a:t>
            </a:r>
            <a:r>
              <a:rPr lang="en-US" dirty="0"/>
              <a:t> </a:t>
            </a:r>
            <a:r>
              <a:rPr lang="en-US" dirty="0" err="1"/>
              <a:t>servicii</a:t>
            </a:r>
            <a:r>
              <a:rPr lang="en-US" dirty="0"/>
              <a:t> de </a:t>
            </a:r>
            <a:r>
              <a:rPr lang="en-US" dirty="0" err="1"/>
              <a:t>autentificare</a:t>
            </a:r>
            <a:endParaRPr lang="en-US" dirty="0"/>
          </a:p>
          <a:p>
            <a:pPr marL="171450" indent="-171450">
              <a:buFontTx/>
              <a:buChar char="-"/>
            </a:pPr>
            <a:r>
              <a:rPr lang="en-US" dirty="0" err="1"/>
              <a:t>accesul</a:t>
            </a:r>
            <a:r>
              <a:rPr lang="en-US" dirty="0"/>
              <a:t> la date </a:t>
            </a:r>
            <a:r>
              <a:rPr lang="en-US" dirty="0" err="1"/>
              <a:t>prin</a:t>
            </a:r>
            <a:r>
              <a:rPr lang="en-US" dirty="0"/>
              <a:t>: </a:t>
            </a:r>
            <a:r>
              <a:rPr lang="en-US" dirty="0" err="1"/>
              <a:t>baza</a:t>
            </a:r>
            <a:r>
              <a:rPr lang="en-US" dirty="0"/>
              <a:t> de date </a:t>
            </a:r>
            <a:r>
              <a:rPr lang="en-US" dirty="0" err="1"/>
              <a:t>dar</a:t>
            </a:r>
            <a:r>
              <a:rPr lang="en-US" dirty="0"/>
              <a:t> </a:t>
            </a:r>
            <a:r>
              <a:rPr lang="en-US" dirty="0" err="1"/>
              <a:t>si</a:t>
            </a:r>
            <a:r>
              <a:rPr lang="en-US" dirty="0"/>
              <a:t> </a:t>
            </a:r>
            <a:r>
              <a:rPr lang="en-US" dirty="0" err="1"/>
              <a:t>prin</a:t>
            </a:r>
            <a:r>
              <a:rPr lang="en-US" dirty="0"/>
              <a:t> </a:t>
            </a:r>
            <a:r>
              <a:rPr lang="en-US" dirty="0" err="1"/>
              <a:t>colectarea</a:t>
            </a:r>
            <a:r>
              <a:rPr lang="en-US" dirty="0"/>
              <a:t> </a:t>
            </a:r>
            <a:r>
              <a:rPr lang="en-US" dirty="0" err="1"/>
              <a:t>stirilor</a:t>
            </a:r>
            <a:r>
              <a:rPr lang="en-US" dirty="0"/>
              <a:t> google news </a:t>
            </a:r>
            <a:r>
              <a:rPr lang="en-US" dirty="0" err="1"/>
              <a:t>si</a:t>
            </a:r>
            <a:r>
              <a:rPr lang="en-US" dirty="0"/>
              <a:t> a </a:t>
            </a:r>
            <a:r>
              <a:rPr lang="en-US" dirty="0" err="1"/>
              <a:t>postarilor</a:t>
            </a:r>
            <a:r>
              <a:rPr lang="en-US" dirty="0"/>
              <a:t> </a:t>
            </a:r>
            <a:r>
              <a:rPr lang="en-US" dirty="0" err="1"/>
              <a:t>ce</a:t>
            </a:r>
            <a:r>
              <a:rPr lang="en-US" dirty="0"/>
              <a:t> </a:t>
            </a:r>
            <a:r>
              <a:rPr lang="en-US" dirty="0" err="1"/>
              <a:t>contin</a:t>
            </a:r>
            <a:r>
              <a:rPr lang="en-US" dirty="0"/>
              <a:t> </a:t>
            </a:r>
            <a:r>
              <a:rPr lang="en-US" dirty="0" err="1"/>
              <a:t>termeni</a:t>
            </a:r>
            <a:r>
              <a:rPr lang="en-US" dirty="0"/>
              <a:t> economici </a:t>
            </a:r>
            <a:r>
              <a:rPr lang="en-US" dirty="0" err="1"/>
              <a:t>folosind</a:t>
            </a:r>
            <a:r>
              <a:rPr lang="en-US" dirty="0"/>
              <a:t> Twitter API</a:t>
            </a:r>
          </a:p>
          <a:p>
            <a:pPr marL="171450" indent="-171450">
              <a:buFontTx/>
              <a:buChar char="-"/>
            </a:pPr>
            <a:r>
              <a:rPr lang="en-US" dirty="0"/>
              <a:t>Si </a:t>
            </a:r>
            <a:r>
              <a:rPr lang="en-US" dirty="0" err="1"/>
              <a:t>logica</a:t>
            </a:r>
            <a:r>
              <a:rPr lang="en-US" dirty="0"/>
              <a:t> </a:t>
            </a:r>
            <a:r>
              <a:rPr lang="en-US" dirty="0" err="1"/>
              <a:t>efectiva</a:t>
            </a:r>
            <a:r>
              <a:rPr lang="en-US" dirty="0"/>
              <a:t> a </a:t>
            </a:r>
            <a:r>
              <a:rPr lang="en-US" dirty="0" err="1"/>
              <a:t>aplica</a:t>
            </a:r>
            <a:r>
              <a:rPr lang="ro-RO" dirty="0" err="1"/>
              <a:t>ției</a:t>
            </a:r>
            <a:r>
              <a:rPr lang="ro-RO" dirty="0"/>
              <a:t> ce presupune</a:t>
            </a:r>
            <a:r>
              <a:rPr lang="en-US" dirty="0"/>
              <a:t>: </a:t>
            </a:r>
            <a:r>
              <a:rPr lang="en-US" dirty="0" err="1"/>
              <a:t>gestionarea</a:t>
            </a:r>
            <a:r>
              <a:rPr lang="en-US" dirty="0"/>
              <a:t> </a:t>
            </a:r>
            <a:r>
              <a:rPr lang="en-US" dirty="0" err="1"/>
              <a:t>bugetului</a:t>
            </a:r>
            <a:r>
              <a:rPr lang="ro-RO" dirty="0"/>
              <a:t>,</a:t>
            </a:r>
            <a:r>
              <a:rPr lang="en-US" dirty="0"/>
              <a:t> </a:t>
            </a:r>
            <a:r>
              <a:rPr lang="ro-RO" dirty="0"/>
              <a:t>generarea conținutului personalizat pe baza preferințelor</a:t>
            </a:r>
          </a:p>
          <a:p>
            <a:pPr marL="0" indent="0">
              <a:buFontTx/>
              <a:buNone/>
            </a:pPr>
            <a:r>
              <a:rPr lang="en-US" dirty="0" err="1"/>
              <a:t>si</a:t>
            </a:r>
            <a:r>
              <a:rPr lang="en-US" dirty="0"/>
              <a:t> </a:t>
            </a:r>
            <a:r>
              <a:rPr lang="ro-RO" dirty="0"/>
              <a:t>clasificarea</a:t>
            </a:r>
            <a:r>
              <a:rPr lang="en-US" dirty="0"/>
              <a:t> </a:t>
            </a:r>
            <a:r>
              <a:rPr lang="ro-RO" dirty="0"/>
              <a:t>știrilor in vederea </a:t>
            </a:r>
            <a:r>
              <a:rPr lang="ro-RO" dirty="0" err="1"/>
              <a:t>efectuarii</a:t>
            </a:r>
            <a:r>
              <a:rPr lang="ro-RO" dirty="0"/>
              <a:t> de </a:t>
            </a:r>
            <a:r>
              <a:rPr lang="ro-RO" dirty="0" err="1"/>
              <a:t>predictii</a:t>
            </a:r>
            <a:r>
              <a:rPr lang="ro-RO" dirty="0"/>
              <a:t> ale </a:t>
            </a:r>
            <a:r>
              <a:rPr lang="ro-RO" dirty="0" err="1"/>
              <a:t>evolutiei</a:t>
            </a:r>
            <a:r>
              <a:rPr lang="ro-RO" dirty="0"/>
              <a:t> preturilor. </a:t>
            </a:r>
            <a:endParaRPr lang="en-US" dirty="0"/>
          </a:p>
          <a:p>
            <a:endParaRPr lang="en-US" dirty="0"/>
          </a:p>
          <a:p>
            <a:endParaRPr lang="ro-RO" dirty="0"/>
          </a:p>
          <a:p>
            <a:pPr marL="171450" indent="-171450">
              <a:buFontTx/>
              <a:buChar char="-"/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6148876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o-RO" dirty="0"/>
              <a:t>Setul de date utilizat în cadrul modelului de </a:t>
            </a:r>
            <a:r>
              <a:rPr lang="ro-RO" dirty="0" err="1"/>
              <a:t>invățare</a:t>
            </a:r>
            <a:r>
              <a:rPr lang="ro-RO" dirty="0"/>
              <a:t> automată conține știri despre toate companiile listate la bursa de valori din Finlanda </a:t>
            </a:r>
          </a:p>
          <a:p>
            <a:endParaRPr lang="ro-RO" dirty="0"/>
          </a:p>
          <a:p>
            <a:r>
              <a:rPr lang="ro-RO" dirty="0"/>
              <a:t>Si este de tipul (</a:t>
            </a:r>
            <a:r>
              <a:rPr lang="en-US" dirty="0"/>
              <a:t>sentiment, </a:t>
            </a:r>
            <a:r>
              <a:rPr lang="ro-RO" dirty="0"/>
              <a:t>ce poate fi pozitiv, negativ sau neutru</a:t>
            </a:r>
          </a:p>
          <a:p>
            <a:r>
              <a:rPr lang="ro-RO" dirty="0"/>
              <a:t>și </a:t>
            </a:r>
            <a:r>
              <a:rPr lang="en-US" dirty="0" err="1"/>
              <a:t>titlu</a:t>
            </a:r>
            <a:r>
              <a:rPr lang="en-US" dirty="0"/>
              <a:t> </a:t>
            </a:r>
            <a:r>
              <a:rPr lang="ro-RO" dirty="0"/>
              <a:t>știre, </a:t>
            </a:r>
            <a:endParaRPr lang="en-US" dirty="0"/>
          </a:p>
          <a:p>
            <a:endParaRPr lang="en-US" dirty="0"/>
          </a:p>
          <a:p>
            <a:r>
              <a:rPr lang="en-US" dirty="0" err="1"/>
              <a:t>Stirile</a:t>
            </a:r>
            <a:r>
              <a:rPr lang="en-US" dirty="0"/>
              <a:t> au </a:t>
            </a:r>
            <a:r>
              <a:rPr lang="en-US" dirty="0" err="1"/>
              <a:t>fost</a:t>
            </a:r>
            <a:r>
              <a:rPr lang="en-US" dirty="0"/>
              <a:t> </a:t>
            </a:r>
            <a:r>
              <a:rPr lang="ro-RO" dirty="0"/>
              <a:t>clasificat</a:t>
            </a:r>
            <a:r>
              <a:rPr lang="en-US" dirty="0"/>
              <a:t>e</a:t>
            </a:r>
            <a:r>
              <a:rPr lang="ro-RO" dirty="0"/>
              <a:t> </a:t>
            </a:r>
            <a:r>
              <a:rPr lang="en-US" dirty="0"/>
              <a:t>de </a:t>
            </a:r>
            <a:r>
              <a:rPr lang="en-US" dirty="0" err="1"/>
              <a:t>catre</a:t>
            </a:r>
            <a:r>
              <a:rPr lang="en-US" dirty="0"/>
              <a:t> 16 evaluator</a:t>
            </a:r>
            <a:r>
              <a:rPr lang="ro-RO" dirty="0"/>
              <a:t>i</a:t>
            </a:r>
            <a:r>
              <a:rPr lang="en-US" dirty="0"/>
              <a:t> </a:t>
            </a:r>
            <a:r>
              <a:rPr lang="ro-RO" dirty="0"/>
              <a:t>cu </a:t>
            </a:r>
            <a:r>
              <a:rPr lang="ro-RO" dirty="0" err="1"/>
              <a:t>specializari</a:t>
            </a:r>
            <a:r>
              <a:rPr lang="ro-RO" dirty="0"/>
              <a:t> in domeniul economic în funcție de impactul pe care </a:t>
            </a:r>
            <a:r>
              <a:rPr lang="en-US" dirty="0" err="1"/>
              <a:t>acestea</a:t>
            </a:r>
            <a:r>
              <a:rPr lang="ro-RO" dirty="0"/>
              <a:t> </a:t>
            </a:r>
            <a:r>
              <a:rPr lang="ro-RO" dirty="0" err="1"/>
              <a:t>il</a:t>
            </a:r>
            <a:r>
              <a:rPr lang="ro-RO" dirty="0"/>
              <a:t> pot avea asupra </a:t>
            </a:r>
            <a:r>
              <a:rPr lang="en-US" dirty="0" err="1"/>
              <a:t>economiei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7735068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r>
              <a:rPr lang="ro-RO" dirty="0"/>
              <a:t>În continuare, pentru antrenarea rețelei neuronale, acest set de date a fost vectorizat folosind modelul </a:t>
            </a:r>
            <a:r>
              <a:rPr lang="ro-RO" dirty="0" err="1"/>
              <a:t>preantrenat</a:t>
            </a:r>
            <a:endParaRPr lang="ro-RO" dirty="0"/>
          </a:p>
          <a:p>
            <a:r>
              <a:rPr lang="ro-RO" dirty="0"/>
              <a:t>BERT ce se </a:t>
            </a:r>
            <a:r>
              <a:rPr lang="ro-RO" dirty="0" err="1"/>
              <a:t>foloseste</a:t>
            </a:r>
            <a:r>
              <a:rPr lang="ro-RO" dirty="0"/>
              <a:t> de mecanisme de </a:t>
            </a:r>
            <a:r>
              <a:rPr lang="ro-RO" dirty="0" err="1"/>
              <a:t>atentie</a:t>
            </a:r>
            <a:r>
              <a:rPr lang="ro-RO" dirty="0"/>
              <a:t>) pentru a </a:t>
            </a:r>
            <a:r>
              <a:rPr lang="ro-RO" dirty="0" err="1"/>
              <a:t>obtine</a:t>
            </a:r>
            <a:r>
              <a:rPr lang="ro-RO" dirty="0"/>
              <a:t> o reprezentare numerica știrilor. </a:t>
            </a:r>
          </a:p>
          <a:p>
            <a:endParaRPr lang="ro-RO" dirty="0"/>
          </a:p>
          <a:p>
            <a:r>
              <a:rPr lang="ro-RO" dirty="0" err="1"/>
              <a:t>Reteaua</a:t>
            </a:r>
            <a:r>
              <a:rPr lang="ro-RO" dirty="0"/>
              <a:t> neurala folosita este de tip </a:t>
            </a:r>
            <a:r>
              <a:rPr lang="ro-RO" dirty="0" err="1"/>
              <a:t>Feedforward</a:t>
            </a:r>
            <a:r>
              <a:rPr lang="ro-RO" dirty="0"/>
              <a:t> </a:t>
            </a:r>
            <a:r>
              <a:rPr lang="en-US" dirty="0" err="1"/>
              <a:t>astfel</a:t>
            </a:r>
            <a:r>
              <a:rPr lang="en-US" dirty="0"/>
              <a:t> c</a:t>
            </a:r>
            <a:r>
              <a:rPr lang="ro-RO" dirty="0"/>
              <a:t>ă informația se va propaga într-o singură direcție</a:t>
            </a:r>
            <a:r>
              <a:rPr lang="en-US" dirty="0"/>
              <a:t>:</a:t>
            </a:r>
            <a:endParaRPr lang="ro-RO" dirty="0"/>
          </a:p>
          <a:p>
            <a:r>
              <a:rPr lang="ro-RO" dirty="0"/>
              <a:t>De la stratul de intrare ce conține valorile de intrare ale datelor, până la stratul de ieșire ce conține </a:t>
            </a:r>
            <a:r>
              <a:rPr lang="en-US" dirty="0"/>
              <a:t>3 </a:t>
            </a:r>
            <a:r>
              <a:rPr lang="en-US" dirty="0" err="1"/>
              <a:t>neuroni</a:t>
            </a:r>
            <a:r>
              <a:rPr lang="en-US" dirty="0"/>
              <a:t> </a:t>
            </a:r>
            <a:r>
              <a:rPr lang="en-US" dirty="0" err="1"/>
              <a:t>reprezent</a:t>
            </a:r>
            <a:r>
              <a:rPr lang="ro-RO" dirty="0" err="1"/>
              <a:t>ând</a:t>
            </a:r>
            <a:endParaRPr lang="ro-RO" dirty="0"/>
          </a:p>
          <a:p>
            <a:r>
              <a:rPr lang="en-US" dirty="0" err="1"/>
              <a:t>cele</a:t>
            </a:r>
            <a:r>
              <a:rPr lang="en-US" dirty="0"/>
              <a:t> 3 </a:t>
            </a:r>
            <a:r>
              <a:rPr lang="ro-RO" dirty="0"/>
              <a:t>clase</a:t>
            </a:r>
            <a:r>
              <a:rPr lang="en-US" dirty="0"/>
              <a:t> </a:t>
            </a:r>
            <a:r>
              <a:rPr lang="en-US" dirty="0" err="1"/>
              <a:t>posibile</a:t>
            </a:r>
            <a:r>
              <a:rPr lang="en-US" dirty="0"/>
              <a:t>: </a:t>
            </a:r>
            <a:r>
              <a:rPr lang="en-US" dirty="0" err="1"/>
              <a:t>pozitiv</a:t>
            </a:r>
            <a:r>
              <a:rPr lang="en-US" dirty="0"/>
              <a:t>, negative </a:t>
            </a:r>
            <a:r>
              <a:rPr lang="en-US" dirty="0" err="1"/>
              <a:t>sau</a:t>
            </a:r>
            <a:r>
              <a:rPr lang="en-US" dirty="0"/>
              <a:t> </a:t>
            </a:r>
            <a:r>
              <a:rPr lang="en-US" dirty="0" err="1"/>
              <a:t>neutru</a:t>
            </a:r>
            <a:r>
              <a:rPr lang="en-US" dirty="0"/>
              <a:t>.</a:t>
            </a:r>
            <a:endParaRPr lang="ro-RO" dirty="0"/>
          </a:p>
          <a:p>
            <a:endParaRPr lang="en-US" dirty="0"/>
          </a:p>
          <a:p>
            <a:r>
              <a:rPr lang="en-US" dirty="0" err="1"/>
              <a:t>Totodata</a:t>
            </a:r>
            <a:r>
              <a:rPr lang="en-US" dirty="0"/>
              <a:t>, pentru </a:t>
            </a:r>
            <a:r>
              <a:rPr lang="en-US" dirty="0" err="1"/>
              <a:t>gasirea</a:t>
            </a:r>
            <a:r>
              <a:rPr lang="en-US" dirty="0"/>
              <a:t> </a:t>
            </a:r>
            <a:r>
              <a:rPr lang="en-US" dirty="0" err="1"/>
              <a:t>celei</a:t>
            </a:r>
            <a:r>
              <a:rPr lang="en-US" dirty="0"/>
              <a:t> </a:t>
            </a:r>
            <a:r>
              <a:rPr lang="en-US" dirty="0" err="1"/>
              <a:t>mai</a:t>
            </a:r>
            <a:r>
              <a:rPr lang="en-US" dirty="0"/>
              <a:t> </a:t>
            </a:r>
            <a:r>
              <a:rPr lang="en-US" dirty="0" err="1"/>
              <a:t>bune</a:t>
            </a:r>
            <a:r>
              <a:rPr lang="en-US" dirty="0"/>
              <a:t> </a:t>
            </a:r>
            <a:r>
              <a:rPr lang="en-US" dirty="0" err="1"/>
              <a:t>configuratii</a:t>
            </a:r>
            <a:r>
              <a:rPr lang="en-US" dirty="0"/>
              <a:t> a </a:t>
            </a:r>
            <a:r>
              <a:rPr lang="en-US" dirty="0" err="1"/>
              <a:t>modelului</a:t>
            </a:r>
            <a:r>
              <a:rPr lang="en-US" dirty="0"/>
              <a:t>, s-a </a:t>
            </a:r>
            <a:r>
              <a:rPr lang="en-US" dirty="0" err="1"/>
              <a:t>folosit</a:t>
            </a:r>
            <a:r>
              <a:rPr lang="en-US" dirty="0"/>
              <a:t> </a:t>
            </a:r>
            <a:r>
              <a:rPr lang="en-US" dirty="0" err="1"/>
              <a:t>tehnica</a:t>
            </a:r>
            <a:r>
              <a:rPr lang="en-US" dirty="0"/>
              <a:t> Grid Search </a:t>
            </a:r>
            <a:r>
              <a:rPr lang="en-US" dirty="0" err="1"/>
              <a:t>ce</a:t>
            </a:r>
            <a:r>
              <a:rPr lang="ro-RO" dirty="0"/>
              <a:t> presupune</a:t>
            </a:r>
            <a:r>
              <a:rPr lang="en-US" dirty="0"/>
              <a:t>:</a:t>
            </a:r>
          </a:p>
          <a:p>
            <a:r>
              <a:rPr lang="en-US" sz="800" dirty="0">
                <a:latin typeface="Fira Sans Extra Condensed" panose="020B0503050000020004" pitchFamily="34" charset="0"/>
              </a:rPr>
              <a:t>- </a:t>
            </a:r>
            <a:r>
              <a:rPr lang="ro-RO" sz="800" dirty="0">
                <a:latin typeface="Fira Sans Extra Condensed" panose="020B0503050000020004" pitchFamily="34" charset="0"/>
              </a:rPr>
              <a:t>antrenarea rețelei neuronale cu o serie de </a:t>
            </a:r>
            <a:r>
              <a:rPr lang="ro-RO" sz="800" dirty="0" err="1">
                <a:latin typeface="Fira Sans Extra Condensed" panose="020B0503050000020004" pitchFamily="34" charset="0"/>
              </a:rPr>
              <a:t>hiperparametri</a:t>
            </a:r>
            <a:endParaRPr lang="ro-RO" sz="800" dirty="0">
              <a:latin typeface="Fira Sans Extra Condensed" panose="020B0503050000020004" pitchFamily="34" charset="0"/>
            </a:endParaRPr>
          </a:p>
          <a:p>
            <a:r>
              <a:rPr lang="en-US" sz="800" dirty="0">
                <a:latin typeface="Fira Sans Extra Condensed" panose="020B0503050000020004" pitchFamily="34" charset="0"/>
              </a:rPr>
              <a:t>- </a:t>
            </a:r>
            <a:r>
              <a:rPr lang="ro-RO" sz="800" dirty="0">
                <a:latin typeface="Fira Sans Extra Condensed" panose="020B0503050000020004" pitchFamily="34" charset="0"/>
              </a:rPr>
              <a:t>calcularea </a:t>
            </a:r>
            <a:r>
              <a:rPr lang="ro-RO" sz="800" dirty="0" err="1">
                <a:latin typeface="Fira Sans Extra Condensed" panose="020B0503050000020004" pitchFamily="34" charset="0"/>
              </a:rPr>
              <a:t>acurateții</a:t>
            </a:r>
            <a:r>
              <a:rPr lang="ro-RO" sz="800" dirty="0">
                <a:latin typeface="Fira Sans Extra Condensed" panose="020B0503050000020004" pitchFamily="34" charset="0"/>
              </a:rPr>
              <a:t> la fiecare iterație</a:t>
            </a:r>
          </a:p>
          <a:p>
            <a:r>
              <a:rPr lang="en-US" sz="800" dirty="0">
                <a:latin typeface="Fira Sans Extra Condensed" panose="020B0503050000020004" pitchFamily="34" charset="0"/>
              </a:rPr>
              <a:t>- </a:t>
            </a:r>
            <a:r>
              <a:rPr lang="ro-RO" sz="800" dirty="0">
                <a:latin typeface="Fira Sans Extra Condensed" panose="020B0503050000020004" pitchFamily="34" charset="0"/>
              </a:rPr>
              <a:t>salvarea setului de valori care are cel mai bun rezultat</a:t>
            </a:r>
            <a:endParaRPr lang="en-US" sz="800" dirty="0">
              <a:latin typeface="Fira Sans Extra Condensed" panose="020B050305000002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7843822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r>
              <a:rPr lang="en-US" dirty="0" err="1"/>
              <a:t>Rezultatul</a:t>
            </a:r>
            <a:r>
              <a:rPr lang="en-US" dirty="0"/>
              <a:t> final al a</a:t>
            </a:r>
            <a:r>
              <a:rPr lang="ro-RO" dirty="0" err="1"/>
              <a:t>ntrenării</a:t>
            </a:r>
            <a:r>
              <a:rPr lang="ro-RO" dirty="0"/>
              <a:t> </a:t>
            </a:r>
            <a:r>
              <a:rPr lang="en-US" dirty="0" err="1"/>
              <a:t>inregistreaza</a:t>
            </a:r>
            <a:r>
              <a:rPr lang="en-US" dirty="0"/>
              <a:t> o </a:t>
            </a:r>
            <a:r>
              <a:rPr lang="en-US" dirty="0" err="1"/>
              <a:t>acurate</a:t>
            </a:r>
            <a:r>
              <a:rPr lang="ro-RO" dirty="0" err="1"/>
              <a:t>țe</a:t>
            </a:r>
            <a:r>
              <a:rPr lang="ro-RO" dirty="0"/>
              <a:t> de aproape 70% reprezentând raportul dintre </a:t>
            </a:r>
            <a:r>
              <a:rPr lang="ro-RO" dirty="0" err="1"/>
              <a:t>numarul</a:t>
            </a:r>
            <a:r>
              <a:rPr lang="ro-RO" dirty="0"/>
              <a:t> de știri clasificate corect</a:t>
            </a:r>
          </a:p>
          <a:p>
            <a:r>
              <a:rPr lang="ro-RO" dirty="0"/>
              <a:t>Si </a:t>
            </a:r>
            <a:r>
              <a:rPr lang="ro-RO" dirty="0" err="1"/>
              <a:t>numarul</a:t>
            </a:r>
            <a:r>
              <a:rPr lang="ro-RO" dirty="0"/>
              <a:t> total de </a:t>
            </a:r>
            <a:r>
              <a:rPr lang="ro-RO" dirty="0" err="1"/>
              <a:t>stiri</a:t>
            </a:r>
            <a:r>
              <a:rPr lang="ro-RO" dirty="0"/>
              <a:t> din setul de antrenare. </a:t>
            </a:r>
            <a:r>
              <a:rPr lang="ro-RO" dirty="0" err="1"/>
              <a:t>Evolutia</a:t>
            </a:r>
            <a:r>
              <a:rPr lang="ro-RO" dirty="0"/>
              <a:t> acesteia în procesul de </a:t>
            </a:r>
            <a:r>
              <a:rPr lang="ro-RO" dirty="0" err="1"/>
              <a:t>invățare</a:t>
            </a:r>
            <a:r>
              <a:rPr lang="ro-RO" dirty="0"/>
              <a:t> pentru fiecare epoca se poate observa in graficul de sus. </a:t>
            </a:r>
          </a:p>
          <a:p>
            <a:endParaRPr lang="en-US" dirty="0"/>
          </a:p>
          <a:p>
            <a:r>
              <a:rPr lang="en-US" b="0" i="0" dirty="0" err="1">
                <a:solidFill>
                  <a:srgbClr val="D1D5DB"/>
                </a:solidFill>
                <a:effectLst/>
                <a:latin typeface="Söhne"/>
              </a:rPr>
              <a:t>În</a:t>
            </a:r>
            <a:r>
              <a:rPr lang="en-US" b="0" i="0" dirty="0">
                <a:solidFill>
                  <a:srgbClr val="D1D5DB"/>
                </a:solidFill>
                <a:effectLst/>
                <a:latin typeface="Söhne"/>
              </a:rPr>
              <a:t> </a:t>
            </a:r>
            <a:r>
              <a:rPr lang="en-US" b="0" i="0" dirty="0" err="1">
                <a:solidFill>
                  <a:srgbClr val="D1D5DB"/>
                </a:solidFill>
                <a:effectLst/>
                <a:latin typeface="Söhne"/>
              </a:rPr>
              <a:t>timpul</a:t>
            </a:r>
            <a:r>
              <a:rPr lang="en-US" b="0" i="0" dirty="0">
                <a:solidFill>
                  <a:srgbClr val="D1D5DB"/>
                </a:solidFill>
                <a:effectLst/>
                <a:latin typeface="Söhne"/>
              </a:rPr>
              <a:t> </a:t>
            </a:r>
            <a:r>
              <a:rPr lang="en-US" b="0" i="0" dirty="0" err="1">
                <a:solidFill>
                  <a:srgbClr val="D1D5DB"/>
                </a:solidFill>
                <a:effectLst/>
                <a:latin typeface="Söhne"/>
              </a:rPr>
              <a:t>antrenării</a:t>
            </a:r>
            <a:r>
              <a:rPr lang="en-US" b="0" i="0" dirty="0">
                <a:solidFill>
                  <a:srgbClr val="D1D5DB"/>
                </a:solidFill>
                <a:effectLst/>
                <a:latin typeface="Söhne"/>
              </a:rPr>
              <a:t>, </a:t>
            </a:r>
            <a:r>
              <a:rPr lang="en-US" b="0" i="0" dirty="0" err="1">
                <a:solidFill>
                  <a:srgbClr val="D1D5DB"/>
                </a:solidFill>
                <a:effectLst/>
                <a:latin typeface="Söhne"/>
              </a:rPr>
              <a:t>modelul</a:t>
            </a:r>
            <a:r>
              <a:rPr lang="en-US" b="0" i="0" dirty="0">
                <a:solidFill>
                  <a:srgbClr val="D1D5DB"/>
                </a:solidFill>
                <a:effectLst/>
                <a:latin typeface="Söhne"/>
              </a:rPr>
              <a:t> </a:t>
            </a:r>
            <a:r>
              <a:rPr lang="en-US" b="0" i="0" dirty="0" err="1">
                <a:solidFill>
                  <a:srgbClr val="D1D5DB"/>
                </a:solidFill>
                <a:effectLst/>
                <a:latin typeface="Söhne"/>
              </a:rPr>
              <a:t>își</a:t>
            </a:r>
            <a:r>
              <a:rPr lang="en-US" b="0" i="0" dirty="0">
                <a:solidFill>
                  <a:srgbClr val="D1D5DB"/>
                </a:solidFill>
                <a:effectLst/>
                <a:latin typeface="Söhne"/>
              </a:rPr>
              <a:t> </a:t>
            </a:r>
            <a:r>
              <a:rPr lang="en-US" b="0" i="0" dirty="0" err="1">
                <a:solidFill>
                  <a:srgbClr val="D1D5DB"/>
                </a:solidFill>
                <a:effectLst/>
                <a:latin typeface="Söhne"/>
              </a:rPr>
              <a:t>îmbunătățește</a:t>
            </a:r>
            <a:r>
              <a:rPr lang="en-US" b="0" i="0" dirty="0">
                <a:solidFill>
                  <a:srgbClr val="D1D5DB"/>
                </a:solidFill>
                <a:effectLst/>
                <a:latin typeface="Söhne"/>
              </a:rPr>
              <a:t> </a:t>
            </a:r>
            <a:r>
              <a:rPr lang="en-US" b="0" i="0" dirty="0" err="1">
                <a:solidFill>
                  <a:srgbClr val="D1D5DB"/>
                </a:solidFill>
                <a:effectLst/>
                <a:latin typeface="Söhne"/>
              </a:rPr>
              <a:t>performanța</a:t>
            </a:r>
            <a:r>
              <a:rPr lang="en-US" b="0" i="0" dirty="0">
                <a:solidFill>
                  <a:srgbClr val="D1D5DB"/>
                </a:solidFill>
                <a:effectLst/>
                <a:latin typeface="Söhne"/>
              </a:rPr>
              <a:t> </a:t>
            </a:r>
            <a:r>
              <a:rPr lang="en-US" b="0" i="0" dirty="0" err="1">
                <a:solidFill>
                  <a:srgbClr val="D1D5DB"/>
                </a:solidFill>
                <a:effectLst/>
                <a:latin typeface="Söhne"/>
              </a:rPr>
              <a:t>prin</a:t>
            </a:r>
            <a:r>
              <a:rPr lang="en-US" b="0" i="0" dirty="0">
                <a:solidFill>
                  <a:srgbClr val="D1D5DB"/>
                </a:solidFill>
                <a:effectLst/>
                <a:latin typeface="Söhne"/>
              </a:rPr>
              <a:t> </a:t>
            </a:r>
            <a:r>
              <a:rPr lang="en-US" b="0" i="0" dirty="0" err="1">
                <a:solidFill>
                  <a:srgbClr val="D1D5DB"/>
                </a:solidFill>
                <a:effectLst/>
                <a:latin typeface="Söhne"/>
              </a:rPr>
              <a:t>minimizarea</a:t>
            </a:r>
            <a:r>
              <a:rPr lang="en-US" b="0" i="0" dirty="0">
                <a:solidFill>
                  <a:srgbClr val="D1D5DB"/>
                </a:solidFill>
                <a:effectLst/>
                <a:latin typeface="Söhne"/>
              </a:rPr>
              <a:t> </a:t>
            </a:r>
            <a:r>
              <a:rPr lang="en-US" b="0" i="0" dirty="0" err="1">
                <a:solidFill>
                  <a:srgbClr val="D1D5DB"/>
                </a:solidFill>
                <a:effectLst/>
                <a:latin typeface="Söhne"/>
              </a:rPr>
              <a:t>funcției</a:t>
            </a:r>
            <a:r>
              <a:rPr lang="en-US" b="0" i="0" dirty="0">
                <a:solidFill>
                  <a:srgbClr val="D1D5DB"/>
                </a:solidFill>
                <a:effectLst/>
                <a:latin typeface="Söhne"/>
              </a:rPr>
              <a:t> de </a:t>
            </a:r>
            <a:r>
              <a:rPr lang="en-US" b="0" i="0" dirty="0" err="1">
                <a:solidFill>
                  <a:srgbClr val="D1D5DB"/>
                </a:solidFill>
                <a:effectLst/>
                <a:latin typeface="Söhne"/>
              </a:rPr>
              <a:t>pierdere</a:t>
            </a:r>
            <a:r>
              <a:rPr lang="en-US" b="0" i="0" dirty="0">
                <a:solidFill>
                  <a:srgbClr val="D1D5DB"/>
                </a:solidFill>
                <a:effectLst/>
                <a:latin typeface="Söhne"/>
              </a:rPr>
              <a:t> care </a:t>
            </a:r>
            <a:r>
              <a:rPr lang="en-US" b="0" i="0" dirty="0" err="1">
                <a:solidFill>
                  <a:srgbClr val="D1D5DB"/>
                </a:solidFill>
                <a:effectLst/>
                <a:latin typeface="Söhne"/>
              </a:rPr>
              <a:t>măsoară</a:t>
            </a:r>
            <a:r>
              <a:rPr lang="en-US" b="0" i="0" dirty="0">
                <a:solidFill>
                  <a:srgbClr val="D1D5DB"/>
                </a:solidFill>
                <a:effectLst/>
                <a:latin typeface="Söhne"/>
              </a:rPr>
              <a:t> </a:t>
            </a:r>
            <a:r>
              <a:rPr lang="en-US" b="0" i="0" dirty="0" err="1">
                <a:solidFill>
                  <a:srgbClr val="D1D5DB"/>
                </a:solidFill>
                <a:effectLst/>
                <a:latin typeface="Söhne"/>
              </a:rPr>
              <a:t>discrepanța</a:t>
            </a:r>
            <a:r>
              <a:rPr lang="en-US" b="0" i="0" dirty="0">
                <a:solidFill>
                  <a:srgbClr val="D1D5DB"/>
                </a:solidFill>
                <a:effectLst/>
                <a:latin typeface="Söhne"/>
              </a:rPr>
              <a:t> </a:t>
            </a:r>
            <a:r>
              <a:rPr lang="en-US" b="0" i="0" dirty="0" err="1">
                <a:solidFill>
                  <a:srgbClr val="D1D5DB"/>
                </a:solidFill>
                <a:effectLst/>
                <a:latin typeface="Söhne"/>
              </a:rPr>
              <a:t>dintre</a:t>
            </a:r>
            <a:r>
              <a:rPr lang="en-US" b="0" i="0" dirty="0">
                <a:solidFill>
                  <a:srgbClr val="D1D5DB"/>
                </a:solidFill>
                <a:effectLst/>
                <a:latin typeface="Söhne"/>
              </a:rPr>
              <a:t> </a:t>
            </a:r>
            <a:r>
              <a:rPr lang="en-US" b="0" i="0" dirty="0" err="1">
                <a:solidFill>
                  <a:srgbClr val="D1D5DB"/>
                </a:solidFill>
                <a:effectLst/>
                <a:latin typeface="Söhne"/>
              </a:rPr>
              <a:t>predicțiile</a:t>
            </a:r>
            <a:r>
              <a:rPr lang="en-US" b="0" i="0" dirty="0">
                <a:solidFill>
                  <a:srgbClr val="D1D5DB"/>
                </a:solidFill>
                <a:effectLst/>
                <a:latin typeface="Söhne"/>
              </a:rPr>
              <a:t> </a:t>
            </a:r>
            <a:r>
              <a:rPr lang="en-US" b="0" i="0" dirty="0" err="1">
                <a:solidFill>
                  <a:srgbClr val="D1D5DB"/>
                </a:solidFill>
                <a:effectLst/>
                <a:latin typeface="Söhne"/>
              </a:rPr>
              <a:t>modelului</a:t>
            </a:r>
            <a:endParaRPr lang="en-US" b="0" i="0" dirty="0">
              <a:solidFill>
                <a:srgbClr val="D1D5DB"/>
              </a:solidFill>
              <a:effectLst/>
              <a:latin typeface="Söhne"/>
            </a:endParaRPr>
          </a:p>
          <a:p>
            <a:r>
              <a:rPr lang="en-US" b="0" i="0" dirty="0">
                <a:solidFill>
                  <a:srgbClr val="D1D5DB"/>
                </a:solidFill>
                <a:effectLst/>
                <a:latin typeface="Söhne"/>
              </a:rPr>
              <a:t> </a:t>
            </a:r>
            <a:r>
              <a:rPr lang="en-US" b="0" i="0" dirty="0" err="1">
                <a:solidFill>
                  <a:srgbClr val="D1D5DB"/>
                </a:solidFill>
                <a:effectLst/>
                <a:latin typeface="Söhne"/>
              </a:rPr>
              <a:t>și</a:t>
            </a:r>
            <a:r>
              <a:rPr lang="en-US" b="0" i="0" dirty="0">
                <a:solidFill>
                  <a:srgbClr val="D1D5DB"/>
                </a:solidFill>
                <a:effectLst/>
                <a:latin typeface="Söhne"/>
              </a:rPr>
              <a:t> </a:t>
            </a:r>
            <a:r>
              <a:rPr lang="en-US" b="0" i="0" dirty="0" err="1">
                <a:solidFill>
                  <a:srgbClr val="D1D5DB"/>
                </a:solidFill>
                <a:effectLst/>
                <a:latin typeface="Söhne"/>
              </a:rPr>
              <a:t>valorile</a:t>
            </a:r>
            <a:r>
              <a:rPr lang="en-US" b="0" i="0" dirty="0">
                <a:solidFill>
                  <a:srgbClr val="D1D5DB"/>
                </a:solidFill>
                <a:effectLst/>
                <a:latin typeface="Söhne"/>
              </a:rPr>
              <a:t> </a:t>
            </a:r>
            <a:r>
              <a:rPr lang="en-US" b="0" i="0" dirty="0" err="1">
                <a:solidFill>
                  <a:srgbClr val="D1D5DB"/>
                </a:solidFill>
                <a:effectLst/>
                <a:latin typeface="Söhne"/>
              </a:rPr>
              <a:t>reale</a:t>
            </a:r>
            <a:r>
              <a:rPr lang="en-US" b="0" i="0" dirty="0">
                <a:solidFill>
                  <a:srgbClr val="D1D5DB"/>
                </a:solidFill>
                <a:effectLst/>
                <a:latin typeface="Söhne"/>
              </a:rPr>
              <a:t> din </a:t>
            </a:r>
            <a:r>
              <a:rPr lang="en-US" b="0" i="0" dirty="0" err="1">
                <a:solidFill>
                  <a:srgbClr val="D1D5DB"/>
                </a:solidFill>
                <a:effectLst/>
                <a:latin typeface="Söhne"/>
              </a:rPr>
              <a:t>datele</a:t>
            </a:r>
            <a:r>
              <a:rPr lang="en-US" b="0" i="0" dirty="0">
                <a:solidFill>
                  <a:srgbClr val="D1D5DB"/>
                </a:solidFill>
                <a:effectLst/>
                <a:latin typeface="Söhne"/>
              </a:rPr>
              <a:t> de </a:t>
            </a:r>
            <a:r>
              <a:rPr lang="en-US" b="0" i="0" dirty="0" err="1">
                <a:solidFill>
                  <a:srgbClr val="D1D5DB"/>
                </a:solidFill>
                <a:effectLst/>
                <a:latin typeface="Söhne"/>
              </a:rPr>
              <a:t>antrenament</a:t>
            </a:r>
            <a:r>
              <a:rPr lang="en-US" b="0" i="0" dirty="0">
                <a:solidFill>
                  <a:srgbClr val="D1D5DB"/>
                </a:solidFill>
                <a:effectLst/>
                <a:latin typeface="Söhne"/>
              </a:rPr>
              <a:t> -&gt; de </a:t>
            </a:r>
            <a:r>
              <a:rPr lang="en-US" b="0" i="0" dirty="0" err="1">
                <a:solidFill>
                  <a:srgbClr val="D1D5DB"/>
                </a:solidFill>
                <a:effectLst/>
                <a:latin typeface="Söhne"/>
              </a:rPr>
              <a:t>aici</a:t>
            </a:r>
            <a:r>
              <a:rPr lang="en-US" b="0" i="0" dirty="0">
                <a:solidFill>
                  <a:srgbClr val="D1D5DB"/>
                </a:solidFill>
                <a:effectLst/>
                <a:latin typeface="Söhne"/>
              </a:rPr>
              <a:t> </a:t>
            </a:r>
            <a:r>
              <a:rPr lang="en-US" b="0" i="0" dirty="0" err="1">
                <a:solidFill>
                  <a:srgbClr val="D1D5DB"/>
                </a:solidFill>
                <a:effectLst/>
                <a:latin typeface="Söhne"/>
              </a:rPr>
              <a:t>rezulta</a:t>
            </a:r>
            <a:r>
              <a:rPr lang="en-US" b="0" i="0" dirty="0">
                <a:solidFill>
                  <a:srgbClr val="D1D5DB"/>
                </a:solidFill>
                <a:effectLst/>
                <a:latin typeface="Söhne"/>
              </a:rPr>
              <a:t> ca </a:t>
            </a:r>
            <a:r>
              <a:rPr lang="en-US" b="0" i="0" dirty="0" err="1">
                <a:solidFill>
                  <a:srgbClr val="D1D5DB"/>
                </a:solidFill>
                <a:effectLst/>
                <a:latin typeface="Söhne"/>
              </a:rPr>
              <a:t>modelul</a:t>
            </a:r>
            <a:r>
              <a:rPr lang="en-US" b="0" i="0" dirty="0">
                <a:solidFill>
                  <a:srgbClr val="D1D5DB"/>
                </a:solidFill>
                <a:effectLst/>
                <a:latin typeface="Söhne"/>
              </a:rPr>
              <a:t> </a:t>
            </a:r>
            <a:r>
              <a:rPr lang="en-US" b="0" i="0" dirty="0" err="1">
                <a:solidFill>
                  <a:srgbClr val="D1D5DB"/>
                </a:solidFill>
                <a:effectLst/>
                <a:latin typeface="Söhne"/>
              </a:rPr>
              <a:t>reuseste</a:t>
            </a:r>
            <a:r>
              <a:rPr lang="en-US" b="0" i="0" dirty="0">
                <a:solidFill>
                  <a:srgbClr val="D1D5DB"/>
                </a:solidFill>
                <a:effectLst/>
                <a:latin typeface="Söhne"/>
              </a:rPr>
              <a:t> </a:t>
            </a:r>
            <a:r>
              <a:rPr lang="en-US" b="0" i="0" dirty="0" err="1">
                <a:solidFill>
                  <a:srgbClr val="D1D5DB"/>
                </a:solidFill>
                <a:effectLst/>
                <a:latin typeface="Söhne"/>
              </a:rPr>
              <a:t>sa</a:t>
            </a:r>
            <a:r>
              <a:rPr lang="en-US" b="0" i="0" dirty="0">
                <a:solidFill>
                  <a:srgbClr val="D1D5DB"/>
                </a:solidFill>
                <a:effectLst/>
                <a:latin typeface="Söhne"/>
              </a:rPr>
              <a:t> </a:t>
            </a:r>
            <a:r>
              <a:rPr lang="en-US" b="0" i="0" dirty="0" err="1">
                <a:solidFill>
                  <a:srgbClr val="D1D5DB"/>
                </a:solidFill>
                <a:effectLst/>
                <a:latin typeface="Söhne"/>
              </a:rPr>
              <a:t>generalizeze</a:t>
            </a:r>
            <a:r>
              <a:rPr lang="en-US" b="0" i="0" dirty="0">
                <a:solidFill>
                  <a:srgbClr val="D1D5DB"/>
                </a:solidFill>
                <a:effectLst/>
                <a:latin typeface="Söhne"/>
              </a:rPr>
              <a:t> din </a:t>
            </a:r>
            <a:r>
              <a:rPr lang="en-US" b="0" i="0" dirty="0" err="1">
                <a:solidFill>
                  <a:srgbClr val="D1D5DB"/>
                </a:solidFill>
                <a:effectLst/>
                <a:latin typeface="Söhne"/>
              </a:rPr>
              <a:t>ce</a:t>
            </a:r>
            <a:r>
              <a:rPr lang="en-US" b="0" i="0" dirty="0">
                <a:solidFill>
                  <a:srgbClr val="D1D5DB"/>
                </a:solidFill>
                <a:effectLst/>
                <a:latin typeface="Söhne"/>
              </a:rPr>
              <a:t> in </a:t>
            </a:r>
            <a:r>
              <a:rPr lang="en-US" b="0" i="0" dirty="0" err="1">
                <a:solidFill>
                  <a:srgbClr val="D1D5DB"/>
                </a:solidFill>
                <a:effectLst/>
                <a:latin typeface="Söhne"/>
              </a:rPr>
              <a:t>ce</a:t>
            </a:r>
            <a:r>
              <a:rPr lang="en-US" b="0" i="0" dirty="0">
                <a:solidFill>
                  <a:srgbClr val="D1D5DB"/>
                </a:solidFill>
                <a:effectLst/>
                <a:latin typeface="Söhne"/>
              </a:rPr>
              <a:t> </a:t>
            </a:r>
            <a:r>
              <a:rPr lang="en-US" b="0" i="0" dirty="0" err="1">
                <a:solidFill>
                  <a:srgbClr val="D1D5DB"/>
                </a:solidFill>
                <a:effectLst/>
                <a:latin typeface="Söhne"/>
              </a:rPr>
              <a:t>mai</a:t>
            </a:r>
            <a:r>
              <a:rPr lang="en-US" b="0" i="0" dirty="0">
                <a:solidFill>
                  <a:srgbClr val="D1D5DB"/>
                </a:solidFill>
                <a:effectLst/>
                <a:latin typeface="Söhne"/>
              </a:rPr>
              <a:t> bine </a:t>
            </a:r>
            <a:endParaRPr lang="en-US" dirty="0"/>
          </a:p>
          <a:p>
            <a:endParaRPr lang="ro-RO" dirty="0"/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o-RO" dirty="0"/>
              <a:t>In mijloc este reprezentarea matricei de confuzie ce are pe diagonala principala </a:t>
            </a:r>
            <a:r>
              <a:rPr lang="ro-RO" dirty="0" err="1"/>
              <a:t>numarul</a:t>
            </a:r>
            <a:r>
              <a:rPr lang="ro-RO" dirty="0"/>
              <a:t> de </a:t>
            </a:r>
            <a:r>
              <a:rPr lang="ro-RO" dirty="0" err="1"/>
              <a:t>clasificari</a:t>
            </a:r>
            <a:r>
              <a:rPr lang="ro-RO" dirty="0"/>
              <a:t> corecte pentru fiecare categorie.</a:t>
            </a:r>
          </a:p>
        </p:txBody>
      </p:sp>
    </p:spTree>
    <p:extLst>
      <p:ext uri="{BB962C8B-B14F-4D97-AF65-F5344CB8AC3E}">
        <p14:creationId xmlns:p14="http://schemas.microsoft.com/office/powerpoint/2010/main" val="78871885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r>
              <a:rPr lang="en-US" dirty="0" err="1"/>
              <a:t>Odata</a:t>
            </a:r>
            <a:r>
              <a:rPr lang="en-US" dirty="0"/>
              <a:t> </a:t>
            </a:r>
            <a:r>
              <a:rPr lang="en-US" dirty="0" err="1"/>
              <a:t>ce</a:t>
            </a:r>
            <a:r>
              <a:rPr lang="en-US" dirty="0"/>
              <a:t> </a:t>
            </a:r>
            <a:r>
              <a:rPr lang="en-US" dirty="0" err="1"/>
              <a:t>stirile</a:t>
            </a:r>
            <a:r>
              <a:rPr lang="en-US" dirty="0"/>
              <a:t> de pe Google News au </a:t>
            </a:r>
            <a:r>
              <a:rPr lang="en-US" dirty="0" err="1"/>
              <a:t>fost</a:t>
            </a:r>
            <a:r>
              <a:rPr lang="en-US" dirty="0"/>
              <a:t> </a:t>
            </a:r>
            <a:r>
              <a:rPr lang="en-US" dirty="0" err="1"/>
              <a:t>extrase</a:t>
            </a:r>
            <a:r>
              <a:rPr lang="en-US" dirty="0"/>
              <a:t>, se </a:t>
            </a:r>
            <a:r>
              <a:rPr lang="en-US" dirty="0" err="1"/>
              <a:t>vor</a:t>
            </a:r>
            <a:r>
              <a:rPr lang="en-US" dirty="0"/>
              <a:t> </a:t>
            </a:r>
            <a:r>
              <a:rPr lang="en-US" dirty="0" err="1"/>
              <a:t>clasifica</a:t>
            </a:r>
            <a:r>
              <a:rPr lang="en-US" dirty="0"/>
              <a:t> </a:t>
            </a:r>
            <a:r>
              <a:rPr lang="en-US" dirty="0" err="1"/>
              <a:t>folosind</a:t>
            </a:r>
            <a:r>
              <a:rPr lang="en-US" dirty="0"/>
              <a:t> </a:t>
            </a:r>
            <a:r>
              <a:rPr lang="en-US" dirty="0" err="1"/>
              <a:t>modelul</a:t>
            </a:r>
            <a:r>
              <a:rPr lang="en-US" dirty="0"/>
              <a:t> </a:t>
            </a:r>
            <a:r>
              <a:rPr lang="en-US" dirty="0" err="1"/>
              <a:t>prezentat</a:t>
            </a:r>
            <a:r>
              <a:rPr lang="en-US" dirty="0"/>
              <a:t> anterior</a:t>
            </a:r>
          </a:p>
          <a:p>
            <a:r>
              <a:rPr lang="en-US" dirty="0" err="1"/>
              <a:t>Iar</a:t>
            </a:r>
            <a:r>
              <a:rPr lang="en-US" dirty="0"/>
              <a:t> pe </a:t>
            </a:r>
            <a:r>
              <a:rPr lang="en-US" dirty="0" err="1"/>
              <a:t>baza</a:t>
            </a:r>
            <a:r>
              <a:rPr lang="en-US" dirty="0"/>
              <a:t> </a:t>
            </a:r>
            <a:r>
              <a:rPr lang="en-US" dirty="0" err="1"/>
              <a:t>numarului</a:t>
            </a:r>
            <a:r>
              <a:rPr lang="en-US" dirty="0"/>
              <a:t> de </a:t>
            </a:r>
            <a:r>
              <a:rPr lang="en-US" dirty="0" err="1"/>
              <a:t>stiri</a:t>
            </a:r>
            <a:r>
              <a:rPr lang="en-US" dirty="0"/>
              <a:t> din </a:t>
            </a:r>
            <a:r>
              <a:rPr lang="en-US" dirty="0" err="1"/>
              <a:t>fiecare</a:t>
            </a:r>
            <a:r>
              <a:rPr lang="en-US" dirty="0"/>
              <a:t> </a:t>
            </a:r>
            <a:r>
              <a:rPr lang="en-US" dirty="0" err="1"/>
              <a:t>categorie</a:t>
            </a:r>
            <a:r>
              <a:rPr lang="en-US" dirty="0"/>
              <a:t> se </a:t>
            </a:r>
            <a:r>
              <a:rPr lang="en-US" dirty="0" err="1"/>
              <a:t>va</a:t>
            </a:r>
            <a:r>
              <a:rPr lang="en-US" dirty="0"/>
              <a:t> </a:t>
            </a:r>
            <a:r>
              <a:rPr lang="en-US" dirty="0" err="1"/>
              <a:t>calcula</a:t>
            </a:r>
            <a:r>
              <a:rPr lang="en-US" dirty="0"/>
              <a:t> un </a:t>
            </a:r>
            <a:r>
              <a:rPr lang="en-US" dirty="0" err="1"/>
              <a:t>scor</a:t>
            </a:r>
            <a:r>
              <a:rPr lang="en-US" dirty="0"/>
              <a:t> cu </a:t>
            </a:r>
            <a:r>
              <a:rPr lang="en-US" dirty="0" err="1"/>
              <a:t>ajutorul</a:t>
            </a:r>
            <a:r>
              <a:rPr lang="en-US" dirty="0"/>
              <a:t> </a:t>
            </a:r>
            <a:r>
              <a:rPr lang="en-US" dirty="0" err="1"/>
              <a:t>acestei</a:t>
            </a:r>
            <a:r>
              <a:rPr lang="en-US" dirty="0"/>
              <a:t> </a:t>
            </a:r>
            <a:r>
              <a:rPr lang="en-US" dirty="0" err="1"/>
              <a:t>formule</a:t>
            </a:r>
            <a:r>
              <a:rPr lang="en-US" dirty="0"/>
              <a:t>.</a:t>
            </a:r>
            <a:br>
              <a:rPr lang="en-US" dirty="0"/>
            </a:br>
            <a:br>
              <a:rPr lang="en-US" dirty="0"/>
            </a:br>
            <a:r>
              <a:rPr lang="en-US" dirty="0" err="1"/>
              <a:t>Practic</a:t>
            </a:r>
            <a:r>
              <a:rPr lang="en-US" dirty="0"/>
              <a:t> se </a:t>
            </a:r>
            <a:r>
              <a:rPr lang="en-US" dirty="0" err="1"/>
              <a:t>aduna</a:t>
            </a:r>
            <a:r>
              <a:rPr lang="en-US" dirty="0"/>
              <a:t> </a:t>
            </a:r>
            <a:r>
              <a:rPr lang="en-US" dirty="0" err="1"/>
              <a:t>numarul</a:t>
            </a:r>
            <a:r>
              <a:rPr lang="en-US" dirty="0"/>
              <a:t> de </a:t>
            </a:r>
            <a:r>
              <a:rPr lang="en-US" dirty="0" err="1"/>
              <a:t>stiri</a:t>
            </a:r>
            <a:r>
              <a:rPr lang="en-US" dirty="0"/>
              <a:t> din </a:t>
            </a:r>
            <a:r>
              <a:rPr lang="en-US" dirty="0" err="1"/>
              <a:t>fiecare</a:t>
            </a:r>
            <a:r>
              <a:rPr lang="en-US" dirty="0"/>
              <a:t> </a:t>
            </a:r>
            <a:r>
              <a:rPr lang="en-US" dirty="0" err="1"/>
              <a:t>clasa</a:t>
            </a:r>
            <a:r>
              <a:rPr lang="en-US" dirty="0"/>
              <a:t> cu </a:t>
            </a:r>
            <a:r>
              <a:rPr lang="en-US" dirty="0" err="1"/>
              <a:t>ponderile</a:t>
            </a:r>
            <a:r>
              <a:rPr lang="en-US" dirty="0"/>
              <a:t> -1, 0.1 </a:t>
            </a:r>
            <a:r>
              <a:rPr lang="en-US" dirty="0" err="1"/>
              <a:t>si</a:t>
            </a:r>
            <a:r>
              <a:rPr lang="en-US" dirty="0"/>
              <a:t> 1. </a:t>
            </a:r>
            <a:br>
              <a:rPr lang="en-US" dirty="0"/>
            </a:br>
            <a:r>
              <a:rPr lang="en-US" dirty="0"/>
              <a:t>In mod evident </a:t>
            </a:r>
            <a:r>
              <a:rPr lang="en-US" dirty="0" err="1"/>
              <a:t>stirile</a:t>
            </a:r>
            <a:r>
              <a:rPr lang="en-US" dirty="0"/>
              <a:t> negative </a:t>
            </a:r>
            <a:r>
              <a:rPr lang="en-US" dirty="0" err="1"/>
              <a:t>scad</a:t>
            </a:r>
            <a:r>
              <a:rPr lang="en-US" dirty="0"/>
              <a:t> </a:t>
            </a:r>
            <a:r>
              <a:rPr lang="en-US" dirty="0" err="1"/>
              <a:t>valoarea</a:t>
            </a:r>
            <a:r>
              <a:rPr lang="en-US" dirty="0"/>
              <a:t> </a:t>
            </a:r>
            <a:r>
              <a:rPr lang="en-US" dirty="0" err="1"/>
              <a:t>acestui</a:t>
            </a:r>
            <a:r>
              <a:rPr lang="en-US" dirty="0"/>
              <a:t> </a:t>
            </a:r>
            <a:r>
              <a:rPr lang="en-US" dirty="0" err="1"/>
              <a:t>scor</a:t>
            </a:r>
            <a:r>
              <a:rPr lang="en-US" dirty="0"/>
              <a:t> </a:t>
            </a:r>
            <a:r>
              <a:rPr lang="en-US" dirty="0" err="1"/>
              <a:t>iar</a:t>
            </a:r>
            <a:r>
              <a:rPr lang="en-US" dirty="0"/>
              <a:t> </a:t>
            </a:r>
            <a:r>
              <a:rPr lang="en-US" dirty="0" err="1"/>
              <a:t>cele</a:t>
            </a:r>
            <a:r>
              <a:rPr lang="en-US" dirty="0"/>
              <a:t> </a:t>
            </a:r>
            <a:r>
              <a:rPr lang="en-US" dirty="0" err="1"/>
              <a:t>pozitive</a:t>
            </a:r>
            <a:r>
              <a:rPr lang="en-US" dirty="0"/>
              <a:t> o </a:t>
            </a:r>
            <a:r>
              <a:rPr lang="en-US" dirty="0" err="1"/>
              <a:t>cresc</a:t>
            </a:r>
            <a:r>
              <a:rPr lang="en-US" dirty="0"/>
              <a:t>, in </a:t>
            </a:r>
            <a:r>
              <a:rPr lang="en-US" dirty="0" err="1"/>
              <a:t>timp</a:t>
            </a:r>
            <a:r>
              <a:rPr lang="en-US" dirty="0"/>
              <a:t> </a:t>
            </a:r>
            <a:r>
              <a:rPr lang="en-US" dirty="0" err="1"/>
              <a:t>ce</a:t>
            </a:r>
            <a:r>
              <a:rPr lang="en-US" dirty="0"/>
              <a:t> </a:t>
            </a:r>
            <a:r>
              <a:rPr lang="en-US" dirty="0" err="1"/>
              <a:t>stirile</a:t>
            </a:r>
            <a:r>
              <a:rPr lang="en-US" dirty="0"/>
              <a:t> </a:t>
            </a:r>
            <a:r>
              <a:rPr lang="en-US" dirty="0" err="1"/>
              <a:t>neutre</a:t>
            </a:r>
            <a:r>
              <a:rPr lang="en-US" dirty="0"/>
              <a:t> nu au un </a:t>
            </a:r>
            <a:r>
              <a:rPr lang="en-US" dirty="0" err="1"/>
              <a:t>efect</a:t>
            </a:r>
            <a:r>
              <a:rPr lang="en-US" dirty="0"/>
              <a:t> </a:t>
            </a:r>
            <a:r>
              <a:rPr lang="en-US" dirty="0" err="1"/>
              <a:t>prea</a:t>
            </a:r>
            <a:r>
              <a:rPr lang="en-US" dirty="0"/>
              <a:t> </a:t>
            </a:r>
            <a:r>
              <a:rPr lang="en-US" dirty="0" err="1"/>
              <a:t>semnificativ</a:t>
            </a:r>
            <a:r>
              <a:rPr lang="en-US" dirty="0"/>
              <a:t>. </a:t>
            </a:r>
          </a:p>
          <a:p>
            <a:endParaRPr lang="en-US" dirty="0"/>
          </a:p>
          <a:p>
            <a:r>
              <a:rPr lang="en-US" dirty="0" err="1"/>
              <a:t>Astfel</a:t>
            </a:r>
            <a:r>
              <a:rPr lang="en-US" dirty="0"/>
              <a:t> </a:t>
            </a:r>
            <a:r>
              <a:rPr lang="en-US" dirty="0" err="1"/>
              <a:t>daca</a:t>
            </a:r>
            <a:r>
              <a:rPr lang="en-US" dirty="0"/>
              <a:t>, </a:t>
            </a:r>
            <a:r>
              <a:rPr lang="en-US" dirty="0" err="1"/>
              <a:t>valoarea</a:t>
            </a:r>
            <a:r>
              <a:rPr lang="en-US" dirty="0"/>
              <a:t> </a:t>
            </a:r>
            <a:r>
              <a:rPr lang="en-US" dirty="0" err="1"/>
              <a:t>finala</a:t>
            </a:r>
            <a:r>
              <a:rPr lang="en-US" dirty="0"/>
              <a:t> a </a:t>
            </a:r>
            <a:r>
              <a:rPr lang="en-US" dirty="0" err="1"/>
              <a:t>scorului</a:t>
            </a:r>
            <a:r>
              <a:rPr lang="en-US" dirty="0"/>
              <a:t> </a:t>
            </a:r>
            <a:r>
              <a:rPr lang="en-US" dirty="0" err="1"/>
              <a:t>este</a:t>
            </a:r>
            <a:r>
              <a:rPr lang="en-US" dirty="0"/>
              <a:t> </a:t>
            </a:r>
            <a:r>
              <a:rPr lang="en-US" dirty="0" err="1"/>
              <a:t>negativa</a:t>
            </a:r>
            <a:r>
              <a:rPr lang="en-US" dirty="0"/>
              <a:t> </a:t>
            </a:r>
            <a:r>
              <a:rPr lang="en-US" dirty="0" err="1"/>
              <a:t>tendinta</a:t>
            </a:r>
            <a:r>
              <a:rPr lang="en-US" dirty="0"/>
              <a:t> </a:t>
            </a:r>
            <a:r>
              <a:rPr lang="en-US" dirty="0" err="1"/>
              <a:t>prezisa</a:t>
            </a:r>
            <a:r>
              <a:rPr lang="en-US" dirty="0"/>
              <a:t> pentru </a:t>
            </a:r>
            <a:r>
              <a:rPr lang="en-US" dirty="0" err="1"/>
              <a:t>activul</a:t>
            </a:r>
            <a:r>
              <a:rPr lang="en-US" dirty="0"/>
              <a:t> </a:t>
            </a:r>
            <a:r>
              <a:rPr lang="en-US" dirty="0" err="1"/>
              <a:t>financiar</a:t>
            </a:r>
            <a:r>
              <a:rPr lang="en-US" dirty="0"/>
              <a:t> </a:t>
            </a:r>
            <a:r>
              <a:rPr lang="en-US" dirty="0" err="1"/>
              <a:t>respectiv</a:t>
            </a:r>
            <a:r>
              <a:rPr lang="en-US" dirty="0"/>
              <a:t> </a:t>
            </a:r>
            <a:r>
              <a:rPr lang="en-US" dirty="0" err="1"/>
              <a:t>este</a:t>
            </a:r>
            <a:r>
              <a:rPr lang="en-US" dirty="0"/>
              <a:t> de </a:t>
            </a:r>
            <a:r>
              <a:rPr lang="en-US" dirty="0" err="1"/>
              <a:t>scadere</a:t>
            </a:r>
            <a:r>
              <a:rPr lang="en-US" dirty="0"/>
              <a:t>, </a:t>
            </a:r>
          </a:p>
          <a:p>
            <a:r>
              <a:rPr lang="en-US" dirty="0" err="1"/>
              <a:t>Iar</a:t>
            </a:r>
            <a:r>
              <a:rPr lang="en-US" dirty="0"/>
              <a:t> </a:t>
            </a:r>
            <a:r>
              <a:rPr lang="en-US" dirty="0" err="1"/>
              <a:t>daca</a:t>
            </a:r>
            <a:r>
              <a:rPr lang="en-US" dirty="0"/>
              <a:t> </a:t>
            </a:r>
            <a:r>
              <a:rPr lang="en-US" dirty="0" err="1"/>
              <a:t>este</a:t>
            </a:r>
            <a:r>
              <a:rPr lang="en-US" dirty="0"/>
              <a:t> </a:t>
            </a:r>
            <a:r>
              <a:rPr lang="en-US" dirty="0" err="1"/>
              <a:t>pozitiva</a:t>
            </a:r>
            <a:r>
              <a:rPr lang="en-US" dirty="0"/>
              <a:t>, de </a:t>
            </a:r>
            <a:r>
              <a:rPr lang="en-US" dirty="0" err="1"/>
              <a:t>crestere</a:t>
            </a:r>
            <a:r>
              <a:rPr lang="en-US" dirty="0"/>
              <a:t>. </a:t>
            </a:r>
          </a:p>
          <a:p>
            <a:endParaRPr lang="en-US" dirty="0"/>
          </a:p>
          <a:p>
            <a:r>
              <a:rPr lang="en-US" dirty="0"/>
              <a:t>In </a:t>
            </a:r>
            <a:r>
              <a:rPr lang="en-US" dirty="0" err="1"/>
              <a:t>acest</a:t>
            </a:r>
            <a:r>
              <a:rPr lang="en-US" dirty="0"/>
              <a:t> </a:t>
            </a:r>
            <a:r>
              <a:rPr lang="en-US" dirty="0" err="1"/>
              <a:t>tabel</a:t>
            </a:r>
            <a:r>
              <a:rPr lang="en-US" dirty="0"/>
              <a:t> </a:t>
            </a:r>
            <a:r>
              <a:rPr lang="en-US" dirty="0" err="1"/>
              <a:t>putem</a:t>
            </a:r>
            <a:r>
              <a:rPr lang="en-US" dirty="0"/>
              <a:t> </a:t>
            </a:r>
            <a:r>
              <a:rPr lang="en-US" dirty="0" err="1"/>
              <a:t>observa</a:t>
            </a:r>
            <a:r>
              <a:rPr lang="en-US" dirty="0"/>
              <a:t> </a:t>
            </a:r>
            <a:r>
              <a:rPr lang="en-US" dirty="0" err="1"/>
              <a:t>cateva</a:t>
            </a:r>
            <a:r>
              <a:rPr lang="en-US" dirty="0"/>
              <a:t> active </a:t>
            </a:r>
            <a:r>
              <a:rPr lang="en-US" dirty="0" err="1"/>
              <a:t>financiare</a:t>
            </a:r>
            <a:r>
              <a:rPr lang="en-US" dirty="0"/>
              <a:t>, </a:t>
            </a:r>
            <a:r>
              <a:rPr lang="en-US" dirty="0" err="1"/>
              <a:t>numarul</a:t>
            </a:r>
            <a:r>
              <a:rPr lang="en-US" dirty="0"/>
              <a:t> de </a:t>
            </a:r>
            <a:r>
              <a:rPr lang="en-US" dirty="0" err="1"/>
              <a:t>stiri</a:t>
            </a:r>
            <a:r>
              <a:rPr lang="en-US" dirty="0"/>
              <a:t> pentru </a:t>
            </a:r>
            <a:r>
              <a:rPr lang="en-US" dirty="0" err="1"/>
              <a:t>fiecare</a:t>
            </a:r>
            <a:r>
              <a:rPr lang="en-US" dirty="0"/>
              <a:t> </a:t>
            </a:r>
            <a:r>
              <a:rPr lang="en-US" dirty="0" err="1"/>
              <a:t>clasa</a:t>
            </a:r>
            <a:r>
              <a:rPr lang="en-US" dirty="0"/>
              <a:t>, </a:t>
            </a:r>
            <a:r>
              <a:rPr lang="en-US" dirty="0" err="1"/>
              <a:t>scorul</a:t>
            </a:r>
            <a:r>
              <a:rPr lang="en-US" dirty="0"/>
              <a:t>, </a:t>
            </a:r>
            <a:r>
              <a:rPr lang="en-US" dirty="0" err="1"/>
              <a:t>calculat</a:t>
            </a:r>
            <a:r>
              <a:rPr lang="en-US" dirty="0"/>
              <a:t> pe </a:t>
            </a:r>
            <a:r>
              <a:rPr lang="en-US" dirty="0" err="1"/>
              <a:t>baza</a:t>
            </a:r>
            <a:r>
              <a:rPr lang="en-US" dirty="0"/>
              <a:t> </a:t>
            </a:r>
            <a:r>
              <a:rPr lang="en-US" dirty="0" err="1"/>
              <a:t>formulei</a:t>
            </a:r>
            <a:r>
              <a:rPr lang="en-US" dirty="0"/>
              <a:t> de </a:t>
            </a:r>
            <a:r>
              <a:rPr lang="en-US" dirty="0" err="1"/>
              <a:t>mai</a:t>
            </a:r>
            <a:r>
              <a:rPr lang="en-US" dirty="0"/>
              <a:t> sus, data </a:t>
            </a:r>
            <a:r>
              <a:rPr lang="en-US" dirty="0" err="1"/>
              <a:t>extragerii</a:t>
            </a:r>
            <a:r>
              <a:rPr lang="en-US" dirty="0"/>
              <a:t> </a:t>
            </a:r>
            <a:r>
              <a:rPr lang="en-US" dirty="0" err="1"/>
              <a:t>stirilor</a:t>
            </a:r>
            <a:r>
              <a:rPr lang="en-US" dirty="0"/>
              <a:t> </a:t>
            </a:r>
            <a:r>
              <a:rPr lang="en-US" dirty="0" err="1"/>
              <a:t>si</a:t>
            </a:r>
            <a:r>
              <a:rPr lang="en-US" dirty="0"/>
              <a:t> </a:t>
            </a:r>
            <a:r>
              <a:rPr lang="en-US" dirty="0" err="1"/>
              <a:t>predictia</a:t>
            </a:r>
            <a:r>
              <a:rPr lang="en-US" dirty="0"/>
              <a:t> </a:t>
            </a:r>
            <a:r>
              <a:rPr lang="en-US" dirty="0" err="1"/>
              <a:t>pretului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090289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r>
              <a:rPr lang="ro-RO" dirty="0"/>
              <a:t>Astfel, a fost integrat cu succes modelul de </a:t>
            </a:r>
            <a:r>
              <a:rPr lang="ro-RO" dirty="0" err="1"/>
              <a:t>invatare</a:t>
            </a:r>
            <a:r>
              <a:rPr lang="ro-RO" dirty="0"/>
              <a:t> automata pentru</a:t>
            </a:r>
          </a:p>
          <a:p>
            <a:r>
              <a:rPr lang="ro-RO" dirty="0"/>
              <a:t>Clasificarea </a:t>
            </a:r>
            <a:r>
              <a:rPr lang="ro-RO" dirty="0" err="1"/>
              <a:t>stirilor</a:t>
            </a:r>
            <a:r>
              <a:rPr lang="ro-RO" dirty="0"/>
              <a:t> economice in </a:t>
            </a:r>
            <a:r>
              <a:rPr lang="ro-RO" dirty="0" err="1"/>
              <a:t>aplicatia</a:t>
            </a:r>
            <a:r>
              <a:rPr lang="ro-RO" dirty="0"/>
              <a:t> web </a:t>
            </a:r>
            <a:r>
              <a:rPr lang="ro-RO" dirty="0" err="1"/>
              <a:t>Twinvest</a:t>
            </a:r>
            <a:r>
              <a:rPr lang="ro-RO" dirty="0"/>
              <a:t>, </a:t>
            </a:r>
          </a:p>
          <a:p>
            <a:endParaRPr lang="ro-RO" dirty="0"/>
          </a:p>
          <a:p>
            <a:r>
              <a:rPr lang="ro-RO" dirty="0"/>
              <a:t>Ce dispune de conținut personalizat bazat pe </a:t>
            </a:r>
            <a:r>
              <a:rPr lang="ro-RO" dirty="0" err="1"/>
              <a:t>preferintele</a:t>
            </a:r>
            <a:r>
              <a:rPr lang="ro-RO" dirty="0"/>
              <a:t> utilizatorilor in materie de active financiare</a:t>
            </a:r>
          </a:p>
          <a:p>
            <a:endParaRPr lang="ro-RO" dirty="0"/>
          </a:p>
          <a:p>
            <a:r>
              <a:rPr lang="ro-RO" dirty="0"/>
              <a:t>Dar si de analiza bugetului personal si a </a:t>
            </a:r>
            <a:r>
              <a:rPr lang="ro-RO" dirty="0" err="1"/>
              <a:t>evolutiei</a:t>
            </a:r>
            <a:r>
              <a:rPr lang="ro-RO" dirty="0"/>
              <a:t> </a:t>
            </a:r>
            <a:r>
              <a:rPr lang="ro-RO" dirty="0" err="1"/>
              <a:t>pietei</a:t>
            </a:r>
            <a:r>
              <a:rPr lang="ro-RO" dirty="0"/>
              <a:t> financiare in scopul </a:t>
            </a:r>
            <a:r>
              <a:rPr lang="ro-RO" dirty="0" err="1"/>
              <a:t>investitiilor</a:t>
            </a:r>
            <a:r>
              <a:rPr lang="ro-RO" dirty="0"/>
              <a:t>.</a:t>
            </a:r>
          </a:p>
          <a:p>
            <a:endParaRPr lang="ro-RO" dirty="0"/>
          </a:p>
          <a:p>
            <a:r>
              <a:rPr lang="ro-RO" dirty="0" err="1"/>
              <a:t>Dezvoltarile</a:t>
            </a:r>
            <a:r>
              <a:rPr lang="ro-RO" dirty="0"/>
              <a:t> ulterioare ale aplicatiei constau in </a:t>
            </a:r>
            <a:r>
              <a:rPr lang="ro-RO" dirty="0" err="1"/>
              <a:t>cresterea</a:t>
            </a:r>
            <a:r>
              <a:rPr lang="ro-RO" dirty="0"/>
              <a:t> </a:t>
            </a:r>
            <a:r>
              <a:rPr lang="ro-RO" dirty="0" err="1"/>
              <a:t>acuratetii</a:t>
            </a:r>
            <a:r>
              <a:rPr lang="ro-RO" dirty="0"/>
              <a:t> modelului de clasificare</a:t>
            </a:r>
          </a:p>
          <a:p>
            <a:r>
              <a:rPr lang="ro-RO" dirty="0"/>
              <a:t>prin utilizarea unui set de antrenare mai complex sau prin </a:t>
            </a:r>
          </a:p>
          <a:p>
            <a:r>
              <a:rPr lang="en-US" dirty="0" err="1"/>
              <a:t>integrarea</a:t>
            </a:r>
            <a:r>
              <a:rPr lang="en-US" dirty="0"/>
              <a:t> </a:t>
            </a:r>
            <a:r>
              <a:rPr lang="en-US" dirty="0" err="1"/>
              <a:t>unui</a:t>
            </a:r>
            <a:r>
              <a:rPr lang="en-US" dirty="0"/>
              <a:t> </a:t>
            </a:r>
            <a:r>
              <a:rPr lang="en-US" dirty="0" err="1"/>
              <a:t>mecanism</a:t>
            </a:r>
            <a:r>
              <a:rPr lang="en-US" dirty="0"/>
              <a:t> de </a:t>
            </a:r>
            <a:r>
              <a:rPr lang="en-US" dirty="0" err="1"/>
              <a:t>verificare</a:t>
            </a:r>
            <a:r>
              <a:rPr lang="en-US" dirty="0"/>
              <a:t> </a:t>
            </a:r>
            <a:r>
              <a:rPr lang="en-US" dirty="0" err="1"/>
              <a:t>și</a:t>
            </a:r>
            <a:r>
              <a:rPr lang="en-US" dirty="0"/>
              <a:t> </a:t>
            </a:r>
            <a:r>
              <a:rPr lang="en-US" dirty="0" err="1"/>
              <a:t>validare</a:t>
            </a:r>
            <a:r>
              <a:rPr lang="en-US" dirty="0"/>
              <a:t> a </a:t>
            </a:r>
            <a:r>
              <a:rPr lang="en-US" dirty="0" err="1"/>
              <a:t>surselor</a:t>
            </a:r>
            <a:r>
              <a:rPr lang="ro-RO" dirty="0"/>
              <a:t> de unde au fost preluate </a:t>
            </a:r>
            <a:r>
              <a:rPr lang="ro-RO" dirty="0" err="1"/>
              <a:t>stirile</a:t>
            </a:r>
            <a:r>
              <a:rPr lang="ro-RO" dirty="0"/>
              <a:t>.</a:t>
            </a:r>
          </a:p>
          <a:p>
            <a:endParaRPr lang="ro-RO" dirty="0"/>
          </a:p>
          <a:p>
            <a:endParaRPr lang="ro-RO" dirty="0"/>
          </a:p>
        </p:txBody>
      </p:sp>
    </p:spTree>
    <p:extLst>
      <p:ext uri="{BB962C8B-B14F-4D97-AF65-F5344CB8AC3E}">
        <p14:creationId xmlns:p14="http://schemas.microsoft.com/office/powerpoint/2010/main" val="29187684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svg"/><Relationship Id="rId4" Type="http://schemas.openxmlformats.org/officeDocument/2006/relationships/image" Target="../media/image3.png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svg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CED812-4EF6-45BE-AB46-492D6D0B849C}" type="datetimeFigureOut">
              <a:rPr lang="en-US" smtClean="0"/>
              <a:t>12/6/2023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8535F1-4E76-4DA1-A96F-595CD88F9842}" type="slidenum">
              <a:rPr lang="en-US" smtClean="0"/>
              <a:t>‹#›</a:t>
            </a:fld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F421DA03-8BCD-3227-FF0D-99488AA45411}"/>
              </a:ext>
            </a:extLst>
          </p:cNvPr>
          <p:cNvSpPr/>
          <p:nvPr userDrawn="1"/>
        </p:nvSpPr>
        <p:spPr>
          <a:xfrm>
            <a:off x="1600201" y="1153228"/>
            <a:ext cx="9191625" cy="5704772"/>
          </a:xfrm>
          <a:custGeom>
            <a:avLst/>
            <a:gdLst>
              <a:gd name="connsiteX0" fmla="*/ 4595813 w 9191625"/>
              <a:gd name="connsiteY0" fmla="*/ 0 h 5704772"/>
              <a:gd name="connsiteX1" fmla="*/ 9191625 w 9191625"/>
              <a:gd name="connsiteY1" fmla="*/ 4592108 h 5704772"/>
              <a:gd name="connsiteX2" fmla="*/ 9191625 w 9191625"/>
              <a:gd name="connsiteY2" fmla="*/ 5704772 h 5704772"/>
              <a:gd name="connsiteX3" fmla="*/ 0 w 9191625"/>
              <a:gd name="connsiteY3" fmla="*/ 5704772 h 5704772"/>
              <a:gd name="connsiteX4" fmla="*/ 0 w 9191625"/>
              <a:gd name="connsiteY4" fmla="*/ 4592108 h 5704772"/>
              <a:gd name="connsiteX5" fmla="*/ 4595813 w 9191625"/>
              <a:gd name="connsiteY5" fmla="*/ 0 h 57047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9191625" h="5704772">
                <a:moveTo>
                  <a:pt x="4595813" y="0"/>
                </a:moveTo>
                <a:cubicBezTo>
                  <a:pt x="7133987" y="0"/>
                  <a:pt x="9191625" y="2055957"/>
                  <a:pt x="9191625" y="4592108"/>
                </a:cubicBezTo>
                <a:lnTo>
                  <a:pt x="9191625" y="5704772"/>
                </a:lnTo>
                <a:lnTo>
                  <a:pt x="0" y="5704772"/>
                </a:lnTo>
                <a:lnTo>
                  <a:pt x="0" y="4592108"/>
                </a:lnTo>
                <a:cubicBezTo>
                  <a:pt x="0" y="2055957"/>
                  <a:pt x="2057614" y="0"/>
                  <a:pt x="4595813" y="0"/>
                </a:cubicBezTo>
                <a:close/>
              </a:path>
            </a:pathLst>
          </a:custGeom>
          <a:solidFill>
            <a:schemeClr val="accent6"/>
          </a:solidFill>
          <a:ln w="4763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0CE4A788-CE2D-0B35-F5CB-B6630B7C2FCB}"/>
              </a:ext>
            </a:extLst>
          </p:cNvPr>
          <p:cNvSpPr/>
          <p:nvPr userDrawn="1"/>
        </p:nvSpPr>
        <p:spPr>
          <a:xfrm>
            <a:off x="2795588" y="0"/>
            <a:ext cx="6803142" cy="5396474"/>
          </a:xfrm>
          <a:custGeom>
            <a:avLst/>
            <a:gdLst>
              <a:gd name="connsiteX0" fmla="*/ 0 w 6803142"/>
              <a:gd name="connsiteY0" fmla="*/ 0 h 5396474"/>
              <a:gd name="connsiteX1" fmla="*/ 6803142 w 6803142"/>
              <a:gd name="connsiteY1" fmla="*/ 0 h 5396474"/>
              <a:gd name="connsiteX2" fmla="*/ 6803142 w 6803142"/>
              <a:gd name="connsiteY2" fmla="*/ 1997094 h 5396474"/>
              <a:gd name="connsiteX3" fmla="*/ 3401576 w 6803142"/>
              <a:gd name="connsiteY3" fmla="*/ 5396474 h 5396474"/>
              <a:gd name="connsiteX4" fmla="*/ 0 w 6803142"/>
              <a:gd name="connsiteY4" fmla="*/ 1997094 h 53964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03142" h="5396474">
                <a:moveTo>
                  <a:pt x="0" y="0"/>
                </a:moveTo>
                <a:lnTo>
                  <a:pt x="6803142" y="0"/>
                </a:lnTo>
                <a:lnTo>
                  <a:pt x="6803142" y="1997094"/>
                </a:lnTo>
                <a:cubicBezTo>
                  <a:pt x="6803142" y="3874511"/>
                  <a:pt x="5280228" y="5396474"/>
                  <a:pt x="3401576" y="5396474"/>
                </a:cubicBezTo>
                <a:cubicBezTo>
                  <a:pt x="1522938" y="5396474"/>
                  <a:pt x="0" y="3874511"/>
                  <a:pt x="0" y="1997094"/>
                </a:cubicBezTo>
                <a:close/>
              </a:path>
            </a:pathLst>
          </a:custGeom>
          <a:solidFill>
            <a:schemeClr val="bg1">
              <a:alpha val="99000"/>
            </a:schemeClr>
          </a:solidFill>
          <a:ln w="4759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860167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CED812-4EF6-45BE-AB46-492D6D0B849C}" type="datetimeFigureOut">
              <a:rPr lang="en-US" smtClean="0"/>
              <a:t>12/6/2023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47472887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CED812-4EF6-45BE-AB46-492D6D0B849C}" type="datetimeFigureOut">
              <a:rPr lang="en-US" smtClean="0"/>
              <a:t>12/6/2023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8535F1-4E76-4DA1-A96F-595CD88F9842}" type="slidenum">
              <a:rPr lang="en-US" smtClean="0"/>
              <a:t>‹#›</a:t>
            </a:fld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A25B19CE-BBA9-3A5B-A3B8-9D1BFAFFE9D6}"/>
              </a:ext>
            </a:extLst>
          </p:cNvPr>
          <p:cNvSpPr/>
          <p:nvPr userDrawn="1"/>
        </p:nvSpPr>
        <p:spPr>
          <a:xfrm>
            <a:off x="2062836" y="686475"/>
            <a:ext cx="7774629" cy="6193018"/>
          </a:xfrm>
          <a:custGeom>
            <a:avLst/>
            <a:gdLst>
              <a:gd name="connsiteX0" fmla="*/ 3887320 w 7774629"/>
              <a:gd name="connsiteY0" fmla="*/ 0 h 6193018"/>
              <a:gd name="connsiteX1" fmla="*/ 7774629 w 7774629"/>
              <a:gd name="connsiteY1" fmla="*/ 3884811 h 6193018"/>
              <a:gd name="connsiteX2" fmla="*/ 7774629 w 7774629"/>
              <a:gd name="connsiteY2" fmla="*/ 6193018 h 6193018"/>
              <a:gd name="connsiteX3" fmla="*/ 0 w 7774629"/>
              <a:gd name="connsiteY3" fmla="*/ 6193018 h 6193018"/>
              <a:gd name="connsiteX4" fmla="*/ 0 w 7774629"/>
              <a:gd name="connsiteY4" fmla="*/ 3884811 h 6193018"/>
              <a:gd name="connsiteX5" fmla="*/ 3887320 w 7774629"/>
              <a:gd name="connsiteY5" fmla="*/ 0 h 61930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774629" h="6193018">
                <a:moveTo>
                  <a:pt x="3887320" y="0"/>
                </a:moveTo>
                <a:cubicBezTo>
                  <a:pt x="6034243" y="0"/>
                  <a:pt x="7774629" y="1739299"/>
                  <a:pt x="7774629" y="3884811"/>
                </a:cubicBezTo>
                <a:lnTo>
                  <a:pt x="7774629" y="6193018"/>
                </a:lnTo>
                <a:lnTo>
                  <a:pt x="0" y="6193018"/>
                </a:lnTo>
                <a:lnTo>
                  <a:pt x="0" y="3884811"/>
                </a:lnTo>
                <a:cubicBezTo>
                  <a:pt x="0" y="1739299"/>
                  <a:pt x="1740414" y="0"/>
                  <a:pt x="3887320" y="0"/>
                </a:cubicBezTo>
                <a:close/>
              </a:path>
            </a:pathLst>
          </a:custGeom>
          <a:solidFill>
            <a:schemeClr val="accent2">
              <a:lumMod val="20000"/>
              <a:lumOff val="80000"/>
              <a:alpha val="99000"/>
            </a:schemeClr>
          </a:solidFill>
          <a:ln w="5439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5DAE3D73-E91E-51D8-2673-1C0E6ADFDA73}"/>
              </a:ext>
            </a:extLst>
          </p:cNvPr>
          <p:cNvSpPr/>
          <p:nvPr userDrawn="1"/>
        </p:nvSpPr>
        <p:spPr>
          <a:xfrm>
            <a:off x="7610252" y="1"/>
            <a:ext cx="2273668" cy="3147998"/>
          </a:xfrm>
          <a:custGeom>
            <a:avLst/>
            <a:gdLst>
              <a:gd name="connsiteX0" fmla="*/ 183295 w 2273668"/>
              <a:gd name="connsiteY0" fmla="*/ 0 h 3147998"/>
              <a:gd name="connsiteX1" fmla="*/ 2273668 w 2273668"/>
              <a:gd name="connsiteY1" fmla="*/ 0 h 3147998"/>
              <a:gd name="connsiteX2" fmla="*/ 2273668 w 2273668"/>
              <a:gd name="connsiteY2" fmla="*/ 3147998 h 3147998"/>
              <a:gd name="connsiteX3" fmla="*/ 2096300 w 2273668"/>
              <a:gd name="connsiteY3" fmla="*/ 3147998 h 3147998"/>
              <a:gd name="connsiteX4" fmla="*/ 2033714 w 2273668"/>
              <a:gd name="connsiteY4" fmla="*/ 3144814 h 3147998"/>
              <a:gd name="connsiteX5" fmla="*/ 0 w 2273668"/>
              <a:gd name="connsiteY5" fmla="*/ 886966 h 3147998"/>
              <a:gd name="connsiteX6" fmla="*/ 178732 w 2273668"/>
              <a:gd name="connsiteY6" fmla="*/ 9417 h 31479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273668" h="3147998">
                <a:moveTo>
                  <a:pt x="183295" y="0"/>
                </a:moveTo>
                <a:lnTo>
                  <a:pt x="2273668" y="0"/>
                </a:lnTo>
                <a:lnTo>
                  <a:pt x="2273668" y="3147998"/>
                </a:lnTo>
                <a:lnTo>
                  <a:pt x="2096300" y="3147998"/>
                </a:lnTo>
                <a:lnTo>
                  <a:pt x="2033714" y="3144814"/>
                </a:lnTo>
                <a:cubicBezTo>
                  <a:pt x="895944" y="3028420"/>
                  <a:pt x="0" y="2060597"/>
                  <a:pt x="0" y="886966"/>
                </a:cubicBezTo>
                <a:cubicBezTo>
                  <a:pt x="0" y="576250"/>
                  <a:pt x="63712" y="279606"/>
                  <a:pt x="178732" y="9417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9F92390D-FEB7-5A26-72AD-13D1B6E16138}"/>
              </a:ext>
            </a:extLst>
          </p:cNvPr>
          <p:cNvSpPr/>
          <p:nvPr userDrawn="1"/>
        </p:nvSpPr>
        <p:spPr>
          <a:xfrm>
            <a:off x="9883919" y="2"/>
            <a:ext cx="2254928" cy="3141557"/>
          </a:xfrm>
          <a:custGeom>
            <a:avLst/>
            <a:gdLst>
              <a:gd name="connsiteX0" fmla="*/ 0 w 2254928"/>
              <a:gd name="connsiteY0" fmla="*/ 0 h 3141557"/>
              <a:gd name="connsiteX1" fmla="*/ 2080472 w 2254928"/>
              <a:gd name="connsiteY1" fmla="*/ 0 h 3141557"/>
              <a:gd name="connsiteX2" fmla="*/ 2154269 w 2254928"/>
              <a:gd name="connsiteY2" fmla="*/ 202607 h 3141557"/>
              <a:gd name="connsiteX3" fmla="*/ 2254928 w 2254928"/>
              <a:gd name="connsiteY3" fmla="*/ 871976 h 3141557"/>
              <a:gd name="connsiteX4" fmla="*/ 231934 w 2254928"/>
              <a:gd name="connsiteY4" fmla="*/ 3128339 h 3141557"/>
              <a:gd name="connsiteX5" fmla="*/ 19 w 2254928"/>
              <a:gd name="connsiteY5" fmla="*/ 3141557 h 3141557"/>
              <a:gd name="connsiteX6" fmla="*/ 0 w 2254928"/>
              <a:gd name="connsiteY6" fmla="*/ 3141557 h 3141557"/>
              <a:gd name="connsiteX7" fmla="*/ 0 w 2254928"/>
              <a:gd name="connsiteY7" fmla="*/ 2729990 h 3141557"/>
              <a:gd name="connsiteX8" fmla="*/ 0 w 2254928"/>
              <a:gd name="connsiteY8" fmla="*/ 2344136 h 3141557"/>
              <a:gd name="connsiteX9" fmla="*/ 0 w 2254928"/>
              <a:gd name="connsiteY9" fmla="*/ 1983167 h 3141557"/>
              <a:gd name="connsiteX10" fmla="*/ 0 w 2254928"/>
              <a:gd name="connsiteY10" fmla="*/ 1646252 h 3141557"/>
              <a:gd name="connsiteX11" fmla="*/ 0 w 2254928"/>
              <a:gd name="connsiteY11" fmla="*/ 1332565 h 3141557"/>
              <a:gd name="connsiteX12" fmla="*/ 0 w 2254928"/>
              <a:gd name="connsiteY12" fmla="*/ 1041273 h 3141557"/>
              <a:gd name="connsiteX13" fmla="*/ 0 w 2254928"/>
              <a:gd name="connsiteY13" fmla="*/ 771549 h 3141557"/>
              <a:gd name="connsiteX14" fmla="*/ 0 w 2254928"/>
              <a:gd name="connsiteY14" fmla="*/ 522561 h 3141557"/>
              <a:gd name="connsiteX15" fmla="*/ 0 w 2254928"/>
              <a:gd name="connsiteY15" fmla="*/ 293482 h 3141557"/>
              <a:gd name="connsiteX16" fmla="*/ 0 w 2254928"/>
              <a:gd name="connsiteY16" fmla="*/ 83481 h 31415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2254928" h="3141557">
                <a:moveTo>
                  <a:pt x="0" y="0"/>
                </a:moveTo>
                <a:lnTo>
                  <a:pt x="2080472" y="0"/>
                </a:lnTo>
                <a:lnTo>
                  <a:pt x="2154269" y="202607"/>
                </a:lnTo>
                <a:cubicBezTo>
                  <a:pt x="2219730" y="414134"/>
                  <a:pt x="2254928" y="638939"/>
                  <a:pt x="2254928" y="871976"/>
                </a:cubicBezTo>
                <a:cubicBezTo>
                  <a:pt x="2254928" y="2045607"/>
                  <a:pt x="1374977" y="3005515"/>
                  <a:pt x="231934" y="3128339"/>
                </a:cubicBezTo>
                <a:lnTo>
                  <a:pt x="19" y="3141557"/>
                </a:lnTo>
                <a:lnTo>
                  <a:pt x="0" y="3141557"/>
                </a:lnTo>
                <a:lnTo>
                  <a:pt x="0" y="2729990"/>
                </a:lnTo>
                <a:lnTo>
                  <a:pt x="0" y="2344136"/>
                </a:lnTo>
                <a:lnTo>
                  <a:pt x="0" y="1983167"/>
                </a:lnTo>
                <a:lnTo>
                  <a:pt x="0" y="1646252"/>
                </a:lnTo>
                <a:lnTo>
                  <a:pt x="0" y="1332565"/>
                </a:lnTo>
                <a:lnTo>
                  <a:pt x="0" y="1041273"/>
                </a:lnTo>
                <a:lnTo>
                  <a:pt x="0" y="771549"/>
                </a:lnTo>
                <a:lnTo>
                  <a:pt x="0" y="522561"/>
                </a:lnTo>
                <a:lnTo>
                  <a:pt x="0" y="293482"/>
                </a:lnTo>
                <a:lnTo>
                  <a:pt x="0" y="83481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B3077CB7-2023-77F8-72CA-0E13EFF9AB99}"/>
              </a:ext>
            </a:extLst>
          </p:cNvPr>
          <p:cNvSpPr/>
          <p:nvPr userDrawn="1"/>
        </p:nvSpPr>
        <p:spPr>
          <a:xfrm>
            <a:off x="8395730" y="2"/>
            <a:ext cx="2959203" cy="2352793"/>
          </a:xfrm>
          <a:custGeom>
            <a:avLst/>
            <a:gdLst>
              <a:gd name="connsiteX0" fmla="*/ 289830 w 2959203"/>
              <a:gd name="connsiteY0" fmla="*/ 0 h 2352793"/>
              <a:gd name="connsiteX1" fmla="*/ 2669374 w 2959203"/>
              <a:gd name="connsiteY1" fmla="*/ 0 h 2352793"/>
              <a:gd name="connsiteX2" fmla="*/ 2706511 w 2959203"/>
              <a:gd name="connsiteY2" fmla="*/ 49584 h 2352793"/>
              <a:gd name="connsiteX3" fmla="*/ 2951565 w 2959203"/>
              <a:gd name="connsiteY3" fmla="*/ 724493 h 2352793"/>
              <a:gd name="connsiteX4" fmla="*/ 2959203 w 2959203"/>
              <a:gd name="connsiteY4" fmla="*/ 875514 h 2352793"/>
              <a:gd name="connsiteX5" fmla="*/ 2959203 w 2959203"/>
              <a:gd name="connsiteY5" fmla="*/ 875554 h 2352793"/>
              <a:gd name="connsiteX6" fmla="*/ 2951565 w 2959203"/>
              <a:gd name="connsiteY6" fmla="*/ 1026575 h 2352793"/>
              <a:gd name="connsiteX7" fmla="*/ 1479602 w 2959203"/>
              <a:gd name="connsiteY7" fmla="*/ 2352793 h 2352793"/>
              <a:gd name="connsiteX8" fmla="*/ 0 w 2959203"/>
              <a:gd name="connsiteY8" fmla="*/ 875534 h 2352793"/>
              <a:gd name="connsiteX9" fmla="*/ 252694 w 2959203"/>
              <a:gd name="connsiteY9" fmla="*/ 49584 h 23527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959203" h="2352793">
                <a:moveTo>
                  <a:pt x="289830" y="0"/>
                </a:moveTo>
                <a:lnTo>
                  <a:pt x="2669374" y="0"/>
                </a:lnTo>
                <a:lnTo>
                  <a:pt x="2706511" y="49584"/>
                </a:lnTo>
                <a:cubicBezTo>
                  <a:pt x="2839459" y="246061"/>
                  <a:pt x="2926309" y="476187"/>
                  <a:pt x="2951565" y="724493"/>
                </a:cubicBezTo>
                <a:lnTo>
                  <a:pt x="2959203" y="875514"/>
                </a:lnTo>
                <a:lnTo>
                  <a:pt x="2959203" y="875554"/>
                </a:lnTo>
                <a:lnTo>
                  <a:pt x="2951565" y="1026575"/>
                </a:lnTo>
                <a:cubicBezTo>
                  <a:pt x="2875795" y="1771492"/>
                  <a:pt x="2245691" y="2352793"/>
                  <a:pt x="1479602" y="2352793"/>
                </a:cubicBezTo>
                <a:cubicBezTo>
                  <a:pt x="662440" y="2352793"/>
                  <a:pt x="0" y="1691401"/>
                  <a:pt x="0" y="875534"/>
                </a:cubicBezTo>
                <a:cubicBezTo>
                  <a:pt x="0" y="569583"/>
                  <a:pt x="93156" y="285356"/>
                  <a:pt x="252694" y="49584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5C82F479-017C-E65D-3260-035F29CC1C0B}"/>
              </a:ext>
            </a:extLst>
          </p:cNvPr>
          <p:cNvSpPr/>
          <p:nvPr userDrawn="1"/>
        </p:nvSpPr>
        <p:spPr>
          <a:xfrm>
            <a:off x="1390854" y="3130662"/>
            <a:ext cx="3106248" cy="3748831"/>
          </a:xfrm>
          <a:custGeom>
            <a:avLst/>
            <a:gdLst>
              <a:gd name="connsiteX0" fmla="*/ 0 w 3106248"/>
              <a:gd name="connsiteY0" fmla="*/ 0 h 3748831"/>
              <a:gd name="connsiteX1" fmla="*/ 3106248 w 3106248"/>
              <a:gd name="connsiteY1" fmla="*/ 3748831 h 3748831"/>
              <a:gd name="connsiteX2" fmla="*/ 0 w 3106248"/>
              <a:gd name="connsiteY2" fmla="*/ 3748831 h 37488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106248" h="3748831">
                <a:moveTo>
                  <a:pt x="0" y="0"/>
                </a:moveTo>
                <a:lnTo>
                  <a:pt x="3106248" y="3748831"/>
                </a:lnTo>
                <a:lnTo>
                  <a:pt x="0" y="3748831"/>
                </a:lnTo>
                <a:close/>
              </a:path>
            </a:pathLst>
          </a:custGeom>
          <a:solidFill>
            <a:schemeClr val="accent2">
              <a:alpha val="99000"/>
            </a:schemeClr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4D06120E-DF54-D656-28AB-247D2223D495}"/>
              </a:ext>
            </a:extLst>
          </p:cNvPr>
          <p:cNvSpPr/>
          <p:nvPr userDrawn="1"/>
        </p:nvSpPr>
        <p:spPr>
          <a:xfrm>
            <a:off x="0" y="3130661"/>
            <a:ext cx="1400640" cy="3748832"/>
          </a:xfrm>
          <a:custGeom>
            <a:avLst/>
            <a:gdLst>
              <a:gd name="connsiteX0" fmla="*/ 1400640 w 1400640"/>
              <a:gd name="connsiteY0" fmla="*/ 0 h 3748832"/>
              <a:gd name="connsiteX1" fmla="*/ 1400640 w 1400640"/>
              <a:gd name="connsiteY1" fmla="*/ 3748832 h 3748832"/>
              <a:gd name="connsiteX2" fmla="*/ 0 w 1400640"/>
              <a:gd name="connsiteY2" fmla="*/ 3748832 h 3748832"/>
              <a:gd name="connsiteX3" fmla="*/ 0 w 1400640"/>
              <a:gd name="connsiteY3" fmla="*/ 1684743 h 3748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400640" h="3748832">
                <a:moveTo>
                  <a:pt x="1400640" y="0"/>
                </a:moveTo>
                <a:lnTo>
                  <a:pt x="1400640" y="3748832"/>
                </a:lnTo>
                <a:lnTo>
                  <a:pt x="0" y="3748832"/>
                </a:lnTo>
                <a:lnTo>
                  <a:pt x="0" y="1684743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952623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CED812-4EF6-45BE-AB46-492D6D0B849C}" type="datetimeFigureOut">
              <a:rPr lang="en-US" smtClean="0"/>
              <a:t>12/6/2023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11812362"/>
      </p:ext>
    </p:extLst>
  </p:cSld>
  <p:clrMapOvr>
    <a:masterClrMapping/>
  </p:clrMapOvr>
  <p:hf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CED812-4EF6-45BE-AB46-492D6D0B849C}" type="datetimeFigureOut">
              <a:rPr lang="en-US" smtClean="0"/>
              <a:t>12/6/2023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0" name="Image 0" descr="preencoded.png">
            <a:extLst>
              <a:ext uri="{FF2B5EF4-FFF2-40B4-BE49-F238E27FC236}">
                <a16:creationId xmlns:a16="http://schemas.microsoft.com/office/drawing/2014/main" id="{A1F65FC4-AE9B-99C4-82AB-37ED52EF5D41}"/>
              </a:ext>
            </a:extLst>
          </p:cNvPr>
          <p:cNvSpPr/>
          <p:nvPr userDrawn="1"/>
        </p:nvSpPr>
        <p:spPr>
          <a:xfrm>
            <a:off x="-5568" y="-2784"/>
            <a:ext cx="3443288" cy="6891337"/>
          </a:xfrm>
          <a:custGeom>
            <a:avLst/>
            <a:gdLst>
              <a:gd name="connsiteX0" fmla="*/ 3443288 w 3443288"/>
              <a:gd name="connsiteY0" fmla="*/ 0 h 6891337"/>
              <a:gd name="connsiteX1" fmla="*/ 0 w 3443288"/>
              <a:gd name="connsiteY1" fmla="*/ 0 h 6891337"/>
              <a:gd name="connsiteX2" fmla="*/ 0 w 3443288"/>
              <a:gd name="connsiteY2" fmla="*/ 6891338 h 6891337"/>
              <a:gd name="connsiteX3" fmla="*/ 3443288 w 3443288"/>
              <a:gd name="connsiteY3" fmla="*/ 6891338 h 6891337"/>
              <a:gd name="connsiteX4" fmla="*/ 3443288 w 3443288"/>
              <a:gd name="connsiteY4" fmla="*/ 0 h 68913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43288" h="6891337">
                <a:moveTo>
                  <a:pt x="3443288" y="0"/>
                </a:moveTo>
                <a:lnTo>
                  <a:pt x="0" y="0"/>
                </a:lnTo>
                <a:lnTo>
                  <a:pt x="0" y="6891338"/>
                </a:lnTo>
                <a:lnTo>
                  <a:pt x="3443288" y="6891338"/>
                </a:lnTo>
                <a:lnTo>
                  <a:pt x="3443288" y="0"/>
                </a:lnTo>
                <a:close/>
              </a:path>
            </a:pathLst>
          </a:custGeom>
          <a:solidFill>
            <a:schemeClr val="accent3"/>
          </a:solidFill>
          <a:ln w="4756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pic>
        <p:nvPicPr>
          <p:cNvPr id="11" name="Image 1" descr="preencoded.png">
            <a:extLst>
              <a:ext uri="{FF2B5EF4-FFF2-40B4-BE49-F238E27FC236}">
                <a16:creationId xmlns:a16="http://schemas.microsoft.com/office/drawing/2014/main" id="{0C6B7152-3E4A-1CAF-FE75-5D96AF00581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703311" y="-2784"/>
            <a:ext cx="1734410" cy="5167313"/>
          </a:xfrm>
          <a:prstGeom prst="rect">
            <a:avLst/>
          </a:prstGeom>
        </p:spPr>
      </p:pic>
      <p:sp>
        <p:nvSpPr>
          <p:cNvPr id="12" name="Image 5" descr="preencoded.png">
            <a:extLst>
              <a:ext uri="{FF2B5EF4-FFF2-40B4-BE49-F238E27FC236}">
                <a16:creationId xmlns:a16="http://schemas.microsoft.com/office/drawing/2014/main" id="{397D4383-5A43-B5AE-DC6F-263F48E4566C}"/>
              </a:ext>
            </a:extLst>
          </p:cNvPr>
          <p:cNvSpPr/>
          <p:nvPr userDrawn="1"/>
        </p:nvSpPr>
        <p:spPr>
          <a:xfrm>
            <a:off x="-5568" y="3440504"/>
            <a:ext cx="3443288" cy="3448050"/>
          </a:xfrm>
          <a:custGeom>
            <a:avLst/>
            <a:gdLst>
              <a:gd name="connsiteX0" fmla="*/ 1721644 w 3443288"/>
              <a:gd name="connsiteY0" fmla="*/ 3448051 h 3448050"/>
              <a:gd name="connsiteX1" fmla="*/ 3443288 w 3443288"/>
              <a:gd name="connsiteY1" fmla="*/ 1724025 h 3448050"/>
              <a:gd name="connsiteX2" fmla="*/ 1721644 w 3443288"/>
              <a:gd name="connsiteY2" fmla="*/ 0 h 3448050"/>
              <a:gd name="connsiteX3" fmla="*/ 0 w 3443288"/>
              <a:gd name="connsiteY3" fmla="*/ 1724025 h 3448050"/>
              <a:gd name="connsiteX4" fmla="*/ 1721644 w 3443288"/>
              <a:gd name="connsiteY4" fmla="*/ 3448051 h 3448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43288" h="3448050">
                <a:moveTo>
                  <a:pt x="1721644" y="3448051"/>
                </a:moveTo>
                <a:cubicBezTo>
                  <a:pt x="2672482" y="3448051"/>
                  <a:pt x="3443288" y="2676178"/>
                  <a:pt x="3443288" y="1724025"/>
                </a:cubicBezTo>
                <a:cubicBezTo>
                  <a:pt x="3443288" y="771873"/>
                  <a:pt x="2672482" y="0"/>
                  <a:pt x="1721644" y="0"/>
                </a:cubicBezTo>
                <a:cubicBezTo>
                  <a:pt x="770806" y="0"/>
                  <a:pt x="0" y="771873"/>
                  <a:pt x="0" y="1724025"/>
                </a:cubicBezTo>
                <a:cubicBezTo>
                  <a:pt x="0" y="2676178"/>
                  <a:pt x="770806" y="3448051"/>
                  <a:pt x="1721644" y="3448051"/>
                </a:cubicBezTo>
                <a:close/>
              </a:path>
            </a:pathLst>
          </a:custGeom>
          <a:solidFill>
            <a:schemeClr val="accent6"/>
          </a:solidFill>
          <a:ln w="4756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pic>
        <p:nvPicPr>
          <p:cNvPr id="13" name="Image 6" descr="preencoded.png">
            <a:extLst>
              <a:ext uri="{FF2B5EF4-FFF2-40B4-BE49-F238E27FC236}">
                <a16:creationId xmlns:a16="http://schemas.microsoft.com/office/drawing/2014/main" id="{7244BC50-4CB5-C687-D80E-389063A64575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1718457" y="3440504"/>
            <a:ext cx="1719263" cy="1724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49926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CED812-4EF6-45BE-AB46-492D6D0B849C}" type="datetimeFigureOut">
              <a:rPr lang="en-US" smtClean="0"/>
              <a:t>12/6/2023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0D45E040-8278-AF56-9B36-956B406B1FE7}"/>
              </a:ext>
            </a:extLst>
          </p:cNvPr>
          <p:cNvSpPr/>
          <p:nvPr userDrawn="1"/>
        </p:nvSpPr>
        <p:spPr>
          <a:xfrm>
            <a:off x="1" y="0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51643B6-BA61-639C-AF6F-3D83BF1D6335}"/>
              </a:ext>
            </a:extLst>
          </p:cNvPr>
          <p:cNvSpPr/>
          <p:nvPr userDrawn="1"/>
        </p:nvSpPr>
        <p:spPr>
          <a:xfrm flipH="1" flipV="1">
            <a:off x="9949173" y="4755034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147410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CED812-4EF6-45BE-AB46-492D6D0B849C}" type="datetimeFigureOut">
              <a:rPr lang="en-US" smtClean="0"/>
              <a:t>12/6/2023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D93BE524-6990-55C9-A26F-0FB3C7768688}"/>
              </a:ext>
            </a:extLst>
          </p:cNvPr>
          <p:cNvSpPr/>
          <p:nvPr userDrawn="1"/>
        </p:nvSpPr>
        <p:spPr>
          <a:xfrm>
            <a:off x="1" y="0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F7B3EF14-E572-187A-E9E9-A6E7252C9965}"/>
              </a:ext>
            </a:extLst>
          </p:cNvPr>
          <p:cNvSpPr/>
          <p:nvPr userDrawn="1"/>
        </p:nvSpPr>
        <p:spPr>
          <a:xfrm flipH="1" flipV="1">
            <a:off x="9949173" y="4755034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528900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CED812-4EF6-45BE-AB46-492D6D0B849C}" type="datetimeFigureOut">
              <a:rPr lang="en-US" smtClean="0"/>
              <a:t>12/6/2023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674F925A-CE10-E4CB-153E-D0AAB52E36D8}"/>
              </a:ext>
            </a:extLst>
          </p:cNvPr>
          <p:cNvSpPr/>
          <p:nvPr userDrawn="1"/>
        </p:nvSpPr>
        <p:spPr>
          <a:xfrm flipH="1" flipV="1">
            <a:off x="9949173" y="4755034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032727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CED812-4EF6-45BE-AB46-492D6D0B849C}" type="datetimeFigureOut">
              <a:rPr lang="en-US" smtClean="0"/>
              <a:t>12/6/2023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529F73BA-3613-9CFE-DFCF-3D81ECDE7A76}"/>
              </a:ext>
            </a:extLst>
          </p:cNvPr>
          <p:cNvSpPr/>
          <p:nvPr userDrawn="1"/>
        </p:nvSpPr>
        <p:spPr>
          <a:xfrm flipH="1" flipV="1">
            <a:off x="9949173" y="4755034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637351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CED812-4EF6-45BE-AB46-492D6D0B849C}" type="datetimeFigureOut">
              <a:rPr lang="en-US" smtClean="0"/>
              <a:t>12/6/2023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42794097"/>
      </p:ext>
    </p:extLst>
  </p:cSld>
  <p:clrMapOvr>
    <a:masterClrMapping/>
  </p:clrMapOvr>
  <p:hf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CED812-4EF6-45BE-AB46-492D6D0B849C}" type="datetimeFigureOut">
              <a:rPr lang="en-US" smtClean="0"/>
              <a:t>12/6/2023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0972703"/>
      </p:ext>
    </p:extLst>
  </p:cSld>
  <p:clrMapOvr>
    <a:masterClrMapping/>
  </p:clrMapOvr>
  <p:hf hd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89120" y="2395728"/>
            <a:ext cx="7013448" cy="1627632"/>
          </a:xfrm>
        </p:spPr>
        <p:txBody>
          <a:bodyPr lIns="0" tIns="0" rIns="0" bIns="0">
            <a:noAutofit/>
          </a:bodyPr>
          <a:lstStyle>
            <a:lvl1pPr algn="l">
              <a:lnSpc>
                <a:spcPct val="100000"/>
              </a:lnSpc>
              <a:defRPr sz="33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7" name="Text Placeholder 54">
            <a:extLst>
              <a:ext uri="{FF2B5EF4-FFF2-40B4-BE49-F238E27FC236}">
                <a16:creationId xmlns:a16="http://schemas.microsoft.com/office/drawing/2014/main" id="{A493C80D-2813-9E70-8901-D4B9EA4DD7E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611880" y="1984248"/>
            <a:ext cx="768096" cy="1627632"/>
          </a:xfrm>
        </p:spPr>
        <p:txBody>
          <a:bodyPr lIns="91440" tIns="45720" rIns="91440" bIns="54864">
            <a:noAutofit/>
          </a:bodyPr>
          <a:lstStyle>
            <a:lvl1pPr marL="0" indent="0">
              <a:buNone/>
              <a:defRPr sz="10000" b="1"/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55" name="Text Placeholder 54">
            <a:extLst>
              <a:ext uri="{FF2B5EF4-FFF2-40B4-BE49-F238E27FC236}">
                <a16:creationId xmlns:a16="http://schemas.microsoft.com/office/drawing/2014/main" id="{A2733C45-7C53-2BC5-3F62-D069650A79C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389120" y="4308475"/>
            <a:ext cx="3932238" cy="588963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24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6" name="Text Placeholder 54">
            <a:extLst>
              <a:ext uri="{FF2B5EF4-FFF2-40B4-BE49-F238E27FC236}">
                <a16:creationId xmlns:a16="http://schemas.microsoft.com/office/drawing/2014/main" id="{B1D62231-87CB-21EC-CF8C-46276AD1F95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500616" y="3209544"/>
            <a:ext cx="768096" cy="1627632"/>
          </a:xfrm>
        </p:spPr>
        <p:txBody>
          <a:bodyPr lIns="91440" tIns="45720" rIns="91440" bIns="54864">
            <a:noAutofit/>
          </a:bodyPr>
          <a:lstStyle>
            <a:lvl1pPr marL="0" indent="0">
              <a:buNone/>
              <a:defRPr sz="10000" b="1"/>
            </a:lvl1pPr>
          </a:lstStyle>
          <a:p>
            <a:pPr lvl="0"/>
            <a:r>
              <a:rPr lang="en-US" dirty="0"/>
              <a:t>”</a:t>
            </a:r>
          </a:p>
        </p:txBody>
      </p:sp>
      <p:sp>
        <p:nvSpPr>
          <p:cNvPr id="32" name="Image 1" descr="preencoded.png">
            <a:extLst>
              <a:ext uri="{FF2B5EF4-FFF2-40B4-BE49-F238E27FC236}">
                <a16:creationId xmlns:a16="http://schemas.microsoft.com/office/drawing/2014/main" id="{2A3EC91E-4089-D366-06D3-3E66F93DFAF3}"/>
              </a:ext>
            </a:extLst>
          </p:cNvPr>
          <p:cNvSpPr/>
          <p:nvPr/>
        </p:nvSpPr>
        <p:spPr>
          <a:xfrm>
            <a:off x="-7117" y="0"/>
            <a:ext cx="2550985" cy="6858000"/>
          </a:xfrm>
          <a:custGeom>
            <a:avLst/>
            <a:gdLst>
              <a:gd name="connsiteX0" fmla="*/ 2550985 w 2550985"/>
              <a:gd name="connsiteY0" fmla="*/ 0 h 6858000"/>
              <a:gd name="connsiteX1" fmla="*/ 0 w 2550985"/>
              <a:gd name="connsiteY1" fmla="*/ 0 h 6858000"/>
              <a:gd name="connsiteX2" fmla="*/ 0 w 2550985"/>
              <a:gd name="connsiteY2" fmla="*/ 6858000 h 6858000"/>
              <a:gd name="connsiteX3" fmla="*/ 2550985 w 2550985"/>
              <a:gd name="connsiteY3" fmla="*/ 6858000 h 6858000"/>
              <a:gd name="connsiteX4" fmla="*/ 2550985 w 2550985"/>
              <a:gd name="connsiteY4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50985" h="6858000">
                <a:moveTo>
                  <a:pt x="2550985" y="0"/>
                </a:moveTo>
                <a:lnTo>
                  <a:pt x="0" y="0"/>
                </a:lnTo>
                <a:lnTo>
                  <a:pt x="0" y="6858000"/>
                </a:lnTo>
                <a:lnTo>
                  <a:pt x="2550985" y="6858000"/>
                </a:lnTo>
                <a:lnTo>
                  <a:pt x="2550985" y="0"/>
                </a:lnTo>
                <a:close/>
              </a:path>
            </a:pathLst>
          </a:custGeom>
          <a:solidFill>
            <a:schemeClr val="accent4"/>
          </a:solidFill>
          <a:ln w="7045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70F595E1-C910-3710-90E9-AF5FFCE05861}"/>
              </a:ext>
            </a:extLst>
          </p:cNvPr>
          <p:cNvSpPr/>
          <p:nvPr userDrawn="1"/>
        </p:nvSpPr>
        <p:spPr>
          <a:xfrm>
            <a:off x="-9415" y="0"/>
            <a:ext cx="2548591" cy="2555628"/>
          </a:xfrm>
          <a:custGeom>
            <a:avLst/>
            <a:gdLst>
              <a:gd name="connsiteX0" fmla="*/ 138643 w 2548591"/>
              <a:gd name="connsiteY0" fmla="*/ 1 h 2555628"/>
              <a:gd name="connsiteX1" fmla="*/ 163874 w 2548591"/>
              <a:gd name="connsiteY1" fmla="*/ 1 h 2555628"/>
              <a:gd name="connsiteX2" fmla="*/ 2548463 w 2548591"/>
              <a:gd name="connsiteY2" fmla="*/ 2391168 h 2555628"/>
              <a:gd name="connsiteX3" fmla="*/ 2548463 w 2548591"/>
              <a:gd name="connsiteY3" fmla="*/ 2416472 h 2555628"/>
              <a:gd name="connsiteX4" fmla="*/ 2548590 w 2548591"/>
              <a:gd name="connsiteY4" fmla="*/ 2416600 h 2555628"/>
              <a:gd name="connsiteX5" fmla="*/ 138643 w 2548591"/>
              <a:gd name="connsiteY5" fmla="*/ 1 h 2555628"/>
              <a:gd name="connsiteX6" fmla="*/ 0 w 2548591"/>
              <a:gd name="connsiteY6" fmla="*/ 1 h 2555628"/>
              <a:gd name="connsiteX7" fmla="*/ 25231 w 2548591"/>
              <a:gd name="connsiteY7" fmla="*/ 1 h 2555628"/>
              <a:gd name="connsiteX8" fmla="*/ 2548591 w 2548591"/>
              <a:gd name="connsiteY8" fmla="*/ 2530324 h 2555628"/>
              <a:gd name="connsiteX9" fmla="*/ 2548591 w 2548591"/>
              <a:gd name="connsiteY9" fmla="*/ 2555628 h 2555628"/>
              <a:gd name="connsiteX10" fmla="*/ 0 w 2548591"/>
              <a:gd name="connsiteY10" fmla="*/ 1 h 2555628"/>
              <a:gd name="connsiteX11" fmla="*/ 277411 w 2548591"/>
              <a:gd name="connsiteY11" fmla="*/ 1 h 2555628"/>
              <a:gd name="connsiteX12" fmla="*/ 302642 w 2548591"/>
              <a:gd name="connsiteY12" fmla="*/ 1 h 2555628"/>
              <a:gd name="connsiteX13" fmla="*/ 2548582 w 2548591"/>
              <a:gd name="connsiteY13" fmla="*/ 2252147 h 2555628"/>
              <a:gd name="connsiteX14" fmla="*/ 2548582 w 2548591"/>
              <a:gd name="connsiteY14" fmla="*/ 2277444 h 2555628"/>
              <a:gd name="connsiteX15" fmla="*/ 277411 w 2548591"/>
              <a:gd name="connsiteY15" fmla="*/ 1 h 2555628"/>
              <a:gd name="connsiteX16" fmla="*/ 416054 w 2548591"/>
              <a:gd name="connsiteY16" fmla="*/ 1 h 2555628"/>
              <a:gd name="connsiteX17" fmla="*/ 441285 w 2548591"/>
              <a:gd name="connsiteY17" fmla="*/ 1 h 2555628"/>
              <a:gd name="connsiteX18" fmla="*/ 2548589 w 2548591"/>
              <a:gd name="connsiteY18" fmla="*/ 2113119 h 2555628"/>
              <a:gd name="connsiteX19" fmla="*/ 2548589 w 2548591"/>
              <a:gd name="connsiteY19" fmla="*/ 2138423 h 2555628"/>
              <a:gd name="connsiteX20" fmla="*/ 416054 w 2548591"/>
              <a:gd name="connsiteY20" fmla="*/ 1 h 2555628"/>
              <a:gd name="connsiteX21" fmla="*/ 554698 w 2548591"/>
              <a:gd name="connsiteY21" fmla="*/ 1 h 2555628"/>
              <a:gd name="connsiteX22" fmla="*/ 579930 w 2548591"/>
              <a:gd name="connsiteY22" fmla="*/ 1 h 2555628"/>
              <a:gd name="connsiteX23" fmla="*/ 2548462 w 2548591"/>
              <a:gd name="connsiteY23" fmla="*/ 1973963 h 2555628"/>
              <a:gd name="connsiteX24" fmla="*/ 2548462 w 2548591"/>
              <a:gd name="connsiteY24" fmla="*/ 1999267 h 2555628"/>
              <a:gd name="connsiteX25" fmla="*/ 2548589 w 2548591"/>
              <a:gd name="connsiteY25" fmla="*/ 1999394 h 2555628"/>
              <a:gd name="connsiteX26" fmla="*/ 554698 w 2548591"/>
              <a:gd name="connsiteY26" fmla="*/ 1 h 2555628"/>
              <a:gd name="connsiteX27" fmla="*/ 693468 w 2548591"/>
              <a:gd name="connsiteY27" fmla="*/ 0 h 2555628"/>
              <a:gd name="connsiteX28" fmla="*/ 718701 w 2548591"/>
              <a:gd name="connsiteY28" fmla="*/ 0 h 2555628"/>
              <a:gd name="connsiteX29" fmla="*/ 2548583 w 2548591"/>
              <a:gd name="connsiteY29" fmla="*/ 1834942 h 2555628"/>
              <a:gd name="connsiteX30" fmla="*/ 2548583 w 2548591"/>
              <a:gd name="connsiteY30" fmla="*/ 1860239 h 2555628"/>
              <a:gd name="connsiteX31" fmla="*/ 693468 w 2548591"/>
              <a:gd name="connsiteY31" fmla="*/ 0 h 2555628"/>
              <a:gd name="connsiteX32" fmla="*/ 832112 w 2548591"/>
              <a:gd name="connsiteY32" fmla="*/ 0 h 2555628"/>
              <a:gd name="connsiteX33" fmla="*/ 857340 w 2548591"/>
              <a:gd name="connsiteY33" fmla="*/ 0 h 2555628"/>
              <a:gd name="connsiteX34" fmla="*/ 2548582 w 2548591"/>
              <a:gd name="connsiteY34" fmla="*/ 1695913 h 2555628"/>
              <a:gd name="connsiteX35" fmla="*/ 2548582 w 2548591"/>
              <a:gd name="connsiteY35" fmla="*/ 1721210 h 2555628"/>
              <a:gd name="connsiteX36" fmla="*/ 832112 w 2548591"/>
              <a:gd name="connsiteY36" fmla="*/ 0 h 2555628"/>
              <a:gd name="connsiteX37" fmla="*/ 970758 w 2548591"/>
              <a:gd name="connsiteY37" fmla="*/ 0 h 2555628"/>
              <a:gd name="connsiteX38" fmla="*/ 995986 w 2548591"/>
              <a:gd name="connsiteY38" fmla="*/ 0 h 2555628"/>
              <a:gd name="connsiteX39" fmla="*/ 2548463 w 2548591"/>
              <a:gd name="connsiteY39" fmla="*/ 1556758 h 2555628"/>
              <a:gd name="connsiteX40" fmla="*/ 2548463 w 2548591"/>
              <a:gd name="connsiteY40" fmla="*/ 1582062 h 2555628"/>
              <a:gd name="connsiteX41" fmla="*/ 2548590 w 2548591"/>
              <a:gd name="connsiteY41" fmla="*/ 1582189 h 2555628"/>
              <a:gd name="connsiteX42" fmla="*/ 970758 w 2548591"/>
              <a:gd name="connsiteY42" fmla="*/ 0 h 2555628"/>
              <a:gd name="connsiteX43" fmla="*/ 1109529 w 2548591"/>
              <a:gd name="connsiteY43" fmla="*/ 0 h 2555628"/>
              <a:gd name="connsiteX44" fmla="*/ 1134764 w 2548591"/>
              <a:gd name="connsiteY44" fmla="*/ 0 h 2555628"/>
              <a:gd name="connsiteX45" fmla="*/ 2548589 w 2548591"/>
              <a:gd name="connsiteY45" fmla="*/ 1417736 h 2555628"/>
              <a:gd name="connsiteX46" fmla="*/ 2548589 w 2548591"/>
              <a:gd name="connsiteY46" fmla="*/ 1443033 h 2555628"/>
              <a:gd name="connsiteX47" fmla="*/ 1109529 w 2548591"/>
              <a:gd name="connsiteY47" fmla="*/ 0 h 2555628"/>
              <a:gd name="connsiteX48" fmla="*/ 1248168 w 2548591"/>
              <a:gd name="connsiteY48" fmla="*/ 0 h 2555628"/>
              <a:gd name="connsiteX49" fmla="*/ 1273396 w 2548591"/>
              <a:gd name="connsiteY49" fmla="*/ 0 h 2555628"/>
              <a:gd name="connsiteX50" fmla="*/ 2548583 w 2548591"/>
              <a:gd name="connsiteY50" fmla="*/ 1278708 h 2555628"/>
              <a:gd name="connsiteX51" fmla="*/ 2548583 w 2548591"/>
              <a:gd name="connsiteY51" fmla="*/ 1304005 h 2555628"/>
              <a:gd name="connsiteX52" fmla="*/ 1248168 w 2548591"/>
              <a:gd name="connsiteY52" fmla="*/ 0 h 2555628"/>
              <a:gd name="connsiteX53" fmla="*/ 1386813 w 2548591"/>
              <a:gd name="connsiteY53" fmla="*/ 0 h 2555628"/>
              <a:gd name="connsiteX54" fmla="*/ 1412041 w 2548591"/>
              <a:gd name="connsiteY54" fmla="*/ 0 h 2555628"/>
              <a:gd name="connsiteX55" fmla="*/ 2548589 w 2548591"/>
              <a:gd name="connsiteY55" fmla="*/ 1139552 h 2555628"/>
              <a:gd name="connsiteX56" fmla="*/ 2548589 w 2548591"/>
              <a:gd name="connsiteY56" fmla="*/ 1164857 h 2555628"/>
              <a:gd name="connsiteX57" fmla="*/ 2548589 w 2548591"/>
              <a:gd name="connsiteY57" fmla="*/ 1164984 h 2555628"/>
              <a:gd name="connsiteX58" fmla="*/ 1386813 w 2548591"/>
              <a:gd name="connsiteY58" fmla="*/ 0 h 2555628"/>
              <a:gd name="connsiteX59" fmla="*/ 1525579 w 2548591"/>
              <a:gd name="connsiteY59" fmla="*/ 0 h 2555628"/>
              <a:gd name="connsiteX60" fmla="*/ 1550814 w 2548591"/>
              <a:gd name="connsiteY60" fmla="*/ 0 h 2555628"/>
              <a:gd name="connsiteX61" fmla="*/ 2548583 w 2548591"/>
              <a:gd name="connsiteY61" fmla="*/ 1000531 h 2555628"/>
              <a:gd name="connsiteX62" fmla="*/ 2548583 w 2548591"/>
              <a:gd name="connsiteY62" fmla="*/ 1025828 h 2555628"/>
              <a:gd name="connsiteX63" fmla="*/ 1525579 w 2548591"/>
              <a:gd name="connsiteY63" fmla="*/ 0 h 2555628"/>
              <a:gd name="connsiteX64" fmla="*/ 1664231 w 2548591"/>
              <a:gd name="connsiteY64" fmla="*/ 0 h 2555628"/>
              <a:gd name="connsiteX65" fmla="*/ 1689459 w 2548591"/>
              <a:gd name="connsiteY65" fmla="*/ 0 h 2555628"/>
              <a:gd name="connsiteX66" fmla="*/ 2548589 w 2548591"/>
              <a:gd name="connsiteY66" fmla="*/ 861503 h 2555628"/>
              <a:gd name="connsiteX67" fmla="*/ 2548589 w 2548591"/>
              <a:gd name="connsiteY67" fmla="*/ 886800 h 2555628"/>
              <a:gd name="connsiteX68" fmla="*/ 1664231 w 2548591"/>
              <a:gd name="connsiteY68" fmla="*/ 0 h 2555628"/>
              <a:gd name="connsiteX69" fmla="*/ 1802870 w 2548591"/>
              <a:gd name="connsiteY69" fmla="*/ 0 h 2555628"/>
              <a:gd name="connsiteX70" fmla="*/ 1828097 w 2548591"/>
              <a:gd name="connsiteY70" fmla="*/ 0 h 2555628"/>
              <a:gd name="connsiteX71" fmla="*/ 2548583 w 2548591"/>
              <a:gd name="connsiteY71" fmla="*/ 722347 h 2555628"/>
              <a:gd name="connsiteX72" fmla="*/ 2548583 w 2548591"/>
              <a:gd name="connsiteY72" fmla="*/ 747651 h 2555628"/>
              <a:gd name="connsiteX73" fmla="*/ 2548583 w 2548591"/>
              <a:gd name="connsiteY73" fmla="*/ 747778 h 2555628"/>
              <a:gd name="connsiteX74" fmla="*/ 1802870 w 2548591"/>
              <a:gd name="connsiteY74" fmla="*/ 0 h 2555628"/>
              <a:gd name="connsiteX75" fmla="*/ 1941642 w 2548591"/>
              <a:gd name="connsiteY75" fmla="*/ 0 h 2555628"/>
              <a:gd name="connsiteX76" fmla="*/ 1966877 w 2548591"/>
              <a:gd name="connsiteY76" fmla="*/ 0 h 2555628"/>
              <a:gd name="connsiteX77" fmla="*/ 2548589 w 2548591"/>
              <a:gd name="connsiteY77" fmla="*/ 583321 h 2555628"/>
              <a:gd name="connsiteX78" fmla="*/ 2548589 w 2548591"/>
              <a:gd name="connsiteY78" fmla="*/ 608622 h 2555628"/>
              <a:gd name="connsiteX79" fmla="*/ 1941642 w 2548591"/>
              <a:gd name="connsiteY79" fmla="*/ 0 h 2555628"/>
              <a:gd name="connsiteX80" fmla="*/ 2080281 w 2548591"/>
              <a:gd name="connsiteY80" fmla="*/ 0 h 2555628"/>
              <a:gd name="connsiteX81" fmla="*/ 2105508 w 2548591"/>
              <a:gd name="connsiteY81" fmla="*/ 0 h 2555628"/>
              <a:gd name="connsiteX82" fmla="*/ 2548582 w 2548591"/>
              <a:gd name="connsiteY82" fmla="*/ 444296 h 2555628"/>
              <a:gd name="connsiteX83" fmla="*/ 2548582 w 2548591"/>
              <a:gd name="connsiteY83" fmla="*/ 469597 h 2555628"/>
              <a:gd name="connsiteX84" fmla="*/ 2080281 w 2548591"/>
              <a:gd name="connsiteY84" fmla="*/ 0 h 2555628"/>
              <a:gd name="connsiteX85" fmla="*/ 2218926 w 2548591"/>
              <a:gd name="connsiteY85" fmla="*/ 0 h 2555628"/>
              <a:gd name="connsiteX86" fmla="*/ 2244153 w 2548591"/>
              <a:gd name="connsiteY86" fmla="*/ 0 h 2555628"/>
              <a:gd name="connsiteX87" fmla="*/ 2548582 w 2548591"/>
              <a:gd name="connsiteY87" fmla="*/ 305270 h 2555628"/>
              <a:gd name="connsiteX88" fmla="*/ 2548582 w 2548591"/>
              <a:gd name="connsiteY88" fmla="*/ 330570 h 2555628"/>
              <a:gd name="connsiteX89" fmla="*/ 2218926 w 2548591"/>
              <a:gd name="connsiteY89" fmla="*/ 0 h 25556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</a:cxnLst>
            <a:rect l="l" t="t" r="r" b="b"/>
            <a:pathLst>
              <a:path w="2548591" h="2555628">
                <a:moveTo>
                  <a:pt x="138643" y="1"/>
                </a:moveTo>
                <a:lnTo>
                  <a:pt x="163874" y="1"/>
                </a:lnTo>
                <a:cubicBezTo>
                  <a:pt x="163874" y="1318576"/>
                  <a:pt x="1233644" y="2391168"/>
                  <a:pt x="2548463" y="2391168"/>
                </a:cubicBezTo>
                <a:lnTo>
                  <a:pt x="2548463" y="2416472"/>
                </a:lnTo>
                <a:lnTo>
                  <a:pt x="2548590" y="2416600"/>
                </a:lnTo>
                <a:cubicBezTo>
                  <a:pt x="1219755" y="2416600"/>
                  <a:pt x="138643" y="1332503"/>
                  <a:pt x="138643" y="1"/>
                </a:cubicBezTo>
                <a:close/>
                <a:moveTo>
                  <a:pt x="0" y="1"/>
                </a:moveTo>
                <a:lnTo>
                  <a:pt x="25231" y="1"/>
                </a:lnTo>
                <a:cubicBezTo>
                  <a:pt x="25231" y="1395244"/>
                  <a:pt x="1157188" y="2530324"/>
                  <a:pt x="2548591" y="2530324"/>
                </a:cubicBezTo>
                <a:lnTo>
                  <a:pt x="2548591" y="2555628"/>
                </a:lnTo>
                <a:cubicBezTo>
                  <a:pt x="1143299" y="2555628"/>
                  <a:pt x="0" y="1409172"/>
                  <a:pt x="0" y="1"/>
                </a:cubicBezTo>
                <a:close/>
                <a:moveTo>
                  <a:pt x="277411" y="1"/>
                </a:moveTo>
                <a:lnTo>
                  <a:pt x="302642" y="1"/>
                </a:lnTo>
                <a:cubicBezTo>
                  <a:pt x="302642" y="1241907"/>
                  <a:pt x="1310229" y="2252147"/>
                  <a:pt x="2548582" y="2252147"/>
                </a:cubicBezTo>
                <a:lnTo>
                  <a:pt x="2548582" y="2277444"/>
                </a:lnTo>
                <a:cubicBezTo>
                  <a:pt x="1296205" y="2277444"/>
                  <a:pt x="277411" y="1255835"/>
                  <a:pt x="277411" y="1"/>
                </a:cubicBezTo>
                <a:close/>
                <a:moveTo>
                  <a:pt x="416054" y="1"/>
                </a:moveTo>
                <a:lnTo>
                  <a:pt x="441285" y="1"/>
                </a:lnTo>
                <a:cubicBezTo>
                  <a:pt x="441285" y="1165111"/>
                  <a:pt x="1386559" y="2113119"/>
                  <a:pt x="2548589" y="2113119"/>
                </a:cubicBezTo>
                <a:lnTo>
                  <a:pt x="2548589" y="2138423"/>
                </a:lnTo>
                <a:cubicBezTo>
                  <a:pt x="1372670" y="2138423"/>
                  <a:pt x="416054" y="1179166"/>
                  <a:pt x="416054" y="1"/>
                </a:cubicBezTo>
                <a:close/>
                <a:moveTo>
                  <a:pt x="554698" y="1"/>
                </a:moveTo>
                <a:lnTo>
                  <a:pt x="579930" y="1"/>
                </a:lnTo>
                <a:cubicBezTo>
                  <a:pt x="579930" y="1088442"/>
                  <a:pt x="1463017" y="1973963"/>
                  <a:pt x="2548462" y="1973963"/>
                </a:cubicBezTo>
                <a:lnTo>
                  <a:pt x="2548462" y="1999267"/>
                </a:lnTo>
                <a:lnTo>
                  <a:pt x="2548589" y="1999394"/>
                </a:lnTo>
                <a:cubicBezTo>
                  <a:pt x="1449127" y="1999394"/>
                  <a:pt x="554698" y="1102497"/>
                  <a:pt x="554698" y="1"/>
                </a:cubicBezTo>
                <a:close/>
                <a:moveTo>
                  <a:pt x="693468" y="0"/>
                </a:moveTo>
                <a:lnTo>
                  <a:pt x="718701" y="0"/>
                </a:lnTo>
                <a:cubicBezTo>
                  <a:pt x="718701" y="1011773"/>
                  <a:pt x="1539602" y="1834942"/>
                  <a:pt x="2548583" y="1834942"/>
                </a:cubicBezTo>
                <a:lnTo>
                  <a:pt x="2548583" y="1860239"/>
                </a:lnTo>
                <a:cubicBezTo>
                  <a:pt x="1525706" y="1860239"/>
                  <a:pt x="693468" y="1025701"/>
                  <a:pt x="693468" y="0"/>
                </a:cubicBezTo>
                <a:close/>
                <a:moveTo>
                  <a:pt x="832112" y="0"/>
                </a:moveTo>
                <a:lnTo>
                  <a:pt x="857340" y="0"/>
                </a:lnTo>
                <a:cubicBezTo>
                  <a:pt x="857340" y="935105"/>
                  <a:pt x="1616059" y="1695913"/>
                  <a:pt x="2548582" y="1695913"/>
                </a:cubicBezTo>
                <a:lnTo>
                  <a:pt x="2548582" y="1721210"/>
                </a:lnTo>
                <a:cubicBezTo>
                  <a:pt x="1602170" y="1721210"/>
                  <a:pt x="832112" y="949032"/>
                  <a:pt x="832112" y="0"/>
                </a:cubicBezTo>
                <a:close/>
                <a:moveTo>
                  <a:pt x="970758" y="0"/>
                </a:moveTo>
                <a:lnTo>
                  <a:pt x="995986" y="0"/>
                </a:lnTo>
                <a:cubicBezTo>
                  <a:pt x="995986" y="858436"/>
                  <a:pt x="1692391" y="1556758"/>
                  <a:pt x="2548463" y="1556758"/>
                </a:cubicBezTo>
                <a:lnTo>
                  <a:pt x="2548463" y="1582062"/>
                </a:lnTo>
                <a:lnTo>
                  <a:pt x="2548590" y="1582189"/>
                </a:lnTo>
                <a:cubicBezTo>
                  <a:pt x="1678628" y="1582189"/>
                  <a:pt x="970758" y="872491"/>
                  <a:pt x="970758" y="0"/>
                </a:cubicBezTo>
                <a:close/>
                <a:moveTo>
                  <a:pt x="1109529" y="0"/>
                </a:moveTo>
                <a:lnTo>
                  <a:pt x="1134764" y="0"/>
                </a:lnTo>
                <a:cubicBezTo>
                  <a:pt x="1134764" y="781767"/>
                  <a:pt x="1768975" y="1417736"/>
                  <a:pt x="2548589" y="1417736"/>
                </a:cubicBezTo>
                <a:lnTo>
                  <a:pt x="2548589" y="1443033"/>
                </a:lnTo>
                <a:cubicBezTo>
                  <a:pt x="1755086" y="1443033"/>
                  <a:pt x="1109529" y="795695"/>
                  <a:pt x="1109529" y="0"/>
                </a:cubicBezTo>
                <a:close/>
                <a:moveTo>
                  <a:pt x="1248168" y="0"/>
                </a:moveTo>
                <a:lnTo>
                  <a:pt x="1273396" y="0"/>
                </a:lnTo>
                <a:cubicBezTo>
                  <a:pt x="1273396" y="705097"/>
                  <a:pt x="1845433" y="1278708"/>
                  <a:pt x="2548583" y="1278708"/>
                </a:cubicBezTo>
                <a:lnTo>
                  <a:pt x="2548583" y="1304005"/>
                </a:lnTo>
                <a:cubicBezTo>
                  <a:pt x="1831537" y="1304005"/>
                  <a:pt x="1248168" y="719026"/>
                  <a:pt x="1248168" y="0"/>
                </a:cubicBezTo>
                <a:close/>
                <a:moveTo>
                  <a:pt x="1386813" y="0"/>
                </a:moveTo>
                <a:lnTo>
                  <a:pt x="1412041" y="0"/>
                </a:lnTo>
                <a:cubicBezTo>
                  <a:pt x="1412041" y="628428"/>
                  <a:pt x="1921890" y="1139552"/>
                  <a:pt x="2548589" y="1139552"/>
                </a:cubicBezTo>
                <a:lnTo>
                  <a:pt x="2548589" y="1164857"/>
                </a:lnTo>
                <a:lnTo>
                  <a:pt x="2548589" y="1164984"/>
                </a:lnTo>
                <a:cubicBezTo>
                  <a:pt x="1908001" y="1164984"/>
                  <a:pt x="1386813" y="642356"/>
                  <a:pt x="1386813" y="0"/>
                </a:cubicBezTo>
                <a:close/>
                <a:moveTo>
                  <a:pt x="1525579" y="0"/>
                </a:moveTo>
                <a:lnTo>
                  <a:pt x="1550814" y="0"/>
                </a:lnTo>
                <a:cubicBezTo>
                  <a:pt x="1550814" y="551759"/>
                  <a:pt x="1998468" y="1000531"/>
                  <a:pt x="2548583" y="1000531"/>
                </a:cubicBezTo>
                <a:lnTo>
                  <a:pt x="2548583" y="1025828"/>
                </a:lnTo>
                <a:cubicBezTo>
                  <a:pt x="1984452" y="1025828"/>
                  <a:pt x="1525579" y="565560"/>
                  <a:pt x="1525579" y="0"/>
                </a:cubicBezTo>
                <a:close/>
                <a:moveTo>
                  <a:pt x="1664231" y="0"/>
                </a:moveTo>
                <a:lnTo>
                  <a:pt x="1689459" y="0"/>
                </a:lnTo>
                <a:cubicBezTo>
                  <a:pt x="1689459" y="474963"/>
                  <a:pt x="2074805" y="861503"/>
                  <a:pt x="2548589" y="861503"/>
                </a:cubicBezTo>
                <a:lnTo>
                  <a:pt x="2548589" y="886800"/>
                </a:lnTo>
                <a:cubicBezTo>
                  <a:pt x="2060916" y="886800"/>
                  <a:pt x="1664231" y="489019"/>
                  <a:pt x="1664231" y="0"/>
                </a:cubicBezTo>
                <a:close/>
                <a:moveTo>
                  <a:pt x="1802870" y="0"/>
                </a:moveTo>
                <a:lnTo>
                  <a:pt x="1828097" y="0"/>
                </a:lnTo>
                <a:cubicBezTo>
                  <a:pt x="1828097" y="398295"/>
                  <a:pt x="2151263" y="722347"/>
                  <a:pt x="2548583" y="722347"/>
                </a:cubicBezTo>
                <a:lnTo>
                  <a:pt x="2548583" y="747651"/>
                </a:lnTo>
                <a:lnTo>
                  <a:pt x="2548583" y="747778"/>
                </a:lnTo>
                <a:cubicBezTo>
                  <a:pt x="2137367" y="747778"/>
                  <a:pt x="1802870" y="412350"/>
                  <a:pt x="1802870" y="0"/>
                </a:cubicBezTo>
                <a:close/>
                <a:moveTo>
                  <a:pt x="1941642" y="0"/>
                </a:moveTo>
                <a:lnTo>
                  <a:pt x="1966877" y="0"/>
                </a:lnTo>
                <a:cubicBezTo>
                  <a:pt x="1966877" y="321626"/>
                  <a:pt x="2227847" y="583321"/>
                  <a:pt x="2548589" y="583321"/>
                </a:cubicBezTo>
                <a:lnTo>
                  <a:pt x="2548589" y="608622"/>
                </a:lnTo>
                <a:cubicBezTo>
                  <a:pt x="2213831" y="608622"/>
                  <a:pt x="1941642" y="335553"/>
                  <a:pt x="1941642" y="0"/>
                </a:cubicBezTo>
                <a:close/>
                <a:moveTo>
                  <a:pt x="2080281" y="0"/>
                </a:moveTo>
                <a:lnTo>
                  <a:pt x="2105508" y="0"/>
                </a:lnTo>
                <a:cubicBezTo>
                  <a:pt x="2105508" y="244957"/>
                  <a:pt x="2304298" y="444296"/>
                  <a:pt x="2548582" y="444296"/>
                </a:cubicBezTo>
                <a:lnTo>
                  <a:pt x="2548582" y="469597"/>
                </a:lnTo>
                <a:cubicBezTo>
                  <a:pt x="2290409" y="469597"/>
                  <a:pt x="2080281" y="258885"/>
                  <a:pt x="2080281" y="0"/>
                </a:cubicBezTo>
                <a:close/>
                <a:moveTo>
                  <a:pt x="2218926" y="0"/>
                </a:moveTo>
                <a:lnTo>
                  <a:pt x="2244153" y="0"/>
                </a:lnTo>
                <a:cubicBezTo>
                  <a:pt x="2244153" y="168288"/>
                  <a:pt x="2380629" y="305270"/>
                  <a:pt x="2548582" y="305270"/>
                </a:cubicBezTo>
                <a:lnTo>
                  <a:pt x="2548582" y="330570"/>
                </a:lnTo>
                <a:cubicBezTo>
                  <a:pt x="2366866" y="330570"/>
                  <a:pt x="2218926" y="182344"/>
                  <a:pt x="2218926" y="0"/>
                </a:cubicBezTo>
                <a:close/>
              </a:path>
            </a:pathLst>
          </a:custGeom>
          <a:solidFill>
            <a:schemeClr val="bg1"/>
          </a:solidFill>
          <a:ln w="7032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sp>
        <p:nvSpPr>
          <p:cNvPr id="33" name="Image 4" descr="preencoded.png">
            <a:extLst>
              <a:ext uri="{FF2B5EF4-FFF2-40B4-BE49-F238E27FC236}">
                <a16:creationId xmlns:a16="http://schemas.microsoft.com/office/drawing/2014/main" id="{EC46DC71-C12A-96C8-3FE2-AA95AB58B349}"/>
              </a:ext>
            </a:extLst>
          </p:cNvPr>
          <p:cNvSpPr/>
          <p:nvPr/>
        </p:nvSpPr>
        <p:spPr>
          <a:xfrm>
            <a:off x="2543868" y="0"/>
            <a:ext cx="2560340" cy="2560340"/>
          </a:xfrm>
          <a:custGeom>
            <a:avLst/>
            <a:gdLst>
              <a:gd name="connsiteX0" fmla="*/ 0 w 2560340"/>
              <a:gd name="connsiteY0" fmla="*/ 2560340 h 2560340"/>
              <a:gd name="connsiteX1" fmla="*/ 2560340 w 2560340"/>
              <a:gd name="connsiteY1" fmla="*/ 0 h 2560340"/>
              <a:gd name="connsiteX2" fmla="*/ 0 w 2560340"/>
              <a:gd name="connsiteY2" fmla="*/ 0 h 2560340"/>
              <a:gd name="connsiteX3" fmla="*/ 0 w 2560340"/>
              <a:gd name="connsiteY3" fmla="*/ 2560340 h 25603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560340" h="2560340">
                <a:moveTo>
                  <a:pt x="0" y="2560340"/>
                </a:moveTo>
                <a:cubicBezTo>
                  <a:pt x="1414079" y="2560340"/>
                  <a:pt x="2560340" y="1414079"/>
                  <a:pt x="2560340" y="0"/>
                </a:cubicBezTo>
                <a:lnTo>
                  <a:pt x="0" y="0"/>
                </a:lnTo>
                <a:lnTo>
                  <a:pt x="0" y="2560340"/>
                </a:lnTo>
                <a:close/>
              </a:path>
            </a:pathLst>
          </a:custGeom>
          <a:solidFill>
            <a:schemeClr val="accent3"/>
          </a:solidFill>
          <a:ln w="7052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sp>
        <p:nvSpPr>
          <p:cNvPr id="29" name="Freeform 70">
            <a:extLst>
              <a:ext uri="{FF2B5EF4-FFF2-40B4-BE49-F238E27FC236}">
                <a16:creationId xmlns:a16="http://schemas.microsoft.com/office/drawing/2014/main" id="{AA39EF58-54F1-4AC9-1D83-2E7DEEAAEA6A}"/>
              </a:ext>
            </a:extLst>
          </p:cNvPr>
          <p:cNvSpPr>
            <a:spLocks/>
          </p:cNvSpPr>
          <p:nvPr userDrawn="1"/>
        </p:nvSpPr>
        <p:spPr bwMode="auto">
          <a:xfrm flipH="1">
            <a:off x="2535251" y="4308466"/>
            <a:ext cx="2550984" cy="2560441"/>
          </a:xfrm>
          <a:custGeom>
            <a:avLst/>
            <a:gdLst>
              <a:gd name="T0" fmla="*/ 0 w 1079"/>
              <a:gd name="T1" fmla="*/ 1083 h 1083"/>
              <a:gd name="T2" fmla="*/ 1079 w 1079"/>
              <a:gd name="T3" fmla="*/ 1083 h 1083"/>
              <a:gd name="T4" fmla="*/ 1079 w 1079"/>
              <a:gd name="T5" fmla="*/ 0 h 1083"/>
              <a:gd name="T6" fmla="*/ 0 w 1079"/>
              <a:gd name="T7" fmla="*/ 1083 h 108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1079" h="1083">
                <a:moveTo>
                  <a:pt x="0" y="1083"/>
                </a:moveTo>
                <a:lnTo>
                  <a:pt x="1079" y="1083"/>
                </a:lnTo>
                <a:lnTo>
                  <a:pt x="1079" y="0"/>
                </a:lnTo>
                <a:lnTo>
                  <a:pt x="0" y="1083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US" dirty="0"/>
          </a:p>
        </p:txBody>
      </p:sp>
      <p:sp>
        <p:nvSpPr>
          <p:cNvPr id="31" name="Freeform 70">
            <a:extLst>
              <a:ext uri="{FF2B5EF4-FFF2-40B4-BE49-F238E27FC236}">
                <a16:creationId xmlns:a16="http://schemas.microsoft.com/office/drawing/2014/main" id="{0C320934-59CC-4123-C7C1-FEEE89F3045F}"/>
              </a:ext>
            </a:extLst>
          </p:cNvPr>
          <p:cNvSpPr>
            <a:spLocks/>
          </p:cNvSpPr>
          <p:nvPr userDrawn="1"/>
        </p:nvSpPr>
        <p:spPr bwMode="auto">
          <a:xfrm flipH="1">
            <a:off x="-10617" y="4308466"/>
            <a:ext cx="2550984" cy="2560441"/>
          </a:xfrm>
          <a:custGeom>
            <a:avLst/>
            <a:gdLst>
              <a:gd name="T0" fmla="*/ 0 w 1079"/>
              <a:gd name="T1" fmla="*/ 1083 h 1083"/>
              <a:gd name="T2" fmla="*/ 1079 w 1079"/>
              <a:gd name="T3" fmla="*/ 1083 h 1083"/>
              <a:gd name="T4" fmla="*/ 1079 w 1079"/>
              <a:gd name="T5" fmla="*/ 0 h 1083"/>
              <a:gd name="T6" fmla="*/ 0 w 1079"/>
              <a:gd name="T7" fmla="*/ 1083 h 108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1079" h="1083">
                <a:moveTo>
                  <a:pt x="0" y="1083"/>
                </a:moveTo>
                <a:lnTo>
                  <a:pt x="1079" y="1083"/>
                </a:lnTo>
                <a:lnTo>
                  <a:pt x="1079" y="0"/>
                </a:lnTo>
                <a:lnTo>
                  <a:pt x="0" y="1083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711897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75923D9E-9381-3D11-B31A-1BF5C97F35B0}"/>
              </a:ext>
            </a:extLst>
          </p:cNvPr>
          <p:cNvGrpSpPr/>
          <p:nvPr userDrawn="1"/>
        </p:nvGrpSpPr>
        <p:grpSpPr>
          <a:xfrm>
            <a:off x="6452303" y="3405019"/>
            <a:ext cx="5739697" cy="3467971"/>
            <a:chOff x="5009037" y="2525712"/>
            <a:chExt cx="7170193" cy="4332288"/>
          </a:xfrm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89E777D0-3240-08CE-6B6C-B33B910B8490}"/>
                </a:ext>
              </a:extLst>
            </p:cNvPr>
            <p:cNvSpPr>
              <a:spLocks/>
            </p:cNvSpPr>
            <p:nvPr/>
          </p:nvSpPr>
          <p:spPr bwMode="auto">
            <a:xfrm>
              <a:off x="5009037" y="2525712"/>
              <a:ext cx="3601721" cy="4332288"/>
            </a:xfrm>
            <a:custGeom>
              <a:avLst/>
              <a:gdLst>
                <a:gd name="T0" fmla="*/ 1198 w 1198"/>
                <a:gd name="T1" fmla="*/ 0 h 1441"/>
                <a:gd name="T2" fmla="*/ 0 w 1198"/>
                <a:gd name="T3" fmla="*/ 1441 h 1441"/>
                <a:gd name="T4" fmla="*/ 1198 w 1198"/>
                <a:gd name="T5" fmla="*/ 1441 h 1441"/>
                <a:gd name="T6" fmla="*/ 1198 w 1198"/>
                <a:gd name="T7" fmla="*/ 0 h 1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98" h="1441">
                  <a:moveTo>
                    <a:pt x="1198" y="0"/>
                  </a:moveTo>
                  <a:lnTo>
                    <a:pt x="0" y="1441"/>
                  </a:lnTo>
                  <a:lnTo>
                    <a:pt x="1198" y="1441"/>
                  </a:lnTo>
                  <a:lnTo>
                    <a:pt x="119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US" dirty="0"/>
            </a:p>
          </p:txBody>
        </p:sp>
        <p:sp>
          <p:nvSpPr>
            <p:cNvPr id="8" name="Freeform 6">
              <a:extLst>
                <a:ext uri="{FF2B5EF4-FFF2-40B4-BE49-F238E27FC236}">
                  <a16:creationId xmlns:a16="http://schemas.microsoft.com/office/drawing/2014/main" id="{EFEA81A2-6893-518C-6AF3-37C987789C86}"/>
                </a:ext>
              </a:extLst>
            </p:cNvPr>
            <p:cNvSpPr>
              <a:spLocks/>
            </p:cNvSpPr>
            <p:nvPr/>
          </p:nvSpPr>
          <p:spPr bwMode="auto">
            <a:xfrm>
              <a:off x="8589536" y="2525712"/>
              <a:ext cx="3589694" cy="4332288"/>
            </a:xfrm>
            <a:custGeom>
              <a:avLst/>
              <a:gdLst>
                <a:gd name="T0" fmla="*/ 0 w 1194"/>
                <a:gd name="T1" fmla="*/ 0 h 1441"/>
                <a:gd name="T2" fmla="*/ 1194 w 1194"/>
                <a:gd name="T3" fmla="*/ 1441 h 1441"/>
                <a:gd name="T4" fmla="*/ 0 w 1194"/>
                <a:gd name="T5" fmla="*/ 1441 h 1441"/>
                <a:gd name="T6" fmla="*/ 0 w 1194"/>
                <a:gd name="T7" fmla="*/ 0 h 1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94" h="1441">
                  <a:moveTo>
                    <a:pt x="0" y="0"/>
                  </a:moveTo>
                  <a:lnTo>
                    <a:pt x="1194" y="1441"/>
                  </a:lnTo>
                  <a:lnTo>
                    <a:pt x="0" y="14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US" dirty="0"/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0F297964-0B81-31DC-6D6D-1414832238B1}"/>
              </a:ext>
            </a:extLst>
          </p:cNvPr>
          <p:cNvGrpSpPr/>
          <p:nvPr userDrawn="1"/>
        </p:nvGrpSpPr>
        <p:grpSpPr>
          <a:xfrm flipH="1" flipV="1">
            <a:off x="6465610" y="0"/>
            <a:ext cx="5739697" cy="3467971"/>
            <a:chOff x="5183405" y="2678112"/>
            <a:chExt cx="7170193" cy="4332288"/>
          </a:xfrm>
        </p:grpSpPr>
        <p:sp>
          <p:nvSpPr>
            <p:cNvPr id="10" name="Freeform 7">
              <a:extLst>
                <a:ext uri="{FF2B5EF4-FFF2-40B4-BE49-F238E27FC236}">
                  <a16:creationId xmlns:a16="http://schemas.microsoft.com/office/drawing/2014/main" id="{CE4FDB43-7466-4B74-330E-836DA9504C90}"/>
                </a:ext>
              </a:extLst>
            </p:cNvPr>
            <p:cNvSpPr>
              <a:spLocks/>
            </p:cNvSpPr>
            <p:nvPr/>
          </p:nvSpPr>
          <p:spPr bwMode="auto">
            <a:xfrm>
              <a:off x="5183405" y="2678112"/>
              <a:ext cx="3601721" cy="4332288"/>
            </a:xfrm>
            <a:custGeom>
              <a:avLst/>
              <a:gdLst>
                <a:gd name="T0" fmla="*/ 1198 w 1198"/>
                <a:gd name="T1" fmla="*/ 0 h 1441"/>
                <a:gd name="T2" fmla="*/ 0 w 1198"/>
                <a:gd name="T3" fmla="*/ 1441 h 1441"/>
                <a:gd name="T4" fmla="*/ 1198 w 1198"/>
                <a:gd name="T5" fmla="*/ 1441 h 1441"/>
                <a:gd name="T6" fmla="*/ 1198 w 1198"/>
                <a:gd name="T7" fmla="*/ 0 h 1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98" h="1441">
                  <a:moveTo>
                    <a:pt x="1198" y="0"/>
                  </a:moveTo>
                  <a:lnTo>
                    <a:pt x="0" y="1441"/>
                  </a:lnTo>
                  <a:lnTo>
                    <a:pt x="1198" y="1441"/>
                  </a:lnTo>
                  <a:lnTo>
                    <a:pt x="119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US" dirty="0"/>
            </a:p>
          </p:txBody>
        </p:sp>
        <p:sp>
          <p:nvSpPr>
            <p:cNvPr id="11" name="Freeform 6">
              <a:extLst>
                <a:ext uri="{FF2B5EF4-FFF2-40B4-BE49-F238E27FC236}">
                  <a16:creationId xmlns:a16="http://schemas.microsoft.com/office/drawing/2014/main" id="{2EA39DB9-F1B4-F4E9-CF4D-717B0CD747DA}"/>
                </a:ext>
              </a:extLst>
            </p:cNvPr>
            <p:cNvSpPr>
              <a:spLocks/>
            </p:cNvSpPr>
            <p:nvPr/>
          </p:nvSpPr>
          <p:spPr bwMode="auto">
            <a:xfrm>
              <a:off x="8763903" y="2678112"/>
              <a:ext cx="3589695" cy="4332288"/>
            </a:xfrm>
            <a:custGeom>
              <a:avLst/>
              <a:gdLst>
                <a:gd name="T0" fmla="*/ 0 w 1194"/>
                <a:gd name="T1" fmla="*/ 0 h 1441"/>
                <a:gd name="T2" fmla="*/ 1194 w 1194"/>
                <a:gd name="T3" fmla="*/ 1441 h 1441"/>
                <a:gd name="T4" fmla="*/ 0 w 1194"/>
                <a:gd name="T5" fmla="*/ 1441 h 1441"/>
                <a:gd name="T6" fmla="*/ 0 w 1194"/>
                <a:gd name="T7" fmla="*/ 0 h 1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94" h="1441">
                  <a:moveTo>
                    <a:pt x="0" y="0"/>
                  </a:moveTo>
                  <a:lnTo>
                    <a:pt x="1194" y="1441"/>
                  </a:lnTo>
                  <a:lnTo>
                    <a:pt x="0" y="14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US" dirty="0"/>
            </a:p>
          </p:txBody>
        </p:sp>
      </p:grpSp>
      <p:sp>
        <p:nvSpPr>
          <p:cNvPr id="14" name="Image 2" descr="preencoded.png">
            <a:extLst>
              <a:ext uri="{FF2B5EF4-FFF2-40B4-BE49-F238E27FC236}">
                <a16:creationId xmlns:a16="http://schemas.microsoft.com/office/drawing/2014/main" id="{EFFAEAD9-58A9-096B-C6D0-58F7AD08EB20}"/>
              </a:ext>
            </a:extLst>
          </p:cNvPr>
          <p:cNvSpPr/>
          <p:nvPr/>
        </p:nvSpPr>
        <p:spPr>
          <a:xfrm>
            <a:off x="7642518" y="4577658"/>
            <a:ext cx="775021" cy="775021"/>
          </a:xfrm>
          <a:custGeom>
            <a:avLst/>
            <a:gdLst>
              <a:gd name="connsiteX0" fmla="*/ 387511 w 775021"/>
              <a:gd name="connsiteY0" fmla="*/ 775021 h 775021"/>
              <a:gd name="connsiteX1" fmla="*/ 775021 w 775021"/>
              <a:gd name="connsiteY1" fmla="*/ 387511 h 775021"/>
              <a:gd name="connsiteX2" fmla="*/ 387511 w 775021"/>
              <a:gd name="connsiteY2" fmla="*/ 0 h 775021"/>
              <a:gd name="connsiteX3" fmla="*/ 0 w 775021"/>
              <a:gd name="connsiteY3" fmla="*/ 387511 h 775021"/>
              <a:gd name="connsiteX4" fmla="*/ 387511 w 775021"/>
              <a:gd name="connsiteY4" fmla="*/ 775021 h 7750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75021" h="775021">
                <a:moveTo>
                  <a:pt x="387511" y="775021"/>
                </a:moveTo>
                <a:cubicBezTo>
                  <a:pt x="601527" y="775021"/>
                  <a:pt x="775021" y="601527"/>
                  <a:pt x="775021" y="387511"/>
                </a:cubicBezTo>
                <a:cubicBezTo>
                  <a:pt x="775021" y="173494"/>
                  <a:pt x="601527" y="0"/>
                  <a:pt x="387511" y="0"/>
                </a:cubicBezTo>
                <a:cubicBezTo>
                  <a:pt x="173494" y="0"/>
                  <a:pt x="0" y="173494"/>
                  <a:pt x="0" y="387511"/>
                </a:cubicBezTo>
                <a:cubicBezTo>
                  <a:pt x="0" y="601527"/>
                  <a:pt x="173494" y="775021"/>
                  <a:pt x="387511" y="775021"/>
                </a:cubicBezTo>
                <a:close/>
              </a:path>
            </a:pathLst>
          </a:custGeom>
          <a:solidFill>
            <a:schemeClr val="accent6"/>
          </a:solidFill>
          <a:ln w="3801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A1CFBBA-B680-A6A7-3C4B-5FEAC42532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99616" y="1901952"/>
            <a:ext cx="5693664" cy="768096"/>
          </a:xfrm>
        </p:spPr>
        <p:txBody>
          <a:bodyPr>
            <a:noAutofit/>
          </a:bodyPr>
          <a:lstStyle>
            <a:lvl1pPr algn="l">
              <a:lnSpc>
                <a:spcPct val="100000"/>
              </a:lnSpc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72386C43-DD10-E892-08AD-D6F4AE9617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99616" y="2770632"/>
            <a:ext cx="5693664" cy="3122168"/>
          </a:xfrm>
        </p:spPr>
        <p:txBody>
          <a:bodyPr>
            <a:noAutofit/>
          </a:bodyPr>
          <a:lstStyle>
            <a:lvl1pPr marL="0" indent="0">
              <a:lnSpc>
                <a:spcPct val="150000"/>
              </a:lnSpc>
              <a:spcBef>
                <a:spcPts val="0"/>
              </a:spcBef>
              <a:buNone/>
              <a:defRPr sz="2400"/>
            </a:lvl1pPr>
            <a:lvl2pPr marL="347472">
              <a:lnSpc>
                <a:spcPct val="150000"/>
              </a:lnSpc>
              <a:spcBef>
                <a:spcPts val="0"/>
              </a:spcBef>
              <a:defRPr sz="2000"/>
            </a:lvl2pPr>
            <a:lvl3pPr marL="685800">
              <a:lnSpc>
                <a:spcPct val="150000"/>
              </a:lnSpc>
              <a:spcBef>
                <a:spcPts val="0"/>
              </a:spcBef>
              <a:defRPr sz="18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159761850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B950ED98-B5D1-206C-403F-FA954F9D2CFF}"/>
              </a:ext>
            </a:extLst>
          </p:cNvPr>
          <p:cNvSpPr/>
          <p:nvPr userDrawn="1"/>
        </p:nvSpPr>
        <p:spPr>
          <a:xfrm>
            <a:off x="685338" y="3796480"/>
            <a:ext cx="2011680" cy="151790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E8643CE-01D9-3E5E-15F6-20689F775F15}"/>
              </a:ext>
            </a:extLst>
          </p:cNvPr>
          <p:cNvSpPr/>
          <p:nvPr userDrawn="1"/>
        </p:nvSpPr>
        <p:spPr>
          <a:xfrm>
            <a:off x="2900911" y="3796480"/>
            <a:ext cx="2011680" cy="1517904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AF82DDD-EDEC-7D87-F43A-113C5E4A4FE7}"/>
              </a:ext>
            </a:extLst>
          </p:cNvPr>
          <p:cNvSpPr/>
          <p:nvPr userDrawn="1"/>
        </p:nvSpPr>
        <p:spPr>
          <a:xfrm>
            <a:off x="5116484" y="3796480"/>
            <a:ext cx="2011680" cy="151790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47E492E-967F-54B7-55B1-08A5E1C3615B}"/>
              </a:ext>
            </a:extLst>
          </p:cNvPr>
          <p:cNvSpPr/>
          <p:nvPr userDrawn="1"/>
        </p:nvSpPr>
        <p:spPr>
          <a:xfrm>
            <a:off x="9547629" y="3796480"/>
            <a:ext cx="2011680" cy="151790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C0053FE-E44A-CA97-F782-67FC633E722E}"/>
              </a:ext>
            </a:extLst>
          </p:cNvPr>
          <p:cNvSpPr/>
          <p:nvPr userDrawn="1"/>
        </p:nvSpPr>
        <p:spPr>
          <a:xfrm>
            <a:off x="7332057" y="3796480"/>
            <a:ext cx="2011680" cy="1517904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7445A0A-815D-3414-088B-C041E6742D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8952" y="841248"/>
            <a:ext cx="10671048" cy="768096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17B5E29-6335-83BC-FA01-FAE422D265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36476D1-B61A-E9FD-E266-768B405CC3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6" name="Text Placeholder 2">
            <a:extLst>
              <a:ext uri="{FF2B5EF4-FFF2-40B4-BE49-F238E27FC236}">
                <a16:creationId xmlns:a16="http://schemas.microsoft.com/office/drawing/2014/main" id="{C025625F-8274-840F-6DD8-D36687CB8F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338" y="2491684"/>
            <a:ext cx="2011680" cy="2825173"/>
          </a:xfrm>
          <a:noFill/>
          <a:ln w="12700">
            <a:solidFill>
              <a:schemeClr val="accent1"/>
            </a:solidFill>
          </a:ln>
        </p:spPr>
        <p:txBody>
          <a:bodyPr tIns="685800" anchor="t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 b="1" cap="all" spc="0" baseline="0">
                <a:solidFill>
                  <a:schemeClr val="accent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4" name="Picture Placeholder 62">
            <a:extLst>
              <a:ext uri="{FF2B5EF4-FFF2-40B4-BE49-F238E27FC236}">
                <a16:creationId xmlns:a16="http://schemas.microsoft.com/office/drawing/2014/main" id="{2F18FBB7-2D21-7954-1324-C7D3BFE5C85D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1339134" y="2111058"/>
            <a:ext cx="704088" cy="704088"/>
          </a:xfrm>
          <a:prstGeom prst="ellipse">
            <a:avLst/>
          </a:prstGeom>
          <a:solidFill>
            <a:schemeClr val="accent1"/>
          </a:solidFill>
        </p:spPr>
        <p:txBody>
          <a:bodyPr lIns="0" tIns="0" rIns="0" bIns="0" anchor="ctr">
            <a:noAutofit/>
          </a:bodyPr>
          <a:lstStyle>
            <a:lvl1pPr marL="0" indent="0" algn="ctr">
              <a:buNone/>
              <a:defRPr sz="9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2" name="Text Placeholder 51">
            <a:extLst>
              <a:ext uri="{FF2B5EF4-FFF2-40B4-BE49-F238E27FC236}">
                <a16:creationId xmlns:a16="http://schemas.microsoft.com/office/drawing/2014/main" id="{2EF54C35-5F8E-4E0A-AB4D-97E38121910A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731058" y="3888404"/>
            <a:ext cx="1920240" cy="1371600"/>
          </a:xfrm>
          <a:noFill/>
          <a:ln>
            <a:noFill/>
          </a:ln>
        </p:spPr>
        <p:txBody>
          <a:bodyPr lIns="91440" rIns="91440" anchor="ctr">
            <a:noAutofit/>
          </a:bodyPr>
          <a:lstStyle>
            <a:lvl1pPr marL="0" indent="0" algn="ctr">
              <a:spcBef>
                <a:spcPts val="0"/>
              </a:spcBef>
              <a:buNone/>
              <a:defRPr sz="15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7" name="Text Placeholder 4">
            <a:extLst>
              <a:ext uri="{FF2B5EF4-FFF2-40B4-BE49-F238E27FC236}">
                <a16:creationId xmlns:a16="http://schemas.microsoft.com/office/drawing/2014/main" id="{79F9AD31-B0C5-3563-C73A-8B6297FCFD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2900910" y="2491684"/>
            <a:ext cx="2011680" cy="2825173"/>
          </a:xfrm>
          <a:noFill/>
          <a:ln w="12700">
            <a:solidFill>
              <a:schemeClr val="accent3"/>
            </a:solidFill>
          </a:ln>
        </p:spPr>
        <p:txBody>
          <a:bodyPr tIns="685800" anchor="t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 b="1" cap="all" spc="0" baseline="0">
                <a:solidFill>
                  <a:schemeClr val="accent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8" name="Picture Placeholder 62">
            <a:extLst>
              <a:ext uri="{FF2B5EF4-FFF2-40B4-BE49-F238E27FC236}">
                <a16:creationId xmlns:a16="http://schemas.microsoft.com/office/drawing/2014/main" id="{05E8E8EF-4954-870B-04E5-82BC660A6738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3554707" y="2111058"/>
            <a:ext cx="704088" cy="704088"/>
          </a:xfrm>
          <a:prstGeom prst="ellipse">
            <a:avLst/>
          </a:prstGeom>
          <a:solidFill>
            <a:schemeClr val="accent3"/>
          </a:solidFill>
        </p:spPr>
        <p:txBody>
          <a:bodyPr lIns="0" tIns="0" rIns="0" bIns="0" anchor="ctr">
            <a:noAutofit/>
          </a:bodyPr>
          <a:lstStyle>
            <a:lvl1pPr marL="0" indent="0" algn="ctr">
              <a:buNone/>
              <a:defRPr sz="9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8" name="Text Placeholder 51">
            <a:extLst>
              <a:ext uri="{FF2B5EF4-FFF2-40B4-BE49-F238E27FC236}">
                <a16:creationId xmlns:a16="http://schemas.microsoft.com/office/drawing/2014/main" id="{75981CD1-EA26-D1CF-F19E-B58C16BA8A69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2946630" y="3888404"/>
            <a:ext cx="1920240" cy="1371600"/>
          </a:xfrm>
          <a:noFill/>
          <a:ln>
            <a:noFill/>
          </a:ln>
        </p:spPr>
        <p:txBody>
          <a:bodyPr lIns="91440" rIns="91440" anchor="ctr">
            <a:noAutofit/>
          </a:bodyPr>
          <a:lstStyle>
            <a:lvl1pPr marL="0" indent="0" algn="ctr">
              <a:spcBef>
                <a:spcPts val="0"/>
              </a:spcBef>
              <a:buNone/>
              <a:defRPr sz="15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8" name="Text Placeholder 4">
            <a:extLst>
              <a:ext uri="{FF2B5EF4-FFF2-40B4-BE49-F238E27FC236}">
                <a16:creationId xmlns:a16="http://schemas.microsoft.com/office/drawing/2014/main" id="{3A09BBD1-5CBC-B0EF-71C0-054FCB989BC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116484" y="2491684"/>
            <a:ext cx="2011680" cy="2825173"/>
          </a:xfrm>
          <a:noFill/>
          <a:ln w="12700">
            <a:solidFill>
              <a:schemeClr val="accent1"/>
            </a:solidFill>
          </a:ln>
        </p:spPr>
        <p:txBody>
          <a:bodyPr tIns="685800" anchor="t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 b="1" cap="all" spc="0" baseline="0">
                <a:solidFill>
                  <a:schemeClr val="accent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7" name="Picture Placeholder 62">
            <a:extLst>
              <a:ext uri="{FF2B5EF4-FFF2-40B4-BE49-F238E27FC236}">
                <a16:creationId xmlns:a16="http://schemas.microsoft.com/office/drawing/2014/main" id="{4AD0C8C9-DB5A-6DC8-2729-A21F1A5CF174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5770280" y="2111058"/>
            <a:ext cx="704088" cy="704088"/>
          </a:xfrm>
          <a:prstGeom prst="ellipse">
            <a:avLst/>
          </a:prstGeom>
          <a:solidFill>
            <a:schemeClr val="accent1"/>
          </a:solidFill>
        </p:spPr>
        <p:txBody>
          <a:bodyPr lIns="0" tIns="0" rIns="0" bIns="0" anchor="ctr">
            <a:noAutofit/>
          </a:bodyPr>
          <a:lstStyle>
            <a:lvl1pPr marL="0" indent="0" algn="ctr">
              <a:buNone/>
              <a:defRPr sz="9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9" name="Text Placeholder 51">
            <a:extLst>
              <a:ext uri="{FF2B5EF4-FFF2-40B4-BE49-F238E27FC236}">
                <a16:creationId xmlns:a16="http://schemas.microsoft.com/office/drawing/2014/main" id="{F02DE2DC-F65C-32A5-5821-89FB2F53C325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5162204" y="3888404"/>
            <a:ext cx="1920240" cy="1371600"/>
          </a:xfrm>
          <a:noFill/>
          <a:ln>
            <a:noFill/>
          </a:ln>
        </p:spPr>
        <p:txBody>
          <a:bodyPr lIns="91440" rIns="91440" anchor="ctr">
            <a:noAutofit/>
          </a:bodyPr>
          <a:lstStyle>
            <a:lvl1pPr marL="0" indent="0" algn="ctr">
              <a:spcBef>
                <a:spcPts val="0"/>
              </a:spcBef>
              <a:buNone/>
              <a:defRPr sz="15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9" name="Text Placeholder 4">
            <a:extLst>
              <a:ext uri="{FF2B5EF4-FFF2-40B4-BE49-F238E27FC236}">
                <a16:creationId xmlns:a16="http://schemas.microsoft.com/office/drawing/2014/main" id="{084A0326-A0B8-1723-B8BA-B015344F2DC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7332057" y="2491684"/>
            <a:ext cx="2011680" cy="2825173"/>
          </a:xfrm>
          <a:noFill/>
          <a:ln w="12700">
            <a:solidFill>
              <a:schemeClr val="accent3"/>
            </a:solidFill>
          </a:ln>
        </p:spPr>
        <p:txBody>
          <a:bodyPr tIns="685800" anchor="t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 b="1" cap="all" spc="0" baseline="0">
                <a:solidFill>
                  <a:schemeClr val="accent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6" name="Picture Placeholder 62">
            <a:extLst>
              <a:ext uri="{FF2B5EF4-FFF2-40B4-BE49-F238E27FC236}">
                <a16:creationId xmlns:a16="http://schemas.microsoft.com/office/drawing/2014/main" id="{139354A0-F5DF-3AC5-5E8B-A41146C26F3C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7985853" y="2111058"/>
            <a:ext cx="704088" cy="704088"/>
          </a:xfrm>
          <a:prstGeom prst="ellipse">
            <a:avLst/>
          </a:prstGeom>
          <a:solidFill>
            <a:schemeClr val="accent3"/>
          </a:solidFill>
        </p:spPr>
        <p:txBody>
          <a:bodyPr lIns="0" tIns="0" rIns="0" bIns="0" anchor="ctr">
            <a:noAutofit/>
          </a:bodyPr>
          <a:lstStyle>
            <a:lvl1pPr marL="0" indent="0" algn="ctr">
              <a:buNone/>
              <a:defRPr sz="9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0" name="Text Placeholder 51">
            <a:extLst>
              <a:ext uri="{FF2B5EF4-FFF2-40B4-BE49-F238E27FC236}">
                <a16:creationId xmlns:a16="http://schemas.microsoft.com/office/drawing/2014/main" id="{E9730E82-F317-686A-8777-D81705BCC706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7377777" y="3888404"/>
            <a:ext cx="1920240" cy="1371600"/>
          </a:xfrm>
          <a:noFill/>
          <a:ln>
            <a:noFill/>
          </a:ln>
        </p:spPr>
        <p:txBody>
          <a:bodyPr lIns="91440" rIns="91440" anchor="ctr">
            <a:noAutofit/>
          </a:bodyPr>
          <a:lstStyle>
            <a:lvl1pPr marL="0" indent="0" algn="ctr">
              <a:spcBef>
                <a:spcPts val="0"/>
              </a:spcBef>
              <a:buNone/>
              <a:defRPr sz="15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0" name="Text Placeholder 4">
            <a:extLst>
              <a:ext uri="{FF2B5EF4-FFF2-40B4-BE49-F238E27FC236}">
                <a16:creationId xmlns:a16="http://schemas.microsoft.com/office/drawing/2014/main" id="{0E3B57F3-1903-446F-D989-D6CA342D086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9547629" y="2491684"/>
            <a:ext cx="2011680" cy="2825173"/>
          </a:xfrm>
          <a:noFill/>
          <a:ln w="12700">
            <a:solidFill>
              <a:schemeClr val="accent1"/>
            </a:solidFill>
          </a:ln>
        </p:spPr>
        <p:txBody>
          <a:bodyPr tIns="685800" anchor="t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 b="1" cap="all" spc="0" baseline="0">
                <a:solidFill>
                  <a:schemeClr val="accent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5" name="Picture Placeholder 62">
            <a:extLst>
              <a:ext uri="{FF2B5EF4-FFF2-40B4-BE49-F238E27FC236}">
                <a16:creationId xmlns:a16="http://schemas.microsoft.com/office/drawing/2014/main" id="{D5BF3A8A-72F1-392E-855B-5B36E244A7FD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10201425" y="2111058"/>
            <a:ext cx="704088" cy="704088"/>
          </a:xfrm>
          <a:prstGeom prst="ellipse">
            <a:avLst/>
          </a:prstGeom>
          <a:solidFill>
            <a:schemeClr val="accent1"/>
          </a:solidFill>
        </p:spPr>
        <p:txBody>
          <a:bodyPr lIns="0" tIns="0" rIns="0" bIns="0" anchor="ctr">
            <a:noAutofit/>
          </a:bodyPr>
          <a:lstStyle>
            <a:lvl1pPr marL="0" indent="0" algn="ctr">
              <a:buNone/>
              <a:defRPr sz="9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1" name="Text Placeholder 51">
            <a:extLst>
              <a:ext uri="{FF2B5EF4-FFF2-40B4-BE49-F238E27FC236}">
                <a16:creationId xmlns:a16="http://schemas.microsoft.com/office/drawing/2014/main" id="{2AED5DDC-3165-FA12-0310-E3545223E292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9593349" y="3888404"/>
            <a:ext cx="1920240" cy="1371600"/>
          </a:xfrm>
          <a:noFill/>
          <a:ln>
            <a:noFill/>
          </a:ln>
        </p:spPr>
        <p:txBody>
          <a:bodyPr lIns="91440" rIns="91440" anchor="ctr">
            <a:noAutofit/>
          </a:bodyPr>
          <a:lstStyle>
            <a:lvl1pPr marL="0" indent="0" algn="ctr">
              <a:spcBef>
                <a:spcPts val="0"/>
              </a:spcBef>
              <a:buNone/>
              <a:defRPr sz="15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45528426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B0C0F070-237F-C60F-3458-4D4D9BA0A222}"/>
              </a:ext>
            </a:extLst>
          </p:cNvPr>
          <p:cNvSpPr/>
          <p:nvPr userDrawn="1"/>
        </p:nvSpPr>
        <p:spPr>
          <a:xfrm>
            <a:off x="9866106" y="0"/>
            <a:ext cx="2325894" cy="2180854"/>
          </a:xfrm>
          <a:custGeom>
            <a:avLst/>
            <a:gdLst>
              <a:gd name="connsiteX0" fmla="*/ 2066927 w 2325894"/>
              <a:gd name="connsiteY0" fmla="*/ 0 h 2180854"/>
              <a:gd name="connsiteX1" fmla="*/ 2098882 w 2325894"/>
              <a:gd name="connsiteY1" fmla="*/ 0 h 2180854"/>
              <a:gd name="connsiteX2" fmla="*/ 2128893 w 2325894"/>
              <a:gd name="connsiteY2" fmla="*/ 44463 h 2180854"/>
              <a:gd name="connsiteX3" fmla="*/ 2269798 w 2325894"/>
              <a:gd name="connsiteY3" fmla="*/ 120493 h 2180854"/>
              <a:gd name="connsiteX4" fmla="*/ 2325894 w 2325894"/>
              <a:gd name="connsiteY4" fmla="*/ 126162 h 2180854"/>
              <a:gd name="connsiteX5" fmla="*/ 2325894 w 2325894"/>
              <a:gd name="connsiteY5" fmla="*/ 149263 h 2180854"/>
              <a:gd name="connsiteX6" fmla="*/ 2265120 w 2325894"/>
              <a:gd name="connsiteY6" fmla="*/ 143117 h 2180854"/>
              <a:gd name="connsiteX7" fmla="*/ 2075647 w 2325894"/>
              <a:gd name="connsiteY7" fmla="*/ 16048 h 2180854"/>
              <a:gd name="connsiteX8" fmla="*/ 1926448 w 2325894"/>
              <a:gd name="connsiteY8" fmla="*/ 0 h 2180854"/>
              <a:gd name="connsiteX9" fmla="*/ 1950522 w 2325894"/>
              <a:gd name="connsiteY9" fmla="*/ 0 h 2180854"/>
              <a:gd name="connsiteX10" fmla="*/ 1952130 w 2325894"/>
              <a:gd name="connsiteY10" fmla="*/ 5167 h 2180854"/>
              <a:gd name="connsiteX11" fmla="*/ 2244242 w 2325894"/>
              <a:gd name="connsiteY11" fmla="*/ 244834 h 2180854"/>
              <a:gd name="connsiteX12" fmla="*/ 2325894 w 2325894"/>
              <a:gd name="connsiteY12" fmla="*/ 253091 h 2180854"/>
              <a:gd name="connsiteX13" fmla="*/ 2325894 w 2325894"/>
              <a:gd name="connsiteY13" fmla="*/ 276192 h 2180854"/>
              <a:gd name="connsiteX14" fmla="*/ 2239598 w 2325894"/>
              <a:gd name="connsiteY14" fmla="*/ 267464 h 2180854"/>
              <a:gd name="connsiteX15" fmla="*/ 1930848 w 2325894"/>
              <a:gd name="connsiteY15" fmla="*/ 14141 h 2180854"/>
              <a:gd name="connsiteX16" fmla="*/ 1794114 w 2325894"/>
              <a:gd name="connsiteY16" fmla="*/ 0 h 2180854"/>
              <a:gd name="connsiteX17" fmla="*/ 1818202 w 2325894"/>
              <a:gd name="connsiteY17" fmla="*/ 0 h 2180854"/>
              <a:gd name="connsiteX18" fmla="*/ 1835170 w 2325894"/>
              <a:gd name="connsiteY18" fmla="*/ 54535 h 2180854"/>
              <a:gd name="connsiteX19" fmla="*/ 2218687 w 2325894"/>
              <a:gd name="connsiteY19" fmla="*/ 369191 h 2180854"/>
              <a:gd name="connsiteX20" fmla="*/ 2325894 w 2325894"/>
              <a:gd name="connsiteY20" fmla="*/ 380032 h 2180854"/>
              <a:gd name="connsiteX21" fmla="*/ 2325894 w 2325894"/>
              <a:gd name="connsiteY21" fmla="*/ 403132 h 2180854"/>
              <a:gd name="connsiteX22" fmla="*/ 2214043 w 2325894"/>
              <a:gd name="connsiteY22" fmla="*/ 391825 h 2180854"/>
              <a:gd name="connsiteX23" fmla="*/ 1813889 w 2325894"/>
              <a:gd name="connsiteY23" fmla="*/ 63559 h 2180854"/>
              <a:gd name="connsiteX24" fmla="*/ 1661683 w 2325894"/>
              <a:gd name="connsiteY24" fmla="*/ 0 h 2180854"/>
              <a:gd name="connsiteX25" fmla="*/ 1685874 w 2325894"/>
              <a:gd name="connsiteY25" fmla="*/ 0 h 2180854"/>
              <a:gd name="connsiteX26" fmla="*/ 1718212 w 2325894"/>
              <a:gd name="connsiteY26" fmla="*/ 103965 h 2180854"/>
              <a:gd name="connsiteX27" fmla="*/ 2193133 w 2325894"/>
              <a:gd name="connsiteY27" fmla="*/ 493659 h 2180854"/>
              <a:gd name="connsiteX28" fmla="*/ 2325894 w 2325894"/>
              <a:gd name="connsiteY28" fmla="*/ 507083 h 2180854"/>
              <a:gd name="connsiteX29" fmla="*/ 2325894 w 2325894"/>
              <a:gd name="connsiteY29" fmla="*/ 530183 h 2180854"/>
              <a:gd name="connsiteX30" fmla="*/ 2188450 w 2325894"/>
              <a:gd name="connsiteY30" fmla="*/ 516288 h 2180854"/>
              <a:gd name="connsiteX31" fmla="*/ 1696817 w 2325894"/>
              <a:gd name="connsiteY31" fmla="*/ 112939 h 2180854"/>
              <a:gd name="connsiteX32" fmla="*/ 1531553 w 2325894"/>
              <a:gd name="connsiteY32" fmla="*/ 0 h 2180854"/>
              <a:gd name="connsiteX33" fmla="*/ 1554659 w 2325894"/>
              <a:gd name="connsiteY33" fmla="*/ 0 h 2180854"/>
              <a:gd name="connsiteX34" fmla="*/ 1555243 w 2325894"/>
              <a:gd name="connsiteY34" fmla="*/ 5776 h 2180854"/>
              <a:gd name="connsiteX35" fmla="*/ 2245588 w 2325894"/>
              <a:gd name="connsiteY35" fmla="*/ 629962 h 2180854"/>
              <a:gd name="connsiteX36" fmla="*/ 2325894 w 2325894"/>
              <a:gd name="connsiteY36" fmla="*/ 634030 h 2180854"/>
              <a:gd name="connsiteX37" fmla="*/ 2325894 w 2325894"/>
              <a:gd name="connsiteY37" fmla="*/ 657131 h 2180854"/>
              <a:gd name="connsiteX38" fmla="*/ 2243214 w 2325894"/>
              <a:gd name="connsiteY38" fmla="*/ 652943 h 2180854"/>
              <a:gd name="connsiteX39" fmla="*/ 1532607 w 2325894"/>
              <a:gd name="connsiteY39" fmla="*/ 10419 h 2180854"/>
              <a:gd name="connsiteX40" fmla="*/ 1404609 w 2325894"/>
              <a:gd name="connsiteY40" fmla="*/ 0 h 2180854"/>
              <a:gd name="connsiteX41" fmla="*/ 1427709 w 2325894"/>
              <a:gd name="connsiteY41" fmla="*/ 0 h 2180854"/>
              <a:gd name="connsiteX42" fmla="*/ 1430873 w 2325894"/>
              <a:gd name="connsiteY42" fmla="*/ 31287 h 2180854"/>
              <a:gd name="connsiteX43" fmla="*/ 2232606 w 2325894"/>
              <a:gd name="connsiteY43" fmla="*/ 756233 h 2180854"/>
              <a:gd name="connsiteX44" fmla="*/ 2325894 w 2325894"/>
              <a:gd name="connsiteY44" fmla="*/ 760959 h 2180854"/>
              <a:gd name="connsiteX45" fmla="*/ 2325894 w 2325894"/>
              <a:gd name="connsiteY45" fmla="*/ 784060 h 2180854"/>
              <a:gd name="connsiteX46" fmla="*/ 2230270 w 2325894"/>
              <a:gd name="connsiteY46" fmla="*/ 779216 h 2180854"/>
              <a:gd name="connsiteX47" fmla="*/ 1408246 w 2325894"/>
              <a:gd name="connsiteY47" fmla="*/ 35964 h 2180854"/>
              <a:gd name="connsiteX48" fmla="*/ 1274343 w 2325894"/>
              <a:gd name="connsiteY48" fmla="*/ 0 h 2180854"/>
              <a:gd name="connsiteX49" fmla="*/ 1300756 w 2325894"/>
              <a:gd name="connsiteY49" fmla="*/ 0 h 2180854"/>
              <a:gd name="connsiteX50" fmla="*/ 1306507 w 2325894"/>
              <a:gd name="connsiteY50" fmla="*/ 56884 h 2180854"/>
              <a:gd name="connsiteX51" fmla="*/ 2219643 w 2325894"/>
              <a:gd name="connsiteY51" fmla="*/ 882640 h 2180854"/>
              <a:gd name="connsiteX52" fmla="*/ 2325894 w 2325894"/>
              <a:gd name="connsiteY52" fmla="*/ 888022 h 2180854"/>
              <a:gd name="connsiteX53" fmla="*/ 2325894 w 2325894"/>
              <a:gd name="connsiteY53" fmla="*/ 911123 h 2180854"/>
              <a:gd name="connsiteX54" fmla="*/ 2217286 w 2325894"/>
              <a:gd name="connsiteY54" fmla="*/ 905621 h 2180854"/>
              <a:gd name="connsiteX55" fmla="*/ 1283761 w 2325894"/>
              <a:gd name="connsiteY55" fmla="*/ 61528 h 2180854"/>
              <a:gd name="connsiteX56" fmla="*/ 1146071 w 2325894"/>
              <a:gd name="connsiteY56" fmla="*/ 0 h 2180854"/>
              <a:gd name="connsiteX57" fmla="*/ 1169414 w 2325894"/>
              <a:gd name="connsiteY57" fmla="*/ 0 h 2180854"/>
              <a:gd name="connsiteX58" fmla="*/ 1182030 w 2325894"/>
              <a:gd name="connsiteY58" fmla="*/ 82429 h 2180854"/>
              <a:gd name="connsiteX59" fmla="*/ 2206679 w 2325894"/>
              <a:gd name="connsiteY59" fmla="*/ 1008912 h 2180854"/>
              <a:gd name="connsiteX60" fmla="*/ 2325894 w 2325894"/>
              <a:gd name="connsiteY60" fmla="*/ 1014951 h 2180854"/>
              <a:gd name="connsiteX61" fmla="*/ 2325894 w 2325894"/>
              <a:gd name="connsiteY61" fmla="*/ 1038052 h 2180854"/>
              <a:gd name="connsiteX62" fmla="*/ 2204323 w 2325894"/>
              <a:gd name="connsiteY62" fmla="*/ 1031893 h 2180854"/>
              <a:gd name="connsiteX63" fmla="*/ 1159398 w 2325894"/>
              <a:gd name="connsiteY63" fmla="*/ 87072 h 2180854"/>
              <a:gd name="connsiteX64" fmla="*/ 1017789 w 2325894"/>
              <a:gd name="connsiteY64" fmla="*/ 0 h 2180854"/>
              <a:gd name="connsiteX65" fmla="*/ 1041132 w 2325894"/>
              <a:gd name="connsiteY65" fmla="*/ 0 h 2180854"/>
              <a:gd name="connsiteX66" fmla="*/ 1057661 w 2325894"/>
              <a:gd name="connsiteY66" fmla="*/ 107992 h 2180854"/>
              <a:gd name="connsiteX67" fmla="*/ 2193716 w 2325894"/>
              <a:gd name="connsiteY67" fmla="*/ 1135208 h 2180854"/>
              <a:gd name="connsiteX68" fmla="*/ 2325894 w 2325894"/>
              <a:gd name="connsiteY68" fmla="*/ 1141903 h 2180854"/>
              <a:gd name="connsiteX69" fmla="*/ 2325894 w 2325894"/>
              <a:gd name="connsiteY69" fmla="*/ 1165004 h 2180854"/>
              <a:gd name="connsiteX70" fmla="*/ 2191361 w 2325894"/>
              <a:gd name="connsiteY70" fmla="*/ 1158189 h 2180854"/>
              <a:gd name="connsiteX71" fmla="*/ 1035029 w 2325894"/>
              <a:gd name="connsiteY71" fmla="*/ 112636 h 2180854"/>
              <a:gd name="connsiteX72" fmla="*/ 889397 w 2325894"/>
              <a:gd name="connsiteY72" fmla="*/ 0 h 2180854"/>
              <a:gd name="connsiteX73" fmla="*/ 912837 w 2325894"/>
              <a:gd name="connsiteY73" fmla="*/ 0 h 2180854"/>
              <a:gd name="connsiteX74" fmla="*/ 933296 w 2325894"/>
              <a:gd name="connsiteY74" fmla="*/ 133667 h 2180854"/>
              <a:gd name="connsiteX75" fmla="*/ 2180754 w 2325894"/>
              <a:gd name="connsiteY75" fmla="*/ 1261608 h 2180854"/>
              <a:gd name="connsiteX76" fmla="*/ 2325894 w 2325894"/>
              <a:gd name="connsiteY76" fmla="*/ 1268960 h 2180854"/>
              <a:gd name="connsiteX77" fmla="*/ 2325894 w 2325894"/>
              <a:gd name="connsiteY77" fmla="*/ 1292061 h 2180854"/>
              <a:gd name="connsiteX78" fmla="*/ 2178378 w 2325894"/>
              <a:gd name="connsiteY78" fmla="*/ 1284588 h 2180854"/>
              <a:gd name="connsiteX79" fmla="*/ 910550 w 2325894"/>
              <a:gd name="connsiteY79" fmla="*/ 138199 h 2180854"/>
              <a:gd name="connsiteX80" fmla="*/ 761929 w 2325894"/>
              <a:gd name="connsiteY80" fmla="*/ 0 h 2180854"/>
              <a:gd name="connsiteX81" fmla="*/ 785032 w 2325894"/>
              <a:gd name="connsiteY81" fmla="*/ 0 h 2180854"/>
              <a:gd name="connsiteX82" fmla="*/ 785312 w 2325894"/>
              <a:gd name="connsiteY82" fmla="*/ 5523 h 2180854"/>
              <a:gd name="connsiteX83" fmla="*/ 2167790 w 2325894"/>
              <a:gd name="connsiteY83" fmla="*/ 1387884 h 2180854"/>
              <a:gd name="connsiteX84" fmla="*/ 2325894 w 2325894"/>
              <a:gd name="connsiteY84" fmla="*/ 1395894 h 2180854"/>
              <a:gd name="connsiteX85" fmla="*/ 2325894 w 2325894"/>
              <a:gd name="connsiteY85" fmla="*/ 1418995 h 2180854"/>
              <a:gd name="connsiteX86" fmla="*/ 2165434 w 2325894"/>
              <a:gd name="connsiteY86" fmla="*/ 1410866 h 2180854"/>
              <a:gd name="connsiteX87" fmla="*/ 762328 w 2325894"/>
              <a:gd name="connsiteY87" fmla="*/ 7877 h 2180854"/>
              <a:gd name="connsiteX88" fmla="*/ 634980 w 2325894"/>
              <a:gd name="connsiteY88" fmla="*/ 0 h 2180854"/>
              <a:gd name="connsiteX89" fmla="*/ 658083 w 2325894"/>
              <a:gd name="connsiteY89" fmla="*/ 0 h 2180854"/>
              <a:gd name="connsiteX90" fmla="*/ 659019 w 2325894"/>
              <a:gd name="connsiteY90" fmla="*/ 18476 h 2180854"/>
              <a:gd name="connsiteX91" fmla="*/ 2154827 w 2325894"/>
              <a:gd name="connsiteY91" fmla="*/ 1514157 h 2180854"/>
              <a:gd name="connsiteX92" fmla="*/ 2325894 w 2325894"/>
              <a:gd name="connsiteY92" fmla="*/ 1522823 h 2180854"/>
              <a:gd name="connsiteX93" fmla="*/ 2325894 w 2325894"/>
              <a:gd name="connsiteY93" fmla="*/ 1545924 h 2180854"/>
              <a:gd name="connsiteX94" fmla="*/ 2152472 w 2325894"/>
              <a:gd name="connsiteY94" fmla="*/ 1537138 h 2180854"/>
              <a:gd name="connsiteX95" fmla="*/ 636036 w 2325894"/>
              <a:gd name="connsiteY95" fmla="*/ 20831 h 2180854"/>
              <a:gd name="connsiteX96" fmla="*/ 507911 w 2325894"/>
              <a:gd name="connsiteY96" fmla="*/ 0 h 2180854"/>
              <a:gd name="connsiteX97" fmla="*/ 531128 w 2325894"/>
              <a:gd name="connsiteY97" fmla="*/ 0 h 2180854"/>
              <a:gd name="connsiteX98" fmla="*/ 532727 w 2325894"/>
              <a:gd name="connsiteY98" fmla="*/ 31559 h 2180854"/>
              <a:gd name="connsiteX99" fmla="*/ 2141864 w 2325894"/>
              <a:gd name="connsiteY99" fmla="*/ 1640562 h 2180854"/>
              <a:gd name="connsiteX100" fmla="*/ 2325894 w 2325894"/>
              <a:gd name="connsiteY100" fmla="*/ 1649885 h 2180854"/>
              <a:gd name="connsiteX101" fmla="*/ 2325894 w 2325894"/>
              <a:gd name="connsiteY101" fmla="*/ 1672981 h 2180854"/>
              <a:gd name="connsiteX102" fmla="*/ 2139488 w 2325894"/>
              <a:gd name="connsiteY102" fmla="*/ 1663539 h 2180854"/>
              <a:gd name="connsiteX103" fmla="*/ 509624 w 2325894"/>
              <a:gd name="connsiteY103" fmla="*/ 33818 h 2180854"/>
              <a:gd name="connsiteX104" fmla="*/ 380961 w 2325894"/>
              <a:gd name="connsiteY104" fmla="*/ 0 h 2180854"/>
              <a:gd name="connsiteX105" fmla="*/ 404065 w 2325894"/>
              <a:gd name="connsiteY105" fmla="*/ 0 h 2180854"/>
              <a:gd name="connsiteX106" fmla="*/ 406316 w 2325894"/>
              <a:gd name="connsiteY106" fmla="*/ 44437 h 2180854"/>
              <a:gd name="connsiteX107" fmla="*/ 2128900 w 2325894"/>
              <a:gd name="connsiteY107" fmla="*/ 1766854 h 2180854"/>
              <a:gd name="connsiteX108" fmla="*/ 2325894 w 2325894"/>
              <a:gd name="connsiteY108" fmla="*/ 1776833 h 2180854"/>
              <a:gd name="connsiteX109" fmla="*/ 2325894 w 2325894"/>
              <a:gd name="connsiteY109" fmla="*/ 1799934 h 2180854"/>
              <a:gd name="connsiteX110" fmla="*/ 2126525 w 2325894"/>
              <a:gd name="connsiteY110" fmla="*/ 1789835 h 2180854"/>
              <a:gd name="connsiteX111" fmla="*/ 383332 w 2325894"/>
              <a:gd name="connsiteY111" fmla="*/ 46792 h 2180854"/>
              <a:gd name="connsiteX112" fmla="*/ 254013 w 2325894"/>
              <a:gd name="connsiteY112" fmla="*/ 0 h 2180854"/>
              <a:gd name="connsiteX113" fmla="*/ 277116 w 2325894"/>
              <a:gd name="connsiteY113" fmla="*/ 0 h 2180854"/>
              <a:gd name="connsiteX114" fmla="*/ 280023 w 2325894"/>
              <a:gd name="connsiteY114" fmla="*/ 57371 h 2180854"/>
              <a:gd name="connsiteX115" fmla="*/ 2115917 w 2325894"/>
              <a:gd name="connsiteY115" fmla="*/ 1893125 h 2180854"/>
              <a:gd name="connsiteX116" fmla="*/ 2325894 w 2325894"/>
              <a:gd name="connsiteY116" fmla="*/ 1903762 h 2180854"/>
              <a:gd name="connsiteX117" fmla="*/ 2325894 w 2325894"/>
              <a:gd name="connsiteY117" fmla="*/ 1926863 h 2180854"/>
              <a:gd name="connsiteX118" fmla="*/ 2113563 w 2325894"/>
              <a:gd name="connsiteY118" fmla="*/ 1916107 h 2180854"/>
              <a:gd name="connsiteX119" fmla="*/ 257040 w 2325894"/>
              <a:gd name="connsiteY119" fmla="*/ 59745 h 2180854"/>
              <a:gd name="connsiteX120" fmla="*/ 126949 w 2325894"/>
              <a:gd name="connsiteY120" fmla="*/ 0 h 2180854"/>
              <a:gd name="connsiteX121" fmla="*/ 150160 w 2325894"/>
              <a:gd name="connsiteY121" fmla="*/ 0 h 2180854"/>
              <a:gd name="connsiteX122" fmla="*/ 153729 w 2325894"/>
              <a:gd name="connsiteY122" fmla="*/ 70454 h 2180854"/>
              <a:gd name="connsiteX123" fmla="*/ 2102955 w 2325894"/>
              <a:gd name="connsiteY123" fmla="*/ 2019530 h 2180854"/>
              <a:gd name="connsiteX124" fmla="*/ 2325894 w 2325894"/>
              <a:gd name="connsiteY124" fmla="*/ 2030824 h 2180854"/>
              <a:gd name="connsiteX125" fmla="*/ 2325894 w 2325894"/>
              <a:gd name="connsiteY125" fmla="*/ 2053925 h 2180854"/>
              <a:gd name="connsiteX126" fmla="*/ 2100598 w 2325894"/>
              <a:gd name="connsiteY126" fmla="*/ 2042512 h 2180854"/>
              <a:gd name="connsiteX127" fmla="*/ 130633 w 2325894"/>
              <a:gd name="connsiteY127" fmla="*/ 72714 h 2180854"/>
              <a:gd name="connsiteX128" fmla="*/ 0 w 2325894"/>
              <a:gd name="connsiteY128" fmla="*/ 0 h 2180854"/>
              <a:gd name="connsiteX129" fmla="*/ 23103 w 2325894"/>
              <a:gd name="connsiteY129" fmla="*/ 0 h 2180854"/>
              <a:gd name="connsiteX130" fmla="*/ 27324 w 2325894"/>
              <a:gd name="connsiteY130" fmla="*/ 83311 h 2180854"/>
              <a:gd name="connsiteX131" fmla="*/ 2089991 w 2325894"/>
              <a:gd name="connsiteY131" fmla="*/ 2145803 h 2180854"/>
              <a:gd name="connsiteX132" fmla="*/ 2325894 w 2325894"/>
              <a:gd name="connsiteY132" fmla="*/ 2157753 h 2180854"/>
              <a:gd name="connsiteX133" fmla="*/ 2325894 w 2325894"/>
              <a:gd name="connsiteY133" fmla="*/ 2180854 h 2180854"/>
              <a:gd name="connsiteX134" fmla="*/ 2087636 w 2325894"/>
              <a:gd name="connsiteY134" fmla="*/ 2168784 h 2180854"/>
              <a:gd name="connsiteX135" fmla="*/ 4341 w 2325894"/>
              <a:gd name="connsiteY135" fmla="*/ 85667 h 21808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</a:cxnLst>
            <a:rect l="l" t="t" r="r" b="b"/>
            <a:pathLst>
              <a:path w="2325894" h="2180854">
                <a:moveTo>
                  <a:pt x="2066927" y="0"/>
                </a:moveTo>
                <a:lnTo>
                  <a:pt x="2098882" y="0"/>
                </a:lnTo>
                <a:lnTo>
                  <a:pt x="2128893" y="44463"/>
                </a:lnTo>
                <a:cubicBezTo>
                  <a:pt x="2166753" y="82308"/>
                  <a:pt x="2215417" y="109341"/>
                  <a:pt x="2269798" y="120493"/>
                </a:cubicBezTo>
                <a:lnTo>
                  <a:pt x="2325894" y="126162"/>
                </a:lnTo>
                <a:lnTo>
                  <a:pt x="2325894" y="149263"/>
                </a:lnTo>
                <a:lnTo>
                  <a:pt x="2265120" y="143117"/>
                </a:lnTo>
                <a:cubicBezTo>
                  <a:pt x="2186576" y="127002"/>
                  <a:pt x="2119077" y="80290"/>
                  <a:pt x="2075647" y="16048"/>
                </a:cubicBezTo>
                <a:close/>
                <a:moveTo>
                  <a:pt x="1926448" y="0"/>
                </a:moveTo>
                <a:lnTo>
                  <a:pt x="1950522" y="0"/>
                </a:lnTo>
                <a:lnTo>
                  <a:pt x="1952130" y="5167"/>
                </a:lnTo>
                <a:cubicBezTo>
                  <a:pt x="2003529" y="126455"/>
                  <a:pt x="2112323" y="217766"/>
                  <a:pt x="2244242" y="244834"/>
                </a:cubicBezTo>
                <a:lnTo>
                  <a:pt x="2325894" y="253091"/>
                </a:lnTo>
                <a:lnTo>
                  <a:pt x="2325894" y="276192"/>
                </a:lnTo>
                <a:lnTo>
                  <a:pt x="2239598" y="267464"/>
                </a:lnTo>
                <a:cubicBezTo>
                  <a:pt x="2100173" y="238852"/>
                  <a:pt x="1985178" y="142334"/>
                  <a:pt x="1930848" y="14141"/>
                </a:cubicBezTo>
                <a:close/>
                <a:moveTo>
                  <a:pt x="1794114" y="0"/>
                </a:moveTo>
                <a:lnTo>
                  <a:pt x="1818202" y="0"/>
                </a:lnTo>
                <a:lnTo>
                  <a:pt x="1835170" y="54535"/>
                </a:lnTo>
                <a:cubicBezTo>
                  <a:pt x="1902650" y="213778"/>
                  <a:pt x="2045483" y="333656"/>
                  <a:pt x="2218687" y="369191"/>
                </a:cubicBezTo>
                <a:lnTo>
                  <a:pt x="2325894" y="380032"/>
                </a:lnTo>
                <a:lnTo>
                  <a:pt x="2325894" y="403132"/>
                </a:lnTo>
                <a:lnTo>
                  <a:pt x="2214043" y="391825"/>
                </a:lnTo>
                <a:cubicBezTo>
                  <a:pt x="2033333" y="354761"/>
                  <a:pt x="1884299" y="229720"/>
                  <a:pt x="1813889" y="63559"/>
                </a:cubicBezTo>
                <a:close/>
                <a:moveTo>
                  <a:pt x="1661683" y="0"/>
                </a:moveTo>
                <a:lnTo>
                  <a:pt x="1685874" y="0"/>
                </a:lnTo>
                <a:lnTo>
                  <a:pt x="1718212" y="103965"/>
                </a:lnTo>
                <a:cubicBezTo>
                  <a:pt x="1801772" y="301203"/>
                  <a:pt x="1978643" y="449654"/>
                  <a:pt x="2193133" y="493659"/>
                </a:cubicBezTo>
                <a:lnTo>
                  <a:pt x="2325894" y="507083"/>
                </a:lnTo>
                <a:lnTo>
                  <a:pt x="2325894" y="530183"/>
                </a:lnTo>
                <a:lnTo>
                  <a:pt x="2188450" y="516288"/>
                </a:lnTo>
                <a:cubicBezTo>
                  <a:pt x="1966399" y="470740"/>
                  <a:pt x="1783312" y="317082"/>
                  <a:pt x="1696817" y="112939"/>
                </a:cubicBezTo>
                <a:close/>
                <a:moveTo>
                  <a:pt x="1531553" y="0"/>
                </a:moveTo>
                <a:lnTo>
                  <a:pt x="1554659" y="0"/>
                </a:lnTo>
                <a:lnTo>
                  <a:pt x="1555243" y="5776"/>
                </a:lnTo>
                <a:cubicBezTo>
                  <a:pt x="1623483" y="338327"/>
                  <a:pt x="1902268" y="594992"/>
                  <a:pt x="2245588" y="629962"/>
                </a:cubicBezTo>
                <a:lnTo>
                  <a:pt x="2325894" y="634030"/>
                </a:lnTo>
                <a:lnTo>
                  <a:pt x="2325894" y="657131"/>
                </a:lnTo>
                <a:lnTo>
                  <a:pt x="2243214" y="652943"/>
                </a:lnTo>
                <a:cubicBezTo>
                  <a:pt x="1889750" y="616944"/>
                  <a:pt x="1602834" y="352727"/>
                  <a:pt x="1532607" y="10419"/>
                </a:cubicBezTo>
                <a:close/>
                <a:moveTo>
                  <a:pt x="1404609" y="0"/>
                </a:moveTo>
                <a:lnTo>
                  <a:pt x="1427709" y="0"/>
                </a:lnTo>
                <a:lnTo>
                  <a:pt x="1430873" y="31287"/>
                </a:lnTo>
                <a:cubicBezTo>
                  <a:pt x="1510102" y="417452"/>
                  <a:pt x="1833798" y="715609"/>
                  <a:pt x="2232606" y="756233"/>
                </a:cubicBezTo>
                <a:lnTo>
                  <a:pt x="2325894" y="760959"/>
                </a:lnTo>
                <a:lnTo>
                  <a:pt x="2325894" y="784060"/>
                </a:lnTo>
                <a:lnTo>
                  <a:pt x="2230270" y="779216"/>
                </a:lnTo>
                <a:cubicBezTo>
                  <a:pt x="1821463" y="737574"/>
                  <a:pt x="1489501" y="431938"/>
                  <a:pt x="1408246" y="35964"/>
                </a:cubicBezTo>
                <a:close/>
                <a:moveTo>
                  <a:pt x="1274343" y="0"/>
                </a:moveTo>
                <a:lnTo>
                  <a:pt x="1300756" y="0"/>
                </a:lnTo>
                <a:lnTo>
                  <a:pt x="1306507" y="56884"/>
                </a:lnTo>
                <a:cubicBezTo>
                  <a:pt x="1396745" y="496788"/>
                  <a:pt x="1765420" y="836372"/>
                  <a:pt x="2219643" y="882640"/>
                </a:cubicBezTo>
                <a:lnTo>
                  <a:pt x="2325894" y="888022"/>
                </a:lnTo>
                <a:lnTo>
                  <a:pt x="2325894" y="911123"/>
                </a:lnTo>
                <a:lnTo>
                  <a:pt x="2217286" y="905621"/>
                </a:lnTo>
                <a:cubicBezTo>
                  <a:pt x="1752979" y="858324"/>
                  <a:pt x="1376027" y="511189"/>
                  <a:pt x="1283761" y="61528"/>
                </a:cubicBezTo>
                <a:close/>
                <a:moveTo>
                  <a:pt x="1146071" y="0"/>
                </a:moveTo>
                <a:lnTo>
                  <a:pt x="1169414" y="0"/>
                </a:lnTo>
                <a:lnTo>
                  <a:pt x="1182030" y="82429"/>
                </a:lnTo>
                <a:cubicBezTo>
                  <a:pt x="1283296" y="576000"/>
                  <a:pt x="1697029" y="957001"/>
                  <a:pt x="2206679" y="1008912"/>
                </a:cubicBezTo>
                <a:lnTo>
                  <a:pt x="2325894" y="1014951"/>
                </a:lnTo>
                <a:lnTo>
                  <a:pt x="2325894" y="1038052"/>
                </a:lnTo>
                <a:lnTo>
                  <a:pt x="2204323" y="1031893"/>
                </a:lnTo>
                <a:cubicBezTo>
                  <a:pt x="1684600" y="978953"/>
                  <a:pt x="1262670" y="590398"/>
                  <a:pt x="1159398" y="87072"/>
                </a:cubicBezTo>
                <a:close/>
                <a:moveTo>
                  <a:pt x="1017789" y="0"/>
                </a:moveTo>
                <a:lnTo>
                  <a:pt x="1041132" y="0"/>
                </a:lnTo>
                <a:lnTo>
                  <a:pt x="1057661" y="107992"/>
                </a:lnTo>
                <a:cubicBezTo>
                  <a:pt x="1169939" y="655229"/>
                  <a:pt x="1628650" y="1077653"/>
                  <a:pt x="2193716" y="1135208"/>
                </a:cubicBezTo>
                <a:lnTo>
                  <a:pt x="2325894" y="1141903"/>
                </a:lnTo>
                <a:lnTo>
                  <a:pt x="2325894" y="1165004"/>
                </a:lnTo>
                <a:lnTo>
                  <a:pt x="2191361" y="1158189"/>
                </a:lnTo>
                <a:cubicBezTo>
                  <a:pt x="1616222" y="1099606"/>
                  <a:pt x="1149313" y="669630"/>
                  <a:pt x="1035029" y="112636"/>
                </a:cubicBezTo>
                <a:close/>
                <a:moveTo>
                  <a:pt x="889397" y="0"/>
                </a:moveTo>
                <a:lnTo>
                  <a:pt x="912837" y="0"/>
                </a:lnTo>
                <a:lnTo>
                  <a:pt x="933296" y="133667"/>
                </a:lnTo>
                <a:cubicBezTo>
                  <a:pt x="1056582" y="734570"/>
                  <a:pt x="1560272" y="1198411"/>
                  <a:pt x="2180754" y="1261608"/>
                </a:cubicBezTo>
                <a:lnTo>
                  <a:pt x="2325894" y="1268960"/>
                </a:lnTo>
                <a:lnTo>
                  <a:pt x="2325894" y="1292061"/>
                </a:lnTo>
                <a:lnTo>
                  <a:pt x="2178378" y="1284588"/>
                </a:lnTo>
                <a:cubicBezTo>
                  <a:pt x="1547742" y="1220351"/>
                  <a:pt x="1035844" y="748879"/>
                  <a:pt x="910550" y="138199"/>
                </a:cubicBezTo>
                <a:close/>
                <a:moveTo>
                  <a:pt x="761929" y="0"/>
                </a:moveTo>
                <a:lnTo>
                  <a:pt x="785032" y="0"/>
                </a:lnTo>
                <a:lnTo>
                  <a:pt x="785312" y="5523"/>
                </a:lnTo>
                <a:cubicBezTo>
                  <a:pt x="859466" y="733364"/>
                  <a:pt x="1439889" y="1313736"/>
                  <a:pt x="2167790" y="1387884"/>
                </a:cubicBezTo>
                <a:lnTo>
                  <a:pt x="2325894" y="1395894"/>
                </a:lnTo>
                <a:lnTo>
                  <a:pt x="2325894" y="1418995"/>
                </a:lnTo>
                <a:lnTo>
                  <a:pt x="2165434" y="1410866"/>
                </a:lnTo>
                <a:cubicBezTo>
                  <a:pt x="1426685" y="1335609"/>
                  <a:pt x="837591" y="746563"/>
                  <a:pt x="762328" y="7877"/>
                </a:cubicBezTo>
                <a:close/>
                <a:moveTo>
                  <a:pt x="634980" y="0"/>
                </a:moveTo>
                <a:lnTo>
                  <a:pt x="658083" y="0"/>
                </a:lnTo>
                <a:lnTo>
                  <a:pt x="659019" y="18476"/>
                </a:lnTo>
                <a:cubicBezTo>
                  <a:pt x="739252" y="805990"/>
                  <a:pt x="1367247" y="1433931"/>
                  <a:pt x="2154827" y="1514157"/>
                </a:cubicBezTo>
                <a:lnTo>
                  <a:pt x="2325894" y="1522823"/>
                </a:lnTo>
                <a:lnTo>
                  <a:pt x="2325894" y="1545924"/>
                </a:lnTo>
                <a:lnTo>
                  <a:pt x="2152472" y="1537138"/>
                </a:lnTo>
                <a:cubicBezTo>
                  <a:pt x="1354048" y="1455804"/>
                  <a:pt x="717377" y="819188"/>
                  <a:pt x="636036" y="20831"/>
                </a:cubicBezTo>
                <a:close/>
                <a:moveTo>
                  <a:pt x="507911" y="0"/>
                </a:moveTo>
                <a:lnTo>
                  <a:pt x="531128" y="0"/>
                </a:lnTo>
                <a:lnTo>
                  <a:pt x="532727" y="31559"/>
                </a:lnTo>
                <a:cubicBezTo>
                  <a:pt x="619037" y="878744"/>
                  <a:pt x="1294606" y="1554259"/>
                  <a:pt x="2141864" y="1640562"/>
                </a:cubicBezTo>
                <a:lnTo>
                  <a:pt x="2325894" y="1649885"/>
                </a:lnTo>
                <a:lnTo>
                  <a:pt x="2325894" y="1672981"/>
                </a:lnTo>
                <a:lnTo>
                  <a:pt x="2139488" y="1663539"/>
                </a:lnTo>
                <a:cubicBezTo>
                  <a:pt x="1281294" y="1576127"/>
                  <a:pt x="597044" y="891939"/>
                  <a:pt x="509624" y="33818"/>
                </a:cubicBezTo>
                <a:close/>
                <a:moveTo>
                  <a:pt x="380961" y="0"/>
                </a:moveTo>
                <a:lnTo>
                  <a:pt x="404065" y="0"/>
                </a:lnTo>
                <a:lnTo>
                  <a:pt x="406316" y="44437"/>
                </a:lnTo>
                <a:cubicBezTo>
                  <a:pt x="498717" y="951387"/>
                  <a:pt x="1221951" y="1674473"/>
                  <a:pt x="2128900" y="1766854"/>
                </a:cubicBezTo>
                <a:lnTo>
                  <a:pt x="2325894" y="1776833"/>
                </a:lnTo>
                <a:lnTo>
                  <a:pt x="2325894" y="1799934"/>
                </a:lnTo>
                <a:lnTo>
                  <a:pt x="2126525" y="1789835"/>
                </a:lnTo>
                <a:cubicBezTo>
                  <a:pt x="1208653" y="1696346"/>
                  <a:pt x="476829" y="964585"/>
                  <a:pt x="383332" y="46792"/>
                </a:cubicBezTo>
                <a:close/>
                <a:moveTo>
                  <a:pt x="254013" y="0"/>
                </a:moveTo>
                <a:lnTo>
                  <a:pt x="277116" y="0"/>
                </a:lnTo>
                <a:lnTo>
                  <a:pt x="280023" y="57371"/>
                </a:lnTo>
                <a:cubicBezTo>
                  <a:pt x="378489" y="1023914"/>
                  <a:pt x="1149211" y="1794655"/>
                  <a:pt x="2115917" y="1893125"/>
                </a:cubicBezTo>
                <a:lnTo>
                  <a:pt x="2325894" y="1903762"/>
                </a:lnTo>
                <a:lnTo>
                  <a:pt x="2325894" y="1926863"/>
                </a:lnTo>
                <a:lnTo>
                  <a:pt x="2113563" y="1916107"/>
                </a:lnTo>
                <a:cubicBezTo>
                  <a:pt x="1136012" y="1816541"/>
                  <a:pt x="356615" y="1037211"/>
                  <a:pt x="257040" y="59745"/>
                </a:cubicBezTo>
                <a:close/>
                <a:moveTo>
                  <a:pt x="126949" y="0"/>
                </a:moveTo>
                <a:lnTo>
                  <a:pt x="150160" y="0"/>
                </a:lnTo>
                <a:lnTo>
                  <a:pt x="153729" y="70454"/>
                </a:lnTo>
                <a:cubicBezTo>
                  <a:pt x="258274" y="1096671"/>
                  <a:pt x="1076570" y="1914983"/>
                  <a:pt x="2102955" y="2019530"/>
                </a:cubicBezTo>
                <a:lnTo>
                  <a:pt x="2325894" y="2030824"/>
                </a:lnTo>
                <a:lnTo>
                  <a:pt x="2325894" y="2053925"/>
                </a:lnTo>
                <a:lnTo>
                  <a:pt x="2100598" y="2042512"/>
                </a:lnTo>
                <a:cubicBezTo>
                  <a:pt x="1063358" y="1936856"/>
                  <a:pt x="236298" y="1109866"/>
                  <a:pt x="130633" y="72714"/>
                </a:cubicBezTo>
                <a:close/>
                <a:moveTo>
                  <a:pt x="0" y="0"/>
                </a:moveTo>
                <a:lnTo>
                  <a:pt x="23103" y="0"/>
                </a:lnTo>
                <a:lnTo>
                  <a:pt x="27324" y="83311"/>
                </a:lnTo>
                <a:cubicBezTo>
                  <a:pt x="137958" y="1169290"/>
                  <a:pt x="1003916" y="2035178"/>
                  <a:pt x="2089991" y="2145803"/>
                </a:cubicBezTo>
                <a:lnTo>
                  <a:pt x="2325894" y="2157753"/>
                </a:lnTo>
                <a:lnTo>
                  <a:pt x="2325894" y="2180854"/>
                </a:lnTo>
                <a:lnTo>
                  <a:pt x="2087636" y="2168784"/>
                </a:lnTo>
                <a:cubicBezTo>
                  <a:pt x="990717" y="2057051"/>
                  <a:pt x="116084" y="1182492"/>
                  <a:pt x="4341" y="85667"/>
                </a:cubicBezTo>
                <a:close/>
              </a:path>
            </a:pathLst>
          </a:custGeom>
          <a:solidFill>
            <a:srgbClr val="E6F0FE"/>
          </a:solidFill>
          <a:ln w="4763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lnSpc>
                <a:spcPct val="100000"/>
              </a:lnSpc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55904" y="2825496"/>
            <a:ext cx="10680192" cy="2834640"/>
          </a:xfrm>
        </p:spPr>
        <p:txBody>
          <a:bodyPr>
            <a:no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094808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 x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04E8AF-9DFE-7077-DB36-941F6490BA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8952" y="539496"/>
            <a:ext cx="10671048" cy="768096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B58B80-D2DB-A0A1-0362-1157E90875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2C22E6-000A-05BA-5872-EF37F029AB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6AAAFB85-16C0-836A-1D0D-E65277CC341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271016" y="1545336"/>
            <a:ext cx="2029968" cy="1828800"/>
          </a:xfr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txBody>
          <a:bodyPr anchor="ctr">
            <a:noAutofit/>
          </a:bodyPr>
          <a:lstStyle>
            <a:lvl1pPr marL="0" indent="0" algn="ctr">
              <a:buNone/>
              <a:defRPr sz="14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FB04BFFD-8D76-D31F-232F-38A7065ACAF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271016" y="3191256"/>
            <a:ext cx="2029968" cy="694944"/>
          </a:xfrm>
          <a:solidFill>
            <a:schemeClr val="accent4"/>
          </a:solidFill>
        </p:spPr>
        <p:txBody>
          <a:bodyPr lIns="0" tIns="155448" rIns="0" anchor="t">
            <a:noAutofit/>
          </a:bodyPr>
          <a:lstStyle>
            <a:lvl1pPr marL="0" indent="0" algn="ctr">
              <a:spcBef>
                <a:spcPts val="0"/>
              </a:spcBef>
              <a:buNone/>
              <a:defRPr sz="1400" b="1" cap="all" spc="20" baseline="0">
                <a:solidFill>
                  <a:schemeClr val="accent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21" name="Text Placeholder 20">
            <a:extLst>
              <a:ext uri="{FF2B5EF4-FFF2-40B4-BE49-F238E27FC236}">
                <a16:creationId xmlns:a16="http://schemas.microsoft.com/office/drawing/2014/main" id="{75A2E03A-AFB4-3868-FAB5-A24228FA8A0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271016" y="3616960"/>
            <a:ext cx="2029968" cy="182880"/>
          </a:xfrm>
        </p:spPr>
        <p:txBody>
          <a:bodyPr anchor="ctr">
            <a:noAutofit/>
          </a:bodyPr>
          <a:lstStyle>
            <a:lvl1pPr marL="0" indent="0" algn="ctr">
              <a:buNone/>
              <a:defRPr sz="1200" spc="20" baseline="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10" name="Picture Placeholder 16">
            <a:extLst>
              <a:ext uri="{FF2B5EF4-FFF2-40B4-BE49-F238E27FC236}">
                <a16:creationId xmlns:a16="http://schemas.microsoft.com/office/drawing/2014/main" id="{BB749B9A-080F-37C0-08E6-909A5DA554D4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1271016" y="4144264"/>
            <a:ext cx="2029968" cy="1828800"/>
          </a:xfr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txBody>
          <a:bodyPr anchor="ctr">
            <a:noAutofit/>
          </a:bodyPr>
          <a:lstStyle>
            <a:lvl1pPr marL="0" indent="0" algn="ctr">
              <a:buNone/>
              <a:defRPr sz="14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4" name="Text Placeholder 18">
            <a:extLst>
              <a:ext uri="{FF2B5EF4-FFF2-40B4-BE49-F238E27FC236}">
                <a16:creationId xmlns:a16="http://schemas.microsoft.com/office/drawing/2014/main" id="{C4C7516E-0853-87BE-108B-697DD8E0DA75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1271016" y="5790184"/>
            <a:ext cx="2029968" cy="694944"/>
          </a:xfrm>
          <a:solidFill>
            <a:schemeClr val="accent1"/>
          </a:solidFill>
        </p:spPr>
        <p:txBody>
          <a:bodyPr lIns="0" tIns="155448" rIns="0" anchor="t">
            <a:noAutofit/>
          </a:bodyPr>
          <a:lstStyle>
            <a:lvl1pPr marL="0" indent="0" algn="ctr">
              <a:spcBef>
                <a:spcPts val="0"/>
              </a:spcBef>
              <a:buNone/>
              <a:defRPr sz="1400" b="1" cap="all" spc="20" baseline="0">
                <a:solidFill>
                  <a:schemeClr val="accent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15" name="Text Placeholder 20">
            <a:extLst>
              <a:ext uri="{FF2B5EF4-FFF2-40B4-BE49-F238E27FC236}">
                <a16:creationId xmlns:a16="http://schemas.microsoft.com/office/drawing/2014/main" id="{FB1A74E1-7CEB-F501-F998-7361A20F7349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1271016" y="6215888"/>
            <a:ext cx="2029968" cy="182880"/>
          </a:xfrm>
        </p:spPr>
        <p:txBody>
          <a:bodyPr anchor="ctr">
            <a:noAutofit/>
          </a:bodyPr>
          <a:lstStyle>
            <a:lvl1pPr marL="0" indent="0" algn="ctr">
              <a:buNone/>
              <a:defRPr sz="1200" spc="20" baseline="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23" name="Picture Placeholder 16">
            <a:extLst>
              <a:ext uri="{FF2B5EF4-FFF2-40B4-BE49-F238E27FC236}">
                <a16:creationId xmlns:a16="http://schemas.microsoft.com/office/drawing/2014/main" id="{FBADCD1B-D9E0-EA12-0DD5-22E5C60E5D6B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3828288" y="1545336"/>
            <a:ext cx="2029968" cy="1828800"/>
          </a:xfr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txBody>
          <a:bodyPr anchor="ctr">
            <a:noAutofit/>
          </a:bodyPr>
          <a:lstStyle>
            <a:lvl1pPr marL="0" indent="0" algn="ctr">
              <a:buNone/>
              <a:defRPr sz="14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18">
            <a:extLst>
              <a:ext uri="{FF2B5EF4-FFF2-40B4-BE49-F238E27FC236}">
                <a16:creationId xmlns:a16="http://schemas.microsoft.com/office/drawing/2014/main" id="{AD33972D-9092-4B3C-A699-07849068AF1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28288" y="3191256"/>
            <a:ext cx="2029968" cy="694944"/>
          </a:xfrm>
          <a:solidFill>
            <a:schemeClr val="accent1"/>
          </a:solidFill>
        </p:spPr>
        <p:txBody>
          <a:bodyPr lIns="0" tIns="155448" rIns="0" anchor="t">
            <a:noAutofit/>
          </a:bodyPr>
          <a:lstStyle>
            <a:lvl1pPr marL="0" indent="0" algn="ctr">
              <a:spcBef>
                <a:spcPts val="0"/>
              </a:spcBef>
              <a:buNone/>
              <a:defRPr sz="1400" b="1" cap="all" spc="20" baseline="0">
                <a:solidFill>
                  <a:schemeClr val="accent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24" name="Text Placeholder 20">
            <a:extLst>
              <a:ext uri="{FF2B5EF4-FFF2-40B4-BE49-F238E27FC236}">
                <a16:creationId xmlns:a16="http://schemas.microsoft.com/office/drawing/2014/main" id="{B54F15B1-EAC3-0113-6737-C64480876C5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828288" y="3616960"/>
            <a:ext cx="2029968" cy="182880"/>
          </a:xfrm>
        </p:spPr>
        <p:txBody>
          <a:bodyPr anchor="ctr">
            <a:noAutofit/>
          </a:bodyPr>
          <a:lstStyle>
            <a:lvl1pPr marL="0" indent="0" algn="ctr">
              <a:buNone/>
              <a:defRPr sz="1200" spc="20" baseline="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11" name="Picture Placeholder 16">
            <a:extLst>
              <a:ext uri="{FF2B5EF4-FFF2-40B4-BE49-F238E27FC236}">
                <a16:creationId xmlns:a16="http://schemas.microsoft.com/office/drawing/2014/main" id="{B5D5100A-3D51-45DB-3A84-9E7FB85261E3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3828288" y="4144264"/>
            <a:ext cx="2029968" cy="1828800"/>
          </a:xfr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txBody>
          <a:bodyPr anchor="ctr">
            <a:noAutofit/>
          </a:bodyPr>
          <a:lstStyle>
            <a:lvl1pPr marL="0" indent="0" algn="ctr">
              <a:buNone/>
              <a:defRPr sz="14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6" name="Text Placeholder 18">
            <a:extLst>
              <a:ext uri="{FF2B5EF4-FFF2-40B4-BE49-F238E27FC236}">
                <a16:creationId xmlns:a16="http://schemas.microsoft.com/office/drawing/2014/main" id="{B775B771-678A-D917-7FE0-5DA7A23CCE25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828288" y="5790184"/>
            <a:ext cx="2029968" cy="694944"/>
          </a:xfrm>
          <a:solidFill>
            <a:schemeClr val="accent4"/>
          </a:solidFill>
        </p:spPr>
        <p:txBody>
          <a:bodyPr lIns="0" tIns="155448" rIns="0" anchor="t">
            <a:noAutofit/>
          </a:bodyPr>
          <a:lstStyle>
            <a:lvl1pPr marL="0" indent="0" algn="ctr">
              <a:spcBef>
                <a:spcPts val="0"/>
              </a:spcBef>
              <a:buNone/>
              <a:defRPr sz="1400" b="1" cap="all" spc="20" baseline="0">
                <a:solidFill>
                  <a:schemeClr val="accent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18" name="Text Placeholder 20">
            <a:extLst>
              <a:ext uri="{FF2B5EF4-FFF2-40B4-BE49-F238E27FC236}">
                <a16:creationId xmlns:a16="http://schemas.microsoft.com/office/drawing/2014/main" id="{AA2B9540-B92A-AD9C-C01A-B08A98BF8455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3828288" y="6215888"/>
            <a:ext cx="2029968" cy="182880"/>
          </a:xfrm>
        </p:spPr>
        <p:txBody>
          <a:bodyPr anchor="ctr">
            <a:noAutofit/>
          </a:bodyPr>
          <a:lstStyle>
            <a:lvl1pPr marL="0" indent="0" algn="ctr">
              <a:buNone/>
              <a:defRPr sz="1200" spc="20" baseline="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26" name="Picture Placeholder 16">
            <a:extLst>
              <a:ext uri="{FF2B5EF4-FFF2-40B4-BE49-F238E27FC236}">
                <a16:creationId xmlns:a16="http://schemas.microsoft.com/office/drawing/2014/main" id="{FCEED0A5-9A71-D54A-91FC-264BD71DDED3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6385560" y="1545336"/>
            <a:ext cx="2029968" cy="1828800"/>
          </a:xfr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txBody>
          <a:bodyPr anchor="ctr">
            <a:noAutofit/>
          </a:bodyPr>
          <a:lstStyle>
            <a:lvl1pPr marL="0" indent="0" algn="ctr">
              <a:buNone/>
              <a:defRPr sz="14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5" name="Text Placeholder 18">
            <a:extLst>
              <a:ext uri="{FF2B5EF4-FFF2-40B4-BE49-F238E27FC236}">
                <a16:creationId xmlns:a16="http://schemas.microsoft.com/office/drawing/2014/main" id="{F44A0C74-A714-A8C2-69D2-74CAD68037A5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385560" y="3191256"/>
            <a:ext cx="2029968" cy="694944"/>
          </a:xfrm>
          <a:solidFill>
            <a:schemeClr val="accent4"/>
          </a:solidFill>
        </p:spPr>
        <p:txBody>
          <a:bodyPr lIns="0" tIns="155448" rIns="0" anchor="t">
            <a:noAutofit/>
          </a:bodyPr>
          <a:lstStyle>
            <a:lvl1pPr marL="0" indent="0" algn="ctr">
              <a:spcBef>
                <a:spcPts val="0"/>
              </a:spcBef>
              <a:buNone/>
              <a:defRPr sz="1400" b="1" cap="all" spc="20" baseline="0">
                <a:solidFill>
                  <a:schemeClr val="accent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27" name="Text Placeholder 20">
            <a:extLst>
              <a:ext uri="{FF2B5EF4-FFF2-40B4-BE49-F238E27FC236}">
                <a16:creationId xmlns:a16="http://schemas.microsoft.com/office/drawing/2014/main" id="{552F4682-3F02-2A70-A285-FB2D1822A4D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385560" y="3616960"/>
            <a:ext cx="2029968" cy="182880"/>
          </a:xfrm>
        </p:spPr>
        <p:txBody>
          <a:bodyPr anchor="ctr">
            <a:noAutofit/>
          </a:bodyPr>
          <a:lstStyle>
            <a:lvl1pPr marL="0" indent="0" algn="ctr">
              <a:buNone/>
              <a:defRPr sz="1200" spc="20" baseline="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12" name="Picture Placeholder 16">
            <a:extLst>
              <a:ext uri="{FF2B5EF4-FFF2-40B4-BE49-F238E27FC236}">
                <a16:creationId xmlns:a16="http://schemas.microsoft.com/office/drawing/2014/main" id="{3D2AAC25-9404-1F6F-200C-5660F4995858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6385560" y="4144264"/>
            <a:ext cx="2029968" cy="1828800"/>
          </a:xfr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txBody>
          <a:bodyPr anchor="ctr">
            <a:noAutofit/>
          </a:bodyPr>
          <a:lstStyle>
            <a:lvl1pPr marL="0" indent="0" algn="ctr">
              <a:buNone/>
              <a:defRPr sz="14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0" name="Text Placeholder 18">
            <a:extLst>
              <a:ext uri="{FF2B5EF4-FFF2-40B4-BE49-F238E27FC236}">
                <a16:creationId xmlns:a16="http://schemas.microsoft.com/office/drawing/2014/main" id="{AE4677E1-AC1B-AB9C-5E0C-794903DD1CEB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385560" y="5790184"/>
            <a:ext cx="2029968" cy="694944"/>
          </a:xfrm>
          <a:solidFill>
            <a:schemeClr val="accent1"/>
          </a:solidFill>
        </p:spPr>
        <p:txBody>
          <a:bodyPr lIns="0" tIns="155448" rIns="0" anchor="t">
            <a:noAutofit/>
          </a:bodyPr>
          <a:lstStyle>
            <a:lvl1pPr marL="0" indent="0" algn="ctr">
              <a:spcBef>
                <a:spcPts val="0"/>
              </a:spcBef>
              <a:buNone/>
              <a:defRPr sz="1400" b="1" cap="all" spc="20" baseline="0">
                <a:solidFill>
                  <a:schemeClr val="accent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31" name="Text Placeholder 20">
            <a:extLst>
              <a:ext uri="{FF2B5EF4-FFF2-40B4-BE49-F238E27FC236}">
                <a16:creationId xmlns:a16="http://schemas.microsoft.com/office/drawing/2014/main" id="{826BBF6C-7198-3C15-CDCB-E72B08709C1F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385560" y="6215888"/>
            <a:ext cx="2029968" cy="182880"/>
          </a:xfrm>
        </p:spPr>
        <p:txBody>
          <a:bodyPr anchor="ctr">
            <a:noAutofit/>
          </a:bodyPr>
          <a:lstStyle>
            <a:lvl1pPr marL="0" indent="0" algn="ctr">
              <a:buNone/>
              <a:defRPr sz="1200" spc="20" baseline="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29" name="Picture Placeholder 16">
            <a:extLst>
              <a:ext uri="{FF2B5EF4-FFF2-40B4-BE49-F238E27FC236}">
                <a16:creationId xmlns:a16="http://schemas.microsoft.com/office/drawing/2014/main" id="{4F0F5D16-7316-B120-F378-E3D492FEEB9C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8942832" y="1545336"/>
            <a:ext cx="2029968" cy="1828800"/>
          </a:xfr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txBody>
          <a:bodyPr anchor="ctr">
            <a:noAutofit/>
          </a:bodyPr>
          <a:lstStyle>
            <a:lvl1pPr marL="0" indent="0" algn="ctr">
              <a:buNone/>
              <a:defRPr sz="14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8" name="Text Placeholder 18">
            <a:extLst>
              <a:ext uri="{FF2B5EF4-FFF2-40B4-BE49-F238E27FC236}">
                <a16:creationId xmlns:a16="http://schemas.microsoft.com/office/drawing/2014/main" id="{47AC9724-9FC2-62FA-0DE7-3F9FE9B67A34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942832" y="3191256"/>
            <a:ext cx="2029968" cy="694944"/>
          </a:xfrm>
          <a:solidFill>
            <a:schemeClr val="accent1"/>
          </a:solidFill>
        </p:spPr>
        <p:txBody>
          <a:bodyPr lIns="0" tIns="155448" rIns="0" anchor="t">
            <a:noAutofit/>
          </a:bodyPr>
          <a:lstStyle>
            <a:lvl1pPr marL="0" indent="0" algn="ctr">
              <a:spcBef>
                <a:spcPts val="0"/>
              </a:spcBef>
              <a:buNone/>
              <a:defRPr sz="1400" b="1" cap="all" spc="20" baseline="0">
                <a:solidFill>
                  <a:schemeClr val="accent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30" name="Text Placeholder 20">
            <a:extLst>
              <a:ext uri="{FF2B5EF4-FFF2-40B4-BE49-F238E27FC236}">
                <a16:creationId xmlns:a16="http://schemas.microsoft.com/office/drawing/2014/main" id="{114EE337-FC29-F325-E528-A3F809B28B5B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942832" y="3616960"/>
            <a:ext cx="2029968" cy="182880"/>
          </a:xfrm>
        </p:spPr>
        <p:txBody>
          <a:bodyPr anchor="ctr">
            <a:noAutofit/>
          </a:bodyPr>
          <a:lstStyle>
            <a:lvl1pPr marL="0" indent="0" algn="ctr">
              <a:buNone/>
              <a:defRPr sz="1200" spc="20" baseline="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13" name="Picture Placeholder 16">
            <a:extLst>
              <a:ext uri="{FF2B5EF4-FFF2-40B4-BE49-F238E27FC236}">
                <a16:creationId xmlns:a16="http://schemas.microsoft.com/office/drawing/2014/main" id="{90CBAA5D-3D9B-0CB5-E527-996433638BE3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8942832" y="4144264"/>
            <a:ext cx="2029968" cy="1828800"/>
          </a:xfr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txBody>
          <a:bodyPr anchor="ctr">
            <a:noAutofit/>
          </a:bodyPr>
          <a:lstStyle>
            <a:lvl1pPr marL="0" indent="0" algn="ctr">
              <a:buNone/>
              <a:defRPr sz="14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2" name="Text Placeholder 18">
            <a:extLst>
              <a:ext uri="{FF2B5EF4-FFF2-40B4-BE49-F238E27FC236}">
                <a16:creationId xmlns:a16="http://schemas.microsoft.com/office/drawing/2014/main" id="{5B47333C-2F5E-FA7D-5DD1-191E0F421B6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942832" y="5790184"/>
            <a:ext cx="2029968" cy="694944"/>
          </a:xfrm>
          <a:solidFill>
            <a:schemeClr val="accent4"/>
          </a:solidFill>
        </p:spPr>
        <p:txBody>
          <a:bodyPr lIns="0" tIns="155448" rIns="0" anchor="t">
            <a:noAutofit/>
          </a:bodyPr>
          <a:lstStyle>
            <a:lvl1pPr marL="0" indent="0" algn="ctr">
              <a:spcBef>
                <a:spcPts val="0"/>
              </a:spcBef>
              <a:buNone/>
              <a:defRPr sz="1400" b="1" cap="all" spc="20" baseline="0">
                <a:solidFill>
                  <a:schemeClr val="accent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33" name="Text Placeholder 20">
            <a:extLst>
              <a:ext uri="{FF2B5EF4-FFF2-40B4-BE49-F238E27FC236}">
                <a16:creationId xmlns:a16="http://schemas.microsoft.com/office/drawing/2014/main" id="{D0AA2AE2-5A11-76D4-4D9C-B6B24D1419D0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8942832" y="6215888"/>
            <a:ext cx="2029968" cy="182880"/>
          </a:xfrm>
        </p:spPr>
        <p:txBody>
          <a:bodyPr anchor="ctr">
            <a:noAutofit/>
          </a:bodyPr>
          <a:lstStyle>
            <a:lvl1pPr marL="0" indent="0" algn="ctr">
              <a:buNone/>
              <a:defRPr sz="1200" spc="20" baseline="0"/>
            </a:lvl1pPr>
          </a:lstStyle>
          <a:p>
            <a:pPr lvl="0"/>
            <a:r>
              <a:rPr lang="en-US" dirty="0"/>
              <a:t>Title</a:t>
            </a:r>
          </a:p>
        </p:txBody>
      </p:sp>
    </p:spTree>
    <p:extLst>
      <p:ext uri="{BB962C8B-B14F-4D97-AF65-F5344CB8AC3E}">
        <p14:creationId xmlns:p14="http://schemas.microsoft.com/office/powerpoint/2010/main" val="190070913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19">
            <a:extLst>
              <a:ext uri="{FF2B5EF4-FFF2-40B4-BE49-F238E27FC236}">
                <a16:creationId xmlns:a16="http://schemas.microsoft.com/office/drawing/2014/main" id="{C26B5661-F583-FA44-8353-161B862E69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86784" y="1243584"/>
            <a:ext cx="8165592" cy="768096"/>
          </a:xfrm>
        </p:spPr>
        <p:txBody>
          <a:bodyPr>
            <a:noAutofit/>
          </a:bodyPr>
          <a:lstStyle>
            <a:lvl1pPr algn="l">
              <a:lnSpc>
                <a:spcPct val="100000"/>
              </a:lnSpc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Image 0" descr="preencoded.png">
            <a:extLst>
              <a:ext uri="{FF2B5EF4-FFF2-40B4-BE49-F238E27FC236}">
                <a16:creationId xmlns:a16="http://schemas.microsoft.com/office/drawing/2014/main" id="{CD2D664E-6702-6607-A37E-2E996144917C}"/>
              </a:ext>
            </a:extLst>
          </p:cNvPr>
          <p:cNvSpPr/>
          <p:nvPr userDrawn="1"/>
        </p:nvSpPr>
        <p:spPr>
          <a:xfrm>
            <a:off x="-5568" y="-2784"/>
            <a:ext cx="3443288" cy="6891337"/>
          </a:xfrm>
          <a:custGeom>
            <a:avLst/>
            <a:gdLst>
              <a:gd name="connsiteX0" fmla="*/ 3443288 w 3443288"/>
              <a:gd name="connsiteY0" fmla="*/ 0 h 6891337"/>
              <a:gd name="connsiteX1" fmla="*/ 0 w 3443288"/>
              <a:gd name="connsiteY1" fmla="*/ 0 h 6891337"/>
              <a:gd name="connsiteX2" fmla="*/ 0 w 3443288"/>
              <a:gd name="connsiteY2" fmla="*/ 6891338 h 6891337"/>
              <a:gd name="connsiteX3" fmla="*/ 3443288 w 3443288"/>
              <a:gd name="connsiteY3" fmla="*/ 6891338 h 6891337"/>
              <a:gd name="connsiteX4" fmla="*/ 3443288 w 3443288"/>
              <a:gd name="connsiteY4" fmla="*/ 0 h 68913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43288" h="6891337">
                <a:moveTo>
                  <a:pt x="3443288" y="0"/>
                </a:moveTo>
                <a:lnTo>
                  <a:pt x="0" y="0"/>
                </a:lnTo>
                <a:lnTo>
                  <a:pt x="0" y="6891338"/>
                </a:lnTo>
                <a:lnTo>
                  <a:pt x="3443288" y="6891338"/>
                </a:lnTo>
                <a:lnTo>
                  <a:pt x="3443288" y="0"/>
                </a:lnTo>
                <a:close/>
              </a:path>
            </a:pathLst>
          </a:custGeom>
          <a:solidFill>
            <a:schemeClr val="accent3"/>
          </a:solidFill>
          <a:ln w="4756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pic>
        <p:nvPicPr>
          <p:cNvPr id="13" name="Image 1" descr="preencoded.png">
            <a:extLst>
              <a:ext uri="{FF2B5EF4-FFF2-40B4-BE49-F238E27FC236}">
                <a16:creationId xmlns:a16="http://schemas.microsoft.com/office/drawing/2014/main" id="{951C5737-DF7E-D671-AC74-9E488335BCA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703311" y="-2784"/>
            <a:ext cx="1734410" cy="5167313"/>
          </a:xfrm>
          <a:prstGeom prst="rect">
            <a:avLst/>
          </a:prstGeom>
        </p:spPr>
      </p:pic>
      <p:sp>
        <p:nvSpPr>
          <p:cNvPr id="39" name="Freeform: Shape 38">
            <a:extLst>
              <a:ext uri="{FF2B5EF4-FFF2-40B4-BE49-F238E27FC236}">
                <a16:creationId xmlns:a16="http://schemas.microsoft.com/office/drawing/2014/main" id="{F232A1E1-DD38-15EA-6CA1-A84950EC43F0}"/>
              </a:ext>
            </a:extLst>
          </p:cNvPr>
          <p:cNvSpPr/>
          <p:nvPr/>
        </p:nvSpPr>
        <p:spPr>
          <a:xfrm>
            <a:off x="1721621" y="-2784"/>
            <a:ext cx="1716115" cy="1720853"/>
          </a:xfrm>
          <a:custGeom>
            <a:avLst/>
            <a:gdLst>
              <a:gd name="connsiteX0" fmla="*/ 93358 w 1716115"/>
              <a:gd name="connsiteY0" fmla="*/ 0 h 1720853"/>
              <a:gd name="connsiteX1" fmla="*/ 110348 w 1716115"/>
              <a:gd name="connsiteY1" fmla="*/ 0 h 1720853"/>
              <a:gd name="connsiteX2" fmla="*/ 1716029 w 1716115"/>
              <a:gd name="connsiteY2" fmla="*/ 1610112 h 1720853"/>
              <a:gd name="connsiteX3" fmla="*/ 1716029 w 1716115"/>
              <a:gd name="connsiteY3" fmla="*/ 1627151 h 1720853"/>
              <a:gd name="connsiteX4" fmla="*/ 1716115 w 1716115"/>
              <a:gd name="connsiteY4" fmla="*/ 1627237 h 1720853"/>
              <a:gd name="connsiteX5" fmla="*/ 93358 w 1716115"/>
              <a:gd name="connsiteY5" fmla="*/ 0 h 1720853"/>
              <a:gd name="connsiteX6" fmla="*/ 0 w 1716115"/>
              <a:gd name="connsiteY6" fmla="*/ 0 h 1720853"/>
              <a:gd name="connsiteX7" fmla="*/ 16989 w 1716115"/>
              <a:gd name="connsiteY7" fmla="*/ 0 h 1720853"/>
              <a:gd name="connsiteX8" fmla="*/ 1716114 w 1716115"/>
              <a:gd name="connsiteY8" fmla="*/ 1703814 h 1720853"/>
              <a:gd name="connsiteX9" fmla="*/ 1716114 w 1716115"/>
              <a:gd name="connsiteY9" fmla="*/ 1720853 h 1720853"/>
              <a:gd name="connsiteX10" fmla="*/ 0 w 1716115"/>
              <a:gd name="connsiteY10" fmla="*/ 0 h 1720853"/>
              <a:gd name="connsiteX11" fmla="*/ 186798 w 1716115"/>
              <a:gd name="connsiteY11" fmla="*/ 0 h 1720853"/>
              <a:gd name="connsiteX12" fmla="*/ 203788 w 1716115"/>
              <a:gd name="connsiteY12" fmla="*/ 0 h 1720853"/>
              <a:gd name="connsiteX13" fmla="*/ 1716109 w 1716115"/>
              <a:gd name="connsiteY13" fmla="*/ 1516501 h 1720853"/>
              <a:gd name="connsiteX14" fmla="*/ 1716109 w 1716115"/>
              <a:gd name="connsiteY14" fmla="*/ 1533535 h 1720853"/>
              <a:gd name="connsiteX15" fmla="*/ 186798 w 1716115"/>
              <a:gd name="connsiteY15" fmla="*/ 0 h 1720853"/>
              <a:gd name="connsiteX16" fmla="*/ 280155 w 1716115"/>
              <a:gd name="connsiteY16" fmla="*/ 0 h 1720853"/>
              <a:gd name="connsiteX17" fmla="*/ 297145 w 1716115"/>
              <a:gd name="connsiteY17" fmla="*/ 0 h 1720853"/>
              <a:gd name="connsiteX18" fmla="*/ 1716114 w 1716115"/>
              <a:gd name="connsiteY18" fmla="*/ 1422885 h 1720853"/>
              <a:gd name="connsiteX19" fmla="*/ 1716114 w 1716115"/>
              <a:gd name="connsiteY19" fmla="*/ 1439924 h 1720853"/>
              <a:gd name="connsiteX20" fmla="*/ 280155 w 1716115"/>
              <a:gd name="connsiteY20" fmla="*/ 0 h 1720853"/>
              <a:gd name="connsiteX21" fmla="*/ 373512 w 1716115"/>
              <a:gd name="connsiteY21" fmla="*/ 0 h 1720853"/>
              <a:gd name="connsiteX22" fmla="*/ 390502 w 1716115"/>
              <a:gd name="connsiteY22" fmla="*/ 0 h 1720853"/>
              <a:gd name="connsiteX23" fmla="*/ 1716029 w 1716115"/>
              <a:gd name="connsiteY23" fmla="*/ 1329184 h 1720853"/>
              <a:gd name="connsiteX24" fmla="*/ 1716029 w 1716115"/>
              <a:gd name="connsiteY24" fmla="*/ 1346223 h 1720853"/>
              <a:gd name="connsiteX25" fmla="*/ 1716114 w 1716115"/>
              <a:gd name="connsiteY25" fmla="*/ 1346308 h 1720853"/>
              <a:gd name="connsiteX26" fmla="*/ 373512 w 1716115"/>
              <a:gd name="connsiteY26" fmla="*/ 0 h 1720853"/>
              <a:gd name="connsiteX27" fmla="*/ 466953 w 1716115"/>
              <a:gd name="connsiteY27" fmla="*/ 0 h 1720853"/>
              <a:gd name="connsiteX28" fmla="*/ 483944 w 1716115"/>
              <a:gd name="connsiteY28" fmla="*/ 0 h 1720853"/>
              <a:gd name="connsiteX29" fmla="*/ 1716110 w 1716115"/>
              <a:gd name="connsiteY29" fmla="*/ 1235573 h 1720853"/>
              <a:gd name="connsiteX30" fmla="*/ 1716110 w 1716115"/>
              <a:gd name="connsiteY30" fmla="*/ 1252607 h 1720853"/>
              <a:gd name="connsiteX31" fmla="*/ 466953 w 1716115"/>
              <a:gd name="connsiteY31" fmla="*/ 0 h 1720853"/>
              <a:gd name="connsiteX32" fmla="*/ 560310 w 1716115"/>
              <a:gd name="connsiteY32" fmla="*/ 0 h 1720853"/>
              <a:gd name="connsiteX33" fmla="*/ 577297 w 1716115"/>
              <a:gd name="connsiteY33" fmla="*/ 0 h 1720853"/>
              <a:gd name="connsiteX34" fmla="*/ 1716109 w 1716115"/>
              <a:gd name="connsiteY34" fmla="*/ 1141957 h 1720853"/>
              <a:gd name="connsiteX35" fmla="*/ 1716109 w 1716115"/>
              <a:gd name="connsiteY35" fmla="*/ 1158991 h 1720853"/>
              <a:gd name="connsiteX36" fmla="*/ 560310 w 1716115"/>
              <a:gd name="connsiteY36" fmla="*/ 0 h 1720853"/>
              <a:gd name="connsiteX37" fmla="*/ 653668 w 1716115"/>
              <a:gd name="connsiteY37" fmla="*/ 0 h 1720853"/>
              <a:gd name="connsiteX38" fmla="*/ 670655 w 1716115"/>
              <a:gd name="connsiteY38" fmla="*/ 0 h 1720853"/>
              <a:gd name="connsiteX39" fmla="*/ 1716029 w 1716115"/>
              <a:gd name="connsiteY39" fmla="*/ 1048255 h 1720853"/>
              <a:gd name="connsiteX40" fmla="*/ 1716029 w 1716115"/>
              <a:gd name="connsiteY40" fmla="*/ 1065294 h 1720853"/>
              <a:gd name="connsiteX41" fmla="*/ 1716114 w 1716115"/>
              <a:gd name="connsiteY41" fmla="*/ 1065380 h 1720853"/>
              <a:gd name="connsiteX42" fmla="*/ 653668 w 1716115"/>
              <a:gd name="connsiteY42" fmla="*/ 0 h 1720853"/>
              <a:gd name="connsiteX43" fmla="*/ 747112 w 1716115"/>
              <a:gd name="connsiteY43" fmla="*/ 0 h 1720853"/>
              <a:gd name="connsiteX44" fmla="*/ 764104 w 1716115"/>
              <a:gd name="connsiteY44" fmla="*/ 0 h 1720853"/>
              <a:gd name="connsiteX45" fmla="*/ 1716115 w 1716115"/>
              <a:gd name="connsiteY45" fmla="*/ 954644 h 1720853"/>
              <a:gd name="connsiteX46" fmla="*/ 1716115 w 1716115"/>
              <a:gd name="connsiteY46" fmla="*/ 971678 h 1720853"/>
              <a:gd name="connsiteX47" fmla="*/ 747112 w 1716115"/>
              <a:gd name="connsiteY47" fmla="*/ 0 h 1720853"/>
              <a:gd name="connsiteX48" fmla="*/ 840465 w 1716115"/>
              <a:gd name="connsiteY48" fmla="*/ 0 h 1720853"/>
              <a:gd name="connsiteX49" fmla="*/ 857452 w 1716115"/>
              <a:gd name="connsiteY49" fmla="*/ 0 h 1720853"/>
              <a:gd name="connsiteX50" fmla="*/ 1716109 w 1716115"/>
              <a:gd name="connsiteY50" fmla="*/ 861028 h 1720853"/>
              <a:gd name="connsiteX51" fmla="*/ 1716109 w 1716115"/>
              <a:gd name="connsiteY51" fmla="*/ 878062 h 1720853"/>
              <a:gd name="connsiteX52" fmla="*/ 840465 w 1716115"/>
              <a:gd name="connsiteY52" fmla="*/ 0 h 1720853"/>
              <a:gd name="connsiteX53" fmla="*/ 933823 w 1716115"/>
              <a:gd name="connsiteY53" fmla="*/ 0 h 1720853"/>
              <a:gd name="connsiteX54" fmla="*/ 950810 w 1716115"/>
              <a:gd name="connsiteY54" fmla="*/ 0 h 1720853"/>
              <a:gd name="connsiteX55" fmla="*/ 1716114 w 1716115"/>
              <a:gd name="connsiteY55" fmla="*/ 767327 h 1720853"/>
              <a:gd name="connsiteX56" fmla="*/ 1716114 w 1716115"/>
              <a:gd name="connsiteY56" fmla="*/ 784366 h 1720853"/>
              <a:gd name="connsiteX57" fmla="*/ 1716114 w 1716115"/>
              <a:gd name="connsiteY57" fmla="*/ 784451 h 1720853"/>
              <a:gd name="connsiteX58" fmla="*/ 933823 w 1716115"/>
              <a:gd name="connsiteY58" fmla="*/ 0 h 1720853"/>
              <a:gd name="connsiteX59" fmla="*/ 1027262 w 1716115"/>
              <a:gd name="connsiteY59" fmla="*/ 0 h 1720853"/>
              <a:gd name="connsiteX60" fmla="*/ 1044254 w 1716115"/>
              <a:gd name="connsiteY60" fmla="*/ 0 h 1720853"/>
              <a:gd name="connsiteX61" fmla="*/ 1716110 w 1716115"/>
              <a:gd name="connsiteY61" fmla="*/ 673716 h 1720853"/>
              <a:gd name="connsiteX62" fmla="*/ 1716110 w 1716115"/>
              <a:gd name="connsiteY62" fmla="*/ 690750 h 1720853"/>
              <a:gd name="connsiteX63" fmla="*/ 1027262 w 1716115"/>
              <a:gd name="connsiteY63" fmla="*/ 0 h 1720853"/>
              <a:gd name="connsiteX64" fmla="*/ 1120625 w 1716115"/>
              <a:gd name="connsiteY64" fmla="*/ 0 h 1720853"/>
              <a:gd name="connsiteX65" fmla="*/ 1137612 w 1716115"/>
              <a:gd name="connsiteY65" fmla="*/ 0 h 1720853"/>
              <a:gd name="connsiteX66" fmla="*/ 1716115 w 1716115"/>
              <a:gd name="connsiteY66" fmla="*/ 580100 h 1720853"/>
              <a:gd name="connsiteX67" fmla="*/ 1716115 w 1716115"/>
              <a:gd name="connsiteY67" fmla="*/ 597134 h 1720853"/>
              <a:gd name="connsiteX68" fmla="*/ 1120625 w 1716115"/>
              <a:gd name="connsiteY68" fmla="*/ 0 h 1720853"/>
              <a:gd name="connsiteX69" fmla="*/ 1213978 w 1716115"/>
              <a:gd name="connsiteY69" fmla="*/ 0 h 1720853"/>
              <a:gd name="connsiteX70" fmla="*/ 1230965 w 1716115"/>
              <a:gd name="connsiteY70" fmla="*/ 0 h 1720853"/>
              <a:gd name="connsiteX71" fmla="*/ 1716109 w 1716115"/>
              <a:gd name="connsiteY71" fmla="*/ 486398 h 1720853"/>
              <a:gd name="connsiteX72" fmla="*/ 1716109 w 1716115"/>
              <a:gd name="connsiteY72" fmla="*/ 503437 h 1720853"/>
              <a:gd name="connsiteX73" fmla="*/ 1716109 w 1716115"/>
              <a:gd name="connsiteY73" fmla="*/ 503523 h 1720853"/>
              <a:gd name="connsiteX74" fmla="*/ 1213978 w 1716115"/>
              <a:gd name="connsiteY74" fmla="*/ 0 h 1720853"/>
              <a:gd name="connsiteX75" fmla="*/ 1307422 w 1716115"/>
              <a:gd name="connsiteY75" fmla="*/ 0 h 1720853"/>
              <a:gd name="connsiteX76" fmla="*/ 1324414 w 1716115"/>
              <a:gd name="connsiteY76" fmla="*/ 0 h 1720853"/>
              <a:gd name="connsiteX77" fmla="*/ 1716115 w 1716115"/>
              <a:gd name="connsiteY77" fmla="*/ 392784 h 1720853"/>
              <a:gd name="connsiteX78" fmla="*/ 1716115 w 1716115"/>
              <a:gd name="connsiteY78" fmla="*/ 409821 h 1720853"/>
              <a:gd name="connsiteX79" fmla="*/ 1307422 w 1716115"/>
              <a:gd name="connsiteY79" fmla="*/ 0 h 1720853"/>
              <a:gd name="connsiteX80" fmla="*/ 1400775 w 1716115"/>
              <a:gd name="connsiteY80" fmla="*/ 0 h 1720853"/>
              <a:gd name="connsiteX81" fmla="*/ 1417762 w 1716115"/>
              <a:gd name="connsiteY81" fmla="*/ 0 h 1720853"/>
              <a:gd name="connsiteX82" fmla="*/ 1716109 w 1716115"/>
              <a:gd name="connsiteY82" fmla="*/ 299170 h 1720853"/>
              <a:gd name="connsiteX83" fmla="*/ 1716109 w 1716115"/>
              <a:gd name="connsiteY83" fmla="*/ 316207 h 1720853"/>
              <a:gd name="connsiteX84" fmla="*/ 1400775 w 1716115"/>
              <a:gd name="connsiteY84" fmla="*/ 0 h 1720853"/>
              <a:gd name="connsiteX85" fmla="*/ 1494133 w 1716115"/>
              <a:gd name="connsiteY85" fmla="*/ 0 h 1720853"/>
              <a:gd name="connsiteX86" fmla="*/ 1511120 w 1716115"/>
              <a:gd name="connsiteY86" fmla="*/ 0 h 1720853"/>
              <a:gd name="connsiteX87" fmla="*/ 1716109 w 1716115"/>
              <a:gd name="connsiteY87" fmla="*/ 205556 h 1720853"/>
              <a:gd name="connsiteX88" fmla="*/ 1716109 w 1716115"/>
              <a:gd name="connsiteY88" fmla="*/ 222592 h 1720853"/>
              <a:gd name="connsiteX89" fmla="*/ 1494133 w 1716115"/>
              <a:gd name="connsiteY89" fmla="*/ 0 h 17208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</a:cxnLst>
            <a:rect l="l" t="t" r="r" b="b"/>
            <a:pathLst>
              <a:path w="1716115" h="1720853">
                <a:moveTo>
                  <a:pt x="93358" y="0"/>
                </a:moveTo>
                <a:lnTo>
                  <a:pt x="110348" y="0"/>
                </a:lnTo>
                <a:cubicBezTo>
                  <a:pt x="110348" y="887874"/>
                  <a:pt x="830686" y="1610112"/>
                  <a:pt x="1716029" y="1610112"/>
                </a:cubicBezTo>
                <a:lnTo>
                  <a:pt x="1716029" y="1627151"/>
                </a:lnTo>
                <a:lnTo>
                  <a:pt x="1716115" y="1627237"/>
                </a:lnTo>
                <a:cubicBezTo>
                  <a:pt x="821334" y="1627237"/>
                  <a:pt x="93358" y="897252"/>
                  <a:pt x="93358" y="0"/>
                </a:cubicBezTo>
                <a:close/>
                <a:moveTo>
                  <a:pt x="0" y="0"/>
                </a:moveTo>
                <a:lnTo>
                  <a:pt x="16989" y="0"/>
                </a:lnTo>
                <a:cubicBezTo>
                  <a:pt x="16989" y="939499"/>
                  <a:pt x="779202" y="1703814"/>
                  <a:pt x="1716114" y="1703814"/>
                </a:cubicBezTo>
                <a:lnTo>
                  <a:pt x="1716114" y="1720853"/>
                </a:lnTo>
                <a:cubicBezTo>
                  <a:pt x="769850" y="1720853"/>
                  <a:pt x="0" y="948877"/>
                  <a:pt x="0" y="0"/>
                </a:cubicBezTo>
                <a:close/>
                <a:moveTo>
                  <a:pt x="186798" y="0"/>
                </a:moveTo>
                <a:lnTo>
                  <a:pt x="203788" y="0"/>
                </a:lnTo>
                <a:cubicBezTo>
                  <a:pt x="203788" y="836248"/>
                  <a:pt x="882254" y="1516501"/>
                  <a:pt x="1716109" y="1516501"/>
                </a:cubicBezTo>
                <a:lnTo>
                  <a:pt x="1716109" y="1533535"/>
                </a:lnTo>
                <a:cubicBezTo>
                  <a:pt x="872812" y="1533535"/>
                  <a:pt x="186798" y="845626"/>
                  <a:pt x="186798" y="0"/>
                </a:cubicBezTo>
                <a:close/>
                <a:moveTo>
                  <a:pt x="280155" y="0"/>
                </a:moveTo>
                <a:lnTo>
                  <a:pt x="297145" y="0"/>
                </a:lnTo>
                <a:cubicBezTo>
                  <a:pt x="297145" y="784537"/>
                  <a:pt x="933652" y="1422885"/>
                  <a:pt x="1716114" y="1422885"/>
                </a:cubicBezTo>
                <a:lnTo>
                  <a:pt x="1716114" y="1439924"/>
                </a:lnTo>
                <a:cubicBezTo>
                  <a:pt x="924300" y="1439924"/>
                  <a:pt x="280155" y="794001"/>
                  <a:pt x="280155" y="0"/>
                </a:cubicBezTo>
                <a:close/>
                <a:moveTo>
                  <a:pt x="373512" y="0"/>
                </a:moveTo>
                <a:lnTo>
                  <a:pt x="390502" y="0"/>
                </a:lnTo>
                <a:cubicBezTo>
                  <a:pt x="390502" y="732911"/>
                  <a:pt x="985135" y="1329184"/>
                  <a:pt x="1716029" y="1329184"/>
                </a:cubicBezTo>
                <a:lnTo>
                  <a:pt x="1716029" y="1346223"/>
                </a:lnTo>
                <a:lnTo>
                  <a:pt x="1716114" y="1346308"/>
                </a:lnTo>
                <a:cubicBezTo>
                  <a:pt x="975783" y="1346308"/>
                  <a:pt x="373512" y="742375"/>
                  <a:pt x="373512" y="0"/>
                </a:cubicBezTo>
                <a:close/>
                <a:moveTo>
                  <a:pt x="466953" y="0"/>
                </a:moveTo>
                <a:lnTo>
                  <a:pt x="483944" y="0"/>
                </a:lnTo>
                <a:cubicBezTo>
                  <a:pt x="483944" y="681286"/>
                  <a:pt x="1036704" y="1235573"/>
                  <a:pt x="1716110" y="1235573"/>
                </a:cubicBezTo>
                <a:lnTo>
                  <a:pt x="1716110" y="1252607"/>
                </a:lnTo>
                <a:cubicBezTo>
                  <a:pt x="1027347" y="1252607"/>
                  <a:pt x="466953" y="690664"/>
                  <a:pt x="466953" y="0"/>
                </a:cubicBezTo>
                <a:close/>
                <a:moveTo>
                  <a:pt x="560310" y="0"/>
                </a:moveTo>
                <a:lnTo>
                  <a:pt x="577297" y="0"/>
                </a:lnTo>
                <a:cubicBezTo>
                  <a:pt x="577297" y="629660"/>
                  <a:pt x="1088188" y="1141957"/>
                  <a:pt x="1716109" y="1141957"/>
                </a:cubicBezTo>
                <a:lnTo>
                  <a:pt x="1716109" y="1158991"/>
                </a:lnTo>
                <a:cubicBezTo>
                  <a:pt x="1078835" y="1158991"/>
                  <a:pt x="560310" y="639038"/>
                  <a:pt x="560310" y="0"/>
                </a:cubicBezTo>
                <a:close/>
                <a:moveTo>
                  <a:pt x="653668" y="0"/>
                </a:moveTo>
                <a:lnTo>
                  <a:pt x="670655" y="0"/>
                </a:lnTo>
                <a:cubicBezTo>
                  <a:pt x="670655" y="578035"/>
                  <a:pt x="1139586" y="1048255"/>
                  <a:pt x="1716029" y="1048255"/>
                </a:cubicBezTo>
                <a:lnTo>
                  <a:pt x="1716029" y="1065294"/>
                </a:lnTo>
                <a:lnTo>
                  <a:pt x="1716114" y="1065380"/>
                </a:lnTo>
                <a:cubicBezTo>
                  <a:pt x="1130319" y="1065380"/>
                  <a:pt x="653668" y="587499"/>
                  <a:pt x="653668" y="0"/>
                </a:cubicBezTo>
                <a:close/>
                <a:moveTo>
                  <a:pt x="747112" y="0"/>
                </a:moveTo>
                <a:lnTo>
                  <a:pt x="764104" y="0"/>
                </a:lnTo>
                <a:cubicBezTo>
                  <a:pt x="764104" y="526409"/>
                  <a:pt x="1191155" y="954644"/>
                  <a:pt x="1716115" y="954644"/>
                </a:cubicBezTo>
                <a:lnTo>
                  <a:pt x="1716115" y="971678"/>
                </a:lnTo>
                <a:cubicBezTo>
                  <a:pt x="1181802" y="971678"/>
                  <a:pt x="747112" y="535787"/>
                  <a:pt x="747112" y="0"/>
                </a:cubicBezTo>
                <a:close/>
                <a:moveTo>
                  <a:pt x="840465" y="0"/>
                </a:moveTo>
                <a:lnTo>
                  <a:pt x="857452" y="0"/>
                </a:lnTo>
                <a:cubicBezTo>
                  <a:pt x="857452" y="474783"/>
                  <a:pt x="1242638" y="861028"/>
                  <a:pt x="1716109" y="861028"/>
                </a:cubicBezTo>
                <a:lnTo>
                  <a:pt x="1716109" y="878062"/>
                </a:lnTo>
                <a:cubicBezTo>
                  <a:pt x="1233281" y="878062"/>
                  <a:pt x="840465" y="484162"/>
                  <a:pt x="840465" y="0"/>
                </a:cubicBezTo>
                <a:close/>
                <a:moveTo>
                  <a:pt x="933823" y="0"/>
                </a:moveTo>
                <a:lnTo>
                  <a:pt x="950810" y="0"/>
                </a:lnTo>
                <a:cubicBezTo>
                  <a:pt x="950810" y="423157"/>
                  <a:pt x="1294121" y="767327"/>
                  <a:pt x="1716114" y="767327"/>
                </a:cubicBezTo>
                <a:lnTo>
                  <a:pt x="1716114" y="784366"/>
                </a:lnTo>
                <a:lnTo>
                  <a:pt x="1716114" y="784451"/>
                </a:lnTo>
                <a:cubicBezTo>
                  <a:pt x="1284769" y="784451"/>
                  <a:pt x="933823" y="432536"/>
                  <a:pt x="933823" y="0"/>
                </a:cubicBezTo>
                <a:close/>
                <a:moveTo>
                  <a:pt x="1027262" y="0"/>
                </a:moveTo>
                <a:lnTo>
                  <a:pt x="1044254" y="0"/>
                </a:lnTo>
                <a:cubicBezTo>
                  <a:pt x="1044254" y="371532"/>
                  <a:pt x="1345685" y="673716"/>
                  <a:pt x="1716110" y="673716"/>
                </a:cubicBezTo>
                <a:lnTo>
                  <a:pt x="1716110" y="690750"/>
                </a:lnTo>
                <a:cubicBezTo>
                  <a:pt x="1336248" y="690750"/>
                  <a:pt x="1027262" y="380824"/>
                  <a:pt x="1027262" y="0"/>
                </a:cubicBezTo>
                <a:close/>
                <a:moveTo>
                  <a:pt x="1120625" y="0"/>
                </a:moveTo>
                <a:lnTo>
                  <a:pt x="1137612" y="0"/>
                </a:lnTo>
                <a:cubicBezTo>
                  <a:pt x="1137612" y="319820"/>
                  <a:pt x="1397088" y="580100"/>
                  <a:pt x="1716115" y="580100"/>
                </a:cubicBezTo>
                <a:lnTo>
                  <a:pt x="1716115" y="597134"/>
                </a:lnTo>
                <a:cubicBezTo>
                  <a:pt x="1387736" y="597134"/>
                  <a:pt x="1120625" y="329285"/>
                  <a:pt x="1120625" y="0"/>
                </a:cubicBezTo>
                <a:close/>
                <a:moveTo>
                  <a:pt x="1213978" y="0"/>
                </a:moveTo>
                <a:lnTo>
                  <a:pt x="1230965" y="0"/>
                </a:lnTo>
                <a:cubicBezTo>
                  <a:pt x="1230965" y="268195"/>
                  <a:pt x="1448571" y="486398"/>
                  <a:pt x="1716109" y="486398"/>
                </a:cubicBezTo>
                <a:lnTo>
                  <a:pt x="1716109" y="503437"/>
                </a:lnTo>
                <a:lnTo>
                  <a:pt x="1716109" y="503523"/>
                </a:lnTo>
                <a:cubicBezTo>
                  <a:pt x="1439214" y="503523"/>
                  <a:pt x="1213978" y="277659"/>
                  <a:pt x="1213978" y="0"/>
                </a:cubicBezTo>
                <a:close/>
                <a:moveTo>
                  <a:pt x="1307422" y="0"/>
                </a:moveTo>
                <a:lnTo>
                  <a:pt x="1324414" y="0"/>
                </a:lnTo>
                <a:cubicBezTo>
                  <a:pt x="1324414" y="216569"/>
                  <a:pt x="1500141" y="392784"/>
                  <a:pt x="1716115" y="392784"/>
                </a:cubicBezTo>
                <a:lnTo>
                  <a:pt x="1716115" y="409821"/>
                </a:lnTo>
                <a:cubicBezTo>
                  <a:pt x="1490703" y="409821"/>
                  <a:pt x="1307422" y="225948"/>
                  <a:pt x="1307422" y="0"/>
                </a:cubicBezTo>
                <a:close/>
                <a:moveTo>
                  <a:pt x="1400775" y="0"/>
                </a:moveTo>
                <a:lnTo>
                  <a:pt x="1417762" y="0"/>
                </a:lnTo>
                <a:cubicBezTo>
                  <a:pt x="1417762" y="164944"/>
                  <a:pt x="1551619" y="299170"/>
                  <a:pt x="1716109" y="299170"/>
                </a:cubicBezTo>
                <a:lnTo>
                  <a:pt x="1716109" y="316207"/>
                </a:lnTo>
                <a:cubicBezTo>
                  <a:pt x="1542266" y="316207"/>
                  <a:pt x="1400775" y="174322"/>
                  <a:pt x="1400775" y="0"/>
                </a:cubicBezTo>
                <a:close/>
                <a:moveTo>
                  <a:pt x="1494133" y="0"/>
                </a:moveTo>
                <a:lnTo>
                  <a:pt x="1511120" y="0"/>
                </a:lnTo>
                <a:cubicBezTo>
                  <a:pt x="1511120" y="113318"/>
                  <a:pt x="1603017" y="205556"/>
                  <a:pt x="1716109" y="205556"/>
                </a:cubicBezTo>
                <a:lnTo>
                  <a:pt x="1716109" y="222592"/>
                </a:lnTo>
                <a:cubicBezTo>
                  <a:pt x="1593750" y="222592"/>
                  <a:pt x="1494133" y="122783"/>
                  <a:pt x="1494133" y="0"/>
                </a:cubicBezTo>
                <a:close/>
              </a:path>
            </a:pathLst>
          </a:custGeom>
          <a:solidFill>
            <a:schemeClr val="bg1">
              <a:alpha val="99000"/>
            </a:schemeClr>
          </a:solidFill>
          <a:ln w="4723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Image 5" descr="preencoded.png">
            <a:extLst>
              <a:ext uri="{FF2B5EF4-FFF2-40B4-BE49-F238E27FC236}">
                <a16:creationId xmlns:a16="http://schemas.microsoft.com/office/drawing/2014/main" id="{B9036D42-A06F-E6EE-BB91-8BAF045198BE}"/>
              </a:ext>
            </a:extLst>
          </p:cNvPr>
          <p:cNvSpPr/>
          <p:nvPr userDrawn="1"/>
        </p:nvSpPr>
        <p:spPr>
          <a:xfrm>
            <a:off x="-5568" y="3440504"/>
            <a:ext cx="3443288" cy="3448050"/>
          </a:xfrm>
          <a:custGeom>
            <a:avLst/>
            <a:gdLst>
              <a:gd name="connsiteX0" fmla="*/ 1721644 w 3443288"/>
              <a:gd name="connsiteY0" fmla="*/ 3448051 h 3448050"/>
              <a:gd name="connsiteX1" fmla="*/ 3443288 w 3443288"/>
              <a:gd name="connsiteY1" fmla="*/ 1724025 h 3448050"/>
              <a:gd name="connsiteX2" fmla="*/ 1721644 w 3443288"/>
              <a:gd name="connsiteY2" fmla="*/ 0 h 3448050"/>
              <a:gd name="connsiteX3" fmla="*/ 0 w 3443288"/>
              <a:gd name="connsiteY3" fmla="*/ 1724025 h 3448050"/>
              <a:gd name="connsiteX4" fmla="*/ 1721644 w 3443288"/>
              <a:gd name="connsiteY4" fmla="*/ 3448051 h 3448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43288" h="3448050">
                <a:moveTo>
                  <a:pt x="1721644" y="3448051"/>
                </a:moveTo>
                <a:cubicBezTo>
                  <a:pt x="2672482" y="3448051"/>
                  <a:pt x="3443288" y="2676178"/>
                  <a:pt x="3443288" y="1724025"/>
                </a:cubicBezTo>
                <a:cubicBezTo>
                  <a:pt x="3443288" y="771873"/>
                  <a:pt x="2672482" y="0"/>
                  <a:pt x="1721644" y="0"/>
                </a:cubicBezTo>
                <a:cubicBezTo>
                  <a:pt x="770806" y="0"/>
                  <a:pt x="0" y="771873"/>
                  <a:pt x="0" y="1724025"/>
                </a:cubicBezTo>
                <a:cubicBezTo>
                  <a:pt x="0" y="2676178"/>
                  <a:pt x="770806" y="3448051"/>
                  <a:pt x="1721644" y="3448051"/>
                </a:cubicBezTo>
                <a:close/>
              </a:path>
            </a:pathLst>
          </a:custGeom>
          <a:solidFill>
            <a:schemeClr val="accent6"/>
          </a:solidFill>
          <a:ln w="4756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pic>
        <p:nvPicPr>
          <p:cNvPr id="19" name="Image 6" descr="preencoded.png">
            <a:extLst>
              <a:ext uri="{FF2B5EF4-FFF2-40B4-BE49-F238E27FC236}">
                <a16:creationId xmlns:a16="http://schemas.microsoft.com/office/drawing/2014/main" id="{86E0540C-3355-A50D-AC61-047B54B70C64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1718457" y="3440504"/>
            <a:ext cx="1719263" cy="1724025"/>
          </a:xfrm>
          <a:prstGeom prst="rect">
            <a:avLst/>
          </a:prstGeom>
        </p:spPr>
      </p:pic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977640" y="2330704"/>
            <a:ext cx="3822192" cy="411480"/>
          </a:xfrm>
        </p:spPr>
        <p:txBody>
          <a:bodyPr anchor="t">
            <a:noAutofit/>
          </a:bodyPr>
          <a:lstStyle>
            <a:lvl1pPr marL="0" indent="0">
              <a:spcBef>
                <a:spcPts val="0"/>
              </a:spcBef>
              <a:buNone/>
              <a:defRPr sz="1800" b="1" cap="all" baseline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685032" y="2877312"/>
            <a:ext cx="3741928" cy="3684588"/>
          </a:xfrm>
        </p:spPr>
        <p:txBody>
          <a:bodyPr lIns="45720" rIns="45720" bIns="45720">
            <a:noAutofit/>
          </a:bodyPr>
          <a:lstStyle>
            <a:lvl1pPr>
              <a:defRPr sz="1500"/>
            </a:lvl1pPr>
            <a:lvl2pPr>
              <a:defRPr sz="13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8046720" y="2330704"/>
            <a:ext cx="3822192" cy="411480"/>
          </a:xfrm>
        </p:spPr>
        <p:txBody>
          <a:bodyPr anchor="t">
            <a:noAutofit/>
          </a:bodyPr>
          <a:lstStyle>
            <a:lvl1pPr marL="0" indent="0">
              <a:spcBef>
                <a:spcPts val="0"/>
              </a:spcBef>
              <a:buNone/>
              <a:defRPr sz="1800" b="1" cap="all" baseline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754112" y="2877312"/>
            <a:ext cx="3741928" cy="3684588"/>
          </a:xfrm>
        </p:spPr>
        <p:txBody>
          <a:bodyPr lIns="45720" rIns="45720" bIns="45720">
            <a:noAutofit/>
          </a:bodyPr>
          <a:lstStyle>
            <a:lvl1pPr>
              <a:defRPr sz="1500"/>
            </a:lvl1pPr>
            <a:lvl2pPr>
              <a:defRPr sz="13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7103132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Image 0" descr="preencoded.png">
            <a:extLst>
              <a:ext uri="{FF2B5EF4-FFF2-40B4-BE49-F238E27FC236}">
                <a16:creationId xmlns:a16="http://schemas.microsoft.com/office/drawing/2014/main" id="{8D5D10FF-3DE5-39CA-FA9A-29A09DC47BFC}"/>
              </a:ext>
            </a:extLst>
          </p:cNvPr>
          <p:cNvSpPr/>
          <p:nvPr userDrawn="1"/>
        </p:nvSpPr>
        <p:spPr>
          <a:xfrm>
            <a:off x="-5568" y="-2784"/>
            <a:ext cx="3443288" cy="6891337"/>
          </a:xfrm>
          <a:custGeom>
            <a:avLst/>
            <a:gdLst>
              <a:gd name="connsiteX0" fmla="*/ 3443288 w 3443288"/>
              <a:gd name="connsiteY0" fmla="*/ 0 h 6891337"/>
              <a:gd name="connsiteX1" fmla="*/ 0 w 3443288"/>
              <a:gd name="connsiteY1" fmla="*/ 0 h 6891337"/>
              <a:gd name="connsiteX2" fmla="*/ 0 w 3443288"/>
              <a:gd name="connsiteY2" fmla="*/ 6891338 h 6891337"/>
              <a:gd name="connsiteX3" fmla="*/ 3443288 w 3443288"/>
              <a:gd name="connsiteY3" fmla="*/ 6891338 h 6891337"/>
              <a:gd name="connsiteX4" fmla="*/ 3443288 w 3443288"/>
              <a:gd name="connsiteY4" fmla="*/ 0 h 68913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43288" h="6891337">
                <a:moveTo>
                  <a:pt x="3443288" y="0"/>
                </a:moveTo>
                <a:lnTo>
                  <a:pt x="0" y="0"/>
                </a:lnTo>
                <a:lnTo>
                  <a:pt x="0" y="6891338"/>
                </a:lnTo>
                <a:lnTo>
                  <a:pt x="3443288" y="6891338"/>
                </a:lnTo>
                <a:lnTo>
                  <a:pt x="3443288" y="0"/>
                </a:lnTo>
                <a:close/>
              </a:path>
            </a:pathLst>
          </a:custGeom>
          <a:solidFill>
            <a:schemeClr val="accent3"/>
          </a:solidFill>
          <a:ln w="4756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pic>
        <p:nvPicPr>
          <p:cNvPr id="11" name="Image 1" descr="preencoded.png">
            <a:extLst>
              <a:ext uri="{FF2B5EF4-FFF2-40B4-BE49-F238E27FC236}">
                <a16:creationId xmlns:a16="http://schemas.microsoft.com/office/drawing/2014/main" id="{BFA89E6A-8342-AE30-45E0-BC1DFE3276C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703311" y="-2784"/>
            <a:ext cx="1734410" cy="5167313"/>
          </a:xfrm>
          <a:prstGeom prst="rect">
            <a:avLst/>
          </a:prstGeom>
        </p:spPr>
      </p:pic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A08309FA-889A-E2F2-1EDA-F872245F5FDF}"/>
              </a:ext>
            </a:extLst>
          </p:cNvPr>
          <p:cNvSpPr/>
          <p:nvPr userDrawn="1"/>
        </p:nvSpPr>
        <p:spPr>
          <a:xfrm>
            <a:off x="1721621" y="-2784"/>
            <a:ext cx="1716115" cy="1720853"/>
          </a:xfrm>
          <a:custGeom>
            <a:avLst/>
            <a:gdLst>
              <a:gd name="connsiteX0" fmla="*/ 93358 w 1716115"/>
              <a:gd name="connsiteY0" fmla="*/ 0 h 1720853"/>
              <a:gd name="connsiteX1" fmla="*/ 110348 w 1716115"/>
              <a:gd name="connsiteY1" fmla="*/ 0 h 1720853"/>
              <a:gd name="connsiteX2" fmla="*/ 1716029 w 1716115"/>
              <a:gd name="connsiteY2" fmla="*/ 1610112 h 1720853"/>
              <a:gd name="connsiteX3" fmla="*/ 1716029 w 1716115"/>
              <a:gd name="connsiteY3" fmla="*/ 1627151 h 1720853"/>
              <a:gd name="connsiteX4" fmla="*/ 1716115 w 1716115"/>
              <a:gd name="connsiteY4" fmla="*/ 1627237 h 1720853"/>
              <a:gd name="connsiteX5" fmla="*/ 93358 w 1716115"/>
              <a:gd name="connsiteY5" fmla="*/ 0 h 1720853"/>
              <a:gd name="connsiteX6" fmla="*/ 0 w 1716115"/>
              <a:gd name="connsiteY6" fmla="*/ 0 h 1720853"/>
              <a:gd name="connsiteX7" fmla="*/ 16989 w 1716115"/>
              <a:gd name="connsiteY7" fmla="*/ 0 h 1720853"/>
              <a:gd name="connsiteX8" fmla="*/ 1716114 w 1716115"/>
              <a:gd name="connsiteY8" fmla="*/ 1703814 h 1720853"/>
              <a:gd name="connsiteX9" fmla="*/ 1716114 w 1716115"/>
              <a:gd name="connsiteY9" fmla="*/ 1720853 h 1720853"/>
              <a:gd name="connsiteX10" fmla="*/ 0 w 1716115"/>
              <a:gd name="connsiteY10" fmla="*/ 0 h 1720853"/>
              <a:gd name="connsiteX11" fmla="*/ 186798 w 1716115"/>
              <a:gd name="connsiteY11" fmla="*/ 0 h 1720853"/>
              <a:gd name="connsiteX12" fmla="*/ 203788 w 1716115"/>
              <a:gd name="connsiteY12" fmla="*/ 0 h 1720853"/>
              <a:gd name="connsiteX13" fmla="*/ 1716109 w 1716115"/>
              <a:gd name="connsiteY13" fmla="*/ 1516501 h 1720853"/>
              <a:gd name="connsiteX14" fmla="*/ 1716109 w 1716115"/>
              <a:gd name="connsiteY14" fmla="*/ 1533535 h 1720853"/>
              <a:gd name="connsiteX15" fmla="*/ 186798 w 1716115"/>
              <a:gd name="connsiteY15" fmla="*/ 0 h 1720853"/>
              <a:gd name="connsiteX16" fmla="*/ 280155 w 1716115"/>
              <a:gd name="connsiteY16" fmla="*/ 0 h 1720853"/>
              <a:gd name="connsiteX17" fmla="*/ 297145 w 1716115"/>
              <a:gd name="connsiteY17" fmla="*/ 0 h 1720853"/>
              <a:gd name="connsiteX18" fmla="*/ 1716114 w 1716115"/>
              <a:gd name="connsiteY18" fmla="*/ 1422885 h 1720853"/>
              <a:gd name="connsiteX19" fmla="*/ 1716114 w 1716115"/>
              <a:gd name="connsiteY19" fmla="*/ 1439924 h 1720853"/>
              <a:gd name="connsiteX20" fmla="*/ 280155 w 1716115"/>
              <a:gd name="connsiteY20" fmla="*/ 0 h 1720853"/>
              <a:gd name="connsiteX21" fmla="*/ 373512 w 1716115"/>
              <a:gd name="connsiteY21" fmla="*/ 0 h 1720853"/>
              <a:gd name="connsiteX22" fmla="*/ 390502 w 1716115"/>
              <a:gd name="connsiteY22" fmla="*/ 0 h 1720853"/>
              <a:gd name="connsiteX23" fmla="*/ 1716029 w 1716115"/>
              <a:gd name="connsiteY23" fmla="*/ 1329184 h 1720853"/>
              <a:gd name="connsiteX24" fmla="*/ 1716029 w 1716115"/>
              <a:gd name="connsiteY24" fmla="*/ 1346223 h 1720853"/>
              <a:gd name="connsiteX25" fmla="*/ 1716114 w 1716115"/>
              <a:gd name="connsiteY25" fmla="*/ 1346308 h 1720853"/>
              <a:gd name="connsiteX26" fmla="*/ 373512 w 1716115"/>
              <a:gd name="connsiteY26" fmla="*/ 0 h 1720853"/>
              <a:gd name="connsiteX27" fmla="*/ 466953 w 1716115"/>
              <a:gd name="connsiteY27" fmla="*/ 0 h 1720853"/>
              <a:gd name="connsiteX28" fmla="*/ 483944 w 1716115"/>
              <a:gd name="connsiteY28" fmla="*/ 0 h 1720853"/>
              <a:gd name="connsiteX29" fmla="*/ 1716110 w 1716115"/>
              <a:gd name="connsiteY29" fmla="*/ 1235573 h 1720853"/>
              <a:gd name="connsiteX30" fmla="*/ 1716110 w 1716115"/>
              <a:gd name="connsiteY30" fmla="*/ 1252607 h 1720853"/>
              <a:gd name="connsiteX31" fmla="*/ 466953 w 1716115"/>
              <a:gd name="connsiteY31" fmla="*/ 0 h 1720853"/>
              <a:gd name="connsiteX32" fmla="*/ 560310 w 1716115"/>
              <a:gd name="connsiteY32" fmla="*/ 0 h 1720853"/>
              <a:gd name="connsiteX33" fmla="*/ 577297 w 1716115"/>
              <a:gd name="connsiteY33" fmla="*/ 0 h 1720853"/>
              <a:gd name="connsiteX34" fmla="*/ 1716109 w 1716115"/>
              <a:gd name="connsiteY34" fmla="*/ 1141957 h 1720853"/>
              <a:gd name="connsiteX35" fmla="*/ 1716109 w 1716115"/>
              <a:gd name="connsiteY35" fmla="*/ 1158991 h 1720853"/>
              <a:gd name="connsiteX36" fmla="*/ 560310 w 1716115"/>
              <a:gd name="connsiteY36" fmla="*/ 0 h 1720853"/>
              <a:gd name="connsiteX37" fmla="*/ 653668 w 1716115"/>
              <a:gd name="connsiteY37" fmla="*/ 0 h 1720853"/>
              <a:gd name="connsiteX38" fmla="*/ 670655 w 1716115"/>
              <a:gd name="connsiteY38" fmla="*/ 0 h 1720853"/>
              <a:gd name="connsiteX39" fmla="*/ 1716029 w 1716115"/>
              <a:gd name="connsiteY39" fmla="*/ 1048255 h 1720853"/>
              <a:gd name="connsiteX40" fmla="*/ 1716029 w 1716115"/>
              <a:gd name="connsiteY40" fmla="*/ 1065294 h 1720853"/>
              <a:gd name="connsiteX41" fmla="*/ 1716114 w 1716115"/>
              <a:gd name="connsiteY41" fmla="*/ 1065380 h 1720853"/>
              <a:gd name="connsiteX42" fmla="*/ 653668 w 1716115"/>
              <a:gd name="connsiteY42" fmla="*/ 0 h 1720853"/>
              <a:gd name="connsiteX43" fmla="*/ 747112 w 1716115"/>
              <a:gd name="connsiteY43" fmla="*/ 0 h 1720853"/>
              <a:gd name="connsiteX44" fmla="*/ 764104 w 1716115"/>
              <a:gd name="connsiteY44" fmla="*/ 0 h 1720853"/>
              <a:gd name="connsiteX45" fmla="*/ 1716115 w 1716115"/>
              <a:gd name="connsiteY45" fmla="*/ 954644 h 1720853"/>
              <a:gd name="connsiteX46" fmla="*/ 1716115 w 1716115"/>
              <a:gd name="connsiteY46" fmla="*/ 971678 h 1720853"/>
              <a:gd name="connsiteX47" fmla="*/ 747112 w 1716115"/>
              <a:gd name="connsiteY47" fmla="*/ 0 h 1720853"/>
              <a:gd name="connsiteX48" fmla="*/ 840465 w 1716115"/>
              <a:gd name="connsiteY48" fmla="*/ 0 h 1720853"/>
              <a:gd name="connsiteX49" fmla="*/ 857452 w 1716115"/>
              <a:gd name="connsiteY49" fmla="*/ 0 h 1720853"/>
              <a:gd name="connsiteX50" fmla="*/ 1716109 w 1716115"/>
              <a:gd name="connsiteY50" fmla="*/ 861028 h 1720853"/>
              <a:gd name="connsiteX51" fmla="*/ 1716109 w 1716115"/>
              <a:gd name="connsiteY51" fmla="*/ 878062 h 1720853"/>
              <a:gd name="connsiteX52" fmla="*/ 840465 w 1716115"/>
              <a:gd name="connsiteY52" fmla="*/ 0 h 1720853"/>
              <a:gd name="connsiteX53" fmla="*/ 933823 w 1716115"/>
              <a:gd name="connsiteY53" fmla="*/ 0 h 1720853"/>
              <a:gd name="connsiteX54" fmla="*/ 950810 w 1716115"/>
              <a:gd name="connsiteY54" fmla="*/ 0 h 1720853"/>
              <a:gd name="connsiteX55" fmla="*/ 1716114 w 1716115"/>
              <a:gd name="connsiteY55" fmla="*/ 767327 h 1720853"/>
              <a:gd name="connsiteX56" fmla="*/ 1716114 w 1716115"/>
              <a:gd name="connsiteY56" fmla="*/ 784366 h 1720853"/>
              <a:gd name="connsiteX57" fmla="*/ 1716114 w 1716115"/>
              <a:gd name="connsiteY57" fmla="*/ 784451 h 1720853"/>
              <a:gd name="connsiteX58" fmla="*/ 933823 w 1716115"/>
              <a:gd name="connsiteY58" fmla="*/ 0 h 1720853"/>
              <a:gd name="connsiteX59" fmla="*/ 1027262 w 1716115"/>
              <a:gd name="connsiteY59" fmla="*/ 0 h 1720853"/>
              <a:gd name="connsiteX60" fmla="*/ 1044254 w 1716115"/>
              <a:gd name="connsiteY60" fmla="*/ 0 h 1720853"/>
              <a:gd name="connsiteX61" fmla="*/ 1716110 w 1716115"/>
              <a:gd name="connsiteY61" fmla="*/ 673716 h 1720853"/>
              <a:gd name="connsiteX62" fmla="*/ 1716110 w 1716115"/>
              <a:gd name="connsiteY62" fmla="*/ 690750 h 1720853"/>
              <a:gd name="connsiteX63" fmla="*/ 1027262 w 1716115"/>
              <a:gd name="connsiteY63" fmla="*/ 0 h 1720853"/>
              <a:gd name="connsiteX64" fmla="*/ 1120625 w 1716115"/>
              <a:gd name="connsiteY64" fmla="*/ 0 h 1720853"/>
              <a:gd name="connsiteX65" fmla="*/ 1137612 w 1716115"/>
              <a:gd name="connsiteY65" fmla="*/ 0 h 1720853"/>
              <a:gd name="connsiteX66" fmla="*/ 1716115 w 1716115"/>
              <a:gd name="connsiteY66" fmla="*/ 580100 h 1720853"/>
              <a:gd name="connsiteX67" fmla="*/ 1716115 w 1716115"/>
              <a:gd name="connsiteY67" fmla="*/ 597134 h 1720853"/>
              <a:gd name="connsiteX68" fmla="*/ 1120625 w 1716115"/>
              <a:gd name="connsiteY68" fmla="*/ 0 h 1720853"/>
              <a:gd name="connsiteX69" fmla="*/ 1213978 w 1716115"/>
              <a:gd name="connsiteY69" fmla="*/ 0 h 1720853"/>
              <a:gd name="connsiteX70" fmla="*/ 1230965 w 1716115"/>
              <a:gd name="connsiteY70" fmla="*/ 0 h 1720853"/>
              <a:gd name="connsiteX71" fmla="*/ 1716109 w 1716115"/>
              <a:gd name="connsiteY71" fmla="*/ 486398 h 1720853"/>
              <a:gd name="connsiteX72" fmla="*/ 1716109 w 1716115"/>
              <a:gd name="connsiteY72" fmla="*/ 503437 h 1720853"/>
              <a:gd name="connsiteX73" fmla="*/ 1716109 w 1716115"/>
              <a:gd name="connsiteY73" fmla="*/ 503523 h 1720853"/>
              <a:gd name="connsiteX74" fmla="*/ 1213978 w 1716115"/>
              <a:gd name="connsiteY74" fmla="*/ 0 h 1720853"/>
              <a:gd name="connsiteX75" fmla="*/ 1307422 w 1716115"/>
              <a:gd name="connsiteY75" fmla="*/ 0 h 1720853"/>
              <a:gd name="connsiteX76" fmla="*/ 1324414 w 1716115"/>
              <a:gd name="connsiteY76" fmla="*/ 0 h 1720853"/>
              <a:gd name="connsiteX77" fmla="*/ 1716115 w 1716115"/>
              <a:gd name="connsiteY77" fmla="*/ 392784 h 1720853"/>
              <a:gd name="connsiteX78" fmla="*/ 1716115 w 1716115"/>
              <a:gd name="connsiteY78" fmla="*/ 409821 h 1720853"/>
              <a:gd name="connsiteX79" fmla="*/ 1307422 w 1716115"/>
              <a:gd name="connsiteY79" fmla="*/ 0 h 1720853"/>
              <a:gd name="connsiteX80" fmla="*/ 1400775 w 1716115"/>
              <a:gd name="connsiteY80" fmla="*/ 0 h 1720853"/>
              <a:gd name="connsiteX81" fmla="*/ 1417762 w 1716115"/>
              <a:gd name="connsiteY81" fmla="*/ 0 h 1720853"/>
              <a:gd name="connsiteX82" fmla="*/ 1716109 w 1716115"/>
              <a:gd name="connsiteY82" fmla="*/ 299170 h 1720853"/>
              <a:gd name="connsiteX83" fmla="*/ 1716109 w 1716115"/>
              <a:gd name="connsiteY83" fmla="*/ 316207 h 1720853"/>
              <a:gd name="connsiteX84" fmla="*/ 1400775 w 1716115"/>
              <a:gd name="connsiteY84" fmla="*/ 0 h 1720853"/>
              <a:gd name="connsiteX85" fmla="*/ 1494133 w 1716115"/>
              <a:gd name="connsiteY85" fmla="*/ 0 h 1720853"/>
              <a:gd name="connsiteX86" fmla="*/ 1511120 w 1716115"/>
              <a:gd name="connsiteY86" fmla="*/ 0 h 1720853"/>
              <a:gd name="connsiteX87" fmla="*/ 1716109 w 1716115"/>
              <a:gd name="connsiteY87" fmla="*/ 205556 h 1720853"/>
              <a:gd name="connsiteX88" fmla="*/ 1716109 w 1716115"/>
              <a:gd name="connsiteY88" fmla="*/ 222592 h 1720853"/>
              <a:gd name="connsiteX89" fmla="*/ 1494133 w 1716115"/>
              <a:gd name="connsiteY89" fmla="*/ 0 h 17208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</a:cxnLst>
            <a:rect l="l" t="t" r="r" b="b"/>
            <a:pathLst>
              <a:path w="1716115" h="1720853">
                <a:moveTo>
                  <a:pt x="93358" y="0"/>
                </a:moveTo>
                <a:lnTo>
                  <a:pt x="110348" y="0"/>
                </a:lnTo>
                <a:cubicBezTo>
                  <a:pt x="110348" y="887874"/>
                  <a:pt x="830686" y="1610112"/>
                  <a:pt x="1716029" y="1610112"/>
                </a:cubicBezTo>
                <a:lnTo>
                  <a:pt x="1716029" y="1627151"/>
                </a:lnTo>
                <a:lnTo>
                  <a:pt x="1716115" y="1627237"/>
                </a:lnTo>
                <a:cubicBezTo>
                  <a:pt x="821334" y="1627237"/>
                  <a:pt x="93358" y="897252"/>
                  <a:pt x="93358" y="0"/>
                </a:cubicBezTo>
                <a:close/>
                <a:moveTo>
                  <a:pt x="0" y="0"/>
                </a:moveTo>
                <a:lnTo>
                  <a:pt x="16989" y="0"/>
                </a:lnTo>
                <a:cubicBezTo>
                  <a:pt x="16989" y="939499"/>
                  <a:pt x="779202" y="1703814"/>
                  <a:pt x="1716114" y="1703814"/>
                </a:cubicBezTo>
                <a:lnTo>
                  <a:pt x="1716114" y="1720853"/>
                </a:lnTo>
                <a:cubicBezTo>
                  <a:pt x="769850" y="1720853"/>
                  <a:pt x="0" y="948877"/>
                  <a:pt x="0" y="0"/>
                </a:cubicBezTo>
                <a:close/>
                <a:moveTo>
                  <a:pt x="186798" y="0"/>
                </a:moveTo>
                <a:lnTo>
                  <a:pt x="203788" y="0"/>
                </a:lnTo>
                <a:cubicBezTo>
                  <a:pt x="203788" y="836248"/>
                  <a:pt x="882254" y="1516501"/>
                  <a:pt x="1716109" y="1516501"/>
                </a:cubicBezTo>
                <a:lnTo>
                  <a:pt x="1716109" y="1533535"/>
                </a:lnTo>
                <a:cubicBezTo>
                  <a:pt x="872812" y="1533535"/>
                  <a:pt x="186798" y="845626"/>
                  <a:pt x="186798" y="0"/>
                </a:cubicBezTo>
                <a:close/>
                <a:moveTo>
                  <a:pt x="280155" y="0"/>
                </a:moveTo>
                <a:lnTo>
                  <a:pt x="297145" y="0"/>
                </a:lnTo>
                <a:cubicBezTo>
                  <a:pt x="297145" y="784537"/>
                  <a:pt x="933652" y="1422885"/>
                  <a:pt x="1716114" y="1422885"/>
                </a:cubicBezTo>
                <a:lnTo>
                  <a:pt x="1716114" y="1439924"/>
                </a:lnTo>
                <a:cubicBezTo>
                  <a:pt x="924300" y="1439924"/>
                  <a:pt x="280155" y="794001"/>
                  <a:pt x="280155" y="0"/>
                </a:cubicBezTo>
                <a:close/>
                <a:moveTo>
                  <a:pt x="373512" y="0"/>
                </a:moveTo>
                <a:lnTo>
                  <a:pt x="390502" y="0"/>
                </a:lnTo>
                <a:cubicBezTo>
                  <a:pt x="390502" y="732911"/>
                  <a:pt x="985135" y="1329184"/>
                  <a:pt x="1716029" y="1329184"/>
                </a:cubicBezTo>
                <a:lnTo>
                  <a:pt x="1716029" y="1346223"/>
                </a:lnTo>
                <a:lnTo>
                  <a:pt x="1716114" y="1346308"/>
                </a:lnTo>
                <a:cubicBezTo>
                  <a:pt x="975783" y="1346308"/>
                  <a:pt x="373512" y="742375"/>
                  <a:pt x="373512" y="0"/>
                </a:cubicBezTo>
                <a:close/>
                <a:moveTo>
                  <a:pt x="466953" y="0"/>
                </a:moveTo>
                <a:lnTo>
                  <a:pt x="483944" y="0"/>
                </a:lnTo>
                <a:cubicBezTo>
                  <a:pt x="483944" y="681286"/>
                  <a:pt x="1036704" y="1235573"/>
                  <a:pt x="1716110" y="1235573"/>
                </a:cubicBezTo>
                <a:lnTo>
                  <a:pt x="1716110" y="1252607"/>
                </a:lnTo>
                <a:cubicBezTo>
                  <a:pt x="1027347" y="1252607"/>
                  <a:pt x="466953" y="690664"/>
                  <a:pt x="466953" y="0"/>
                </a:cubicBezTo>
                <a:close/>
                <a:moveTo>
                  <a:pt x="560310" y="0"/>
                </a:moveTo>
                <a:lnTo>
                  <a:pt x="577297" y="0"/>
                </a:lnTo>
                <a:cubicBezTo>
                  <a:pt x="577297" y="629660"/>
                  <a:pt x="1088188" y="1141957"/>
                  <a:pt x="1716109" y="1141957"/>
                </a:cubicBezTo>
                <a:lnTo>
                  <a:pt x="1716109" y="1158991"/>
                </a:lnTo>
                <a:cubicBezTo>
                  <a:pt x="1078835" y="1158991"/>
                  <a:pt x="560310" y="639038"/>
                  <a:pt x="560310" y="0"/>
                </a:cubicBezTo>
                <a:close/>
                <a:moveTo>
                  <a:pt x="653668" y="0"/>
                </a:moveTo>
                <a:lnTo>
                  <a:pt x="670655" y="0"/>
                </a:lnTo>
                <a:cubicBezTo>
                  <a:pt x="670655" y="578035"/>
                  <a:pt x="1139586" y="1048255"/>
                  <a:pt x="1716029" y="1048255"/>
                </a:cubicBezTo>
                <a:lnTo>
                  <a:pt x="1716029" y="1065294"/>
                </a:lnTo>
                <a:lnTo>
                  <a:pt x="1716114" y="1065380"/>
                </a:lnTo>
                <a:cubicBezTo>
                  <a:pt x="1130319" y="1065380"/>
                  <a:pt x="653668" y="587499"/>
                  <a:pt x="653668" y="0"/>
                </a:cubicBezTo>
                <a:close/>
                <a:moveTo>
                  <a:pt x="747112" y="0"/>
                </a:moveTo>
                <a:lnTo>
                  <a:pt x="764104" y="0"/>
                </a:lnTo>
                <a:cubicBezTo>
                  <a:pt x="764104" y="526409"/>
                  <a:pt x="1191155" y="954644"/>
                  <a:pt x="1716115" y="954644"/>
                </a:cubicBezTo>
                <a:lnTo>
                  <a:pt x="1716115" y="971678"/>
                </a:lnTo>
                <a:cubicBezTo>
                  <a:pt x="1181802" y="971678"/>
                  <a:pt x="747112" y="535787"/>
                  <a:pt x="747112" y="0"/>
                </a:cubicBezTo>
                <a:close/>
                <a:moveTo>
                  <a:pt x="840465" y="0"/>
                </a:moveTo>
                <a:lnTo>
                  <a:pt x="857452" y="0"/>
                </a:lnTo>
                <a:cubicBezTo>
                  <a:pt x="857452" y="474783"/>
                  <a:pt x="1242638" y="861028"/>
                  <a:pt x="1716109" y="861028"/>
                </a:cubicBezTo>
                <a:lnTo>
                  <a:pt x="1716109" y="878062"/>
                </a:lnTo>
                <a:cubicBezTo>
                  <a:pt x="1233281" y="878062"/>
                  <a:pt x="840465" y="484162"/>
                  <a:pt x="840465" y="0"/>
                </a:cubicBezTo>
                <a:close/>
                <a:moveTo>
                  <a:pt x="933823" y="0"/>
                </a:moveTo>
                <a:lnTo>
                  <a:pt x="950810" y="0"/>
                </a:lnTo>
                <a:cubicBezTo>
                  <a:pt x="950810" y="423157"/>
                  <a:pt x="1294121" y="767327"/>
                  <a:pt x="1716114" y="767327"/>
                </a:cubicBezTo>
                <a:lnTo>
                  <a:pt x="1716114" y="784366"/>
                </a:lnTo>
                <a:lnTo>
                  <a:pt x="1716114" y="784451"/>
                </a:lnTo>
                <a:cubicBezTo>
                  <a:pt x="1284769" y="784451"/>
                  <a:pt x="933823" y="432536"/>
                  <a:pt x="933823" y="0"/>
                </a:cubicBezTo>
                <a:close/>
                <a:moveTo>
                  <a:pt x="1027262" y="0"/>
                </a:moveTo>
                <a:lnTo>
                  <a:pt x="1044254" y="0"/>
                </a:lnTo>
                <a:cubicBezTo>
                  <a:pt x="1044254" y="371532"/>
                  <a:pt x="1345685" y="673716"/>
                  <a:pt x="1716110" y="673716"/>
                </a:cubicBezTo>
                <a:lnTo>
                  <a:pt x="1716110" y="690750"/>
                </a:lnTo>
                <a:cubicBezTo>
                  <a:pt x="1336248" y="690750"/>
                  <a:pt x="1027262" y="380824"/>
                  <a:pt x="1027262" y="0"/>
                </a:cubicBezTo>
                <a:close/>
                <a:moveTo>
                  <a:pt x="1120625" y="0"/>
                </a:moveTo>
                <a:lnTo>
                  <a:pt x="1137612" y="0"/>
                </a:lnTo>
                <a:cubicBezTo>
                  <a:pt x="1137612" y="319820"/>
                  <a:pt x="1397088" y="580100"/>
                  <a:pt x="1716115" y="580100"/>
                </a:cubicBezTo>
                <a:lnTo>
                  <a:pt x="1716115" y="597134"/>
                </a:lnTo>
                <a:cubicBezTo>
                  <a:pt x="1387736" y="597134"/>
                  <a:pt x="1120625" y="329285"/>
                  <a:pt x="1120625" y="0"/>
                </a:cubicBezTo>
                <a:close/>
                <a:moveTo>
                  <a:pt x="1213978" y="0"/>
                </a:moveTo>
                <a:lnTo>
                  <a:pt x="1230965" y="0"/>
                </a:lnTo>
                <a:cubicBezTo>
                  <a:pt x="1230965" y="268195"/>
                  <a:pt x="1448571" y="486398"/>
                  <a:pt x="1716109" y="486398"/>
                </a:cubicBezTo>
                <a:lnTo>
                  <a:pt x="1716109" y="503437"/>
                </a:lnTo>
                <a:lnTo>
                  <a:pt x="1716109" y="503523"/>
                </a:lnTo>
                <a:cubicBezTo>
                  <a:pt x="1439214" y="503523"/>
                  <a:pt x="1213978" y="277659"/>
                  <a:pt x="1213978" y="0"/>
                </a:cubicBezTo>
                <a:close/>
                <a:moveTo>
                  <a:pt x="1307422" y="0"/>
                </a:moveTo>
                <a:lnTo>
                  <a:pt x="1324414" y="0"/>
                </a:lnTo>
                <a:cubicBezTo>
                  <a:pt x="1324414" y="216569"/>
                  <a:pt x="1500141" y="392784"/>
                  <a:pt x="1716115" y="392784"/>
                </a:cubicBezTo>
                <a:lnTo>
                  <a:pt x="1716115" y="409821"/>
                </a:lnTo>
                <a:cubicBezTo>
                  <a:pt x="1490703" y="409821"/>
                  <a:pt x="1307422" y="225948"/>
                  <a:pt x="1307422" y="0"/>
                </a:cubicBezTo>
                <a:close/>
                <a:moveTo>
                  <a:pt x="1400775" y="0"/>
                </a:moveTo>
                <a:lnTo>
                  <a:pt x="1417762" y="0"/>
                </a:lnTo>
                <a:cubicBezTo>
                  <a:pt x="1417762" y="164944"/>
                  <a:pt x="1551619" y="299170"/>
                  <a:pt x="1716109" y="299170"/>
                </a:cubicBezTo>
                <a:lnTo>
                  <a:pt x="1716109" y="316207"/>
                </a:lnTo>
                <a:cubicBezTo>
                  <a:pt x="1542266" y="316207"/>
                  <a:pt x="1400775" y="174322"/>
                  <a:pt x="1400775" y="0"/>
                </a:cubicBezTo>
                <a:close/>
                <a:moveTo>
                  <a:pt x="1494133" y="0"/>
                </a:moveTo>
                <a:lnTo>
                  <a:pt x="1511120" y="0"/>
                </a:lnTo>
                <a:cubicBezTo>
                  <a:pt x="1511120" y="113318"/>
                  <a:pt x="1603017" y="205556"/>
                  <a:pt x="1716109" y="205556"/>
                </a:cubicBezTo>
                <a:lnTo>
                  <a:pt x="1716109" y="222592"/>
                </a:lnTo>
                <a:cubicBezTo>
                  <a:pt x="1593750" y="222592"/>
                  <a:pt x="1494133" y="122783"/>
                  <a:pt x="1494133" y="0"/>
                </a:cubicBezTo>
                <a:close/>
              </a:path>
            </a:pathLst>
          </a:custGeom>
          <a:solidFill>
            <a:schemeClr val="bg1">
              <a:alpha val="99000"/>
            </a:schemeClr>
          </a:solidFill>
          <a:ln w="4723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Image 5" descr="preencoded.png">
            <a:extLst>
              <a:ext uri="{FF2B5EF4-FFF2-40B4-BE49-F238E27FC236}">
                <a16:creationId xmlns:a16="http://schemas.microsoft.com/office/drawing/2014/main" id="{D9D7EB49-4BC9-040F-C4CC-5771C5FB312B}"/>
              </a:ext>
            </a:extLst>
          </p:cNvPr>
          <p:cNvSpPr/>
          <p:nvPr userDrawn="1"/>
        </p:nvSpPr>
        <p:spPr>
          <a:xfrm>
            <a:off x="-5568" y="3440504"/>
            <a:ext cx="3443288" cy="3448050"/>
          </a:xfrm>
          <a:custGeom>
            <a:avLst/>
            <a:gdLst>
              <a:gd name="connsiteX0" fmla="*/ 1721644 w 3443288"/>
              <a:gd name="connsiteY0" fmla="*/ 3448051 h 3448050"/>
              <a:gd name="connsiteX1" fmla="*/ 3443288 w 3443288"/>
              <a:gd name="connsiteY1" fmla="*/ 1724025 h 3448050"/>
              <a:gd name="connsiteX2" fmla="*/ 1721644 w 3443288"/>
              <a:gd name="connsiteY2" fmla="*/ 0 h 3448050"/>
              <a:gd name="connsiteX3" fmla="*/ 0 w 3443288"/>
              <a:gd name="connsiteY3" fmla="*/ 1724025 h 3448050"/>
              <a:gd name="connsiteX4" fmla="*/ 1721644 w 3443288"/>
              <a:gd name="connsiteY4" fmla="*/ 3448051 h 3448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43288" h="3448050">
                <a:moveTo>
                  <a:pt x="1721644" y="3448051"/>
                </a:moveTo>
                <a:cubicBezTo>
                  <a:pt x="2672482" y="3448051"/>
                  <a:pt x="3443288" y="2676178"/>
                  <a:pt x="3443288" y="1724025"/>
                </a:cubicBezTo>
                <a:cubicBezTo>
                  <a:pt x="3443288" y="771873"/>
                  <a:pt x="2672482" y="0"/>
                  <a:pt x="1721644" y="0"/>
                </a:cubicBezTo>
                <a:cubicBezTo>
                  <a:pt x="770806" y="0"/>
                  <a:pt x="0" y="771873"/>
                  <a:pt x="0" y="1724025"/>
                </a:cubicBezTo>
                <a:cubicBezTo>
                  <a:pt x="0" y="2676178"/>
                  <a:pt x="770806" y="3448051"/>
                  <a:pt x="1721644" y="3448051"/>
                </a:cubicBezTo>
                <a:close/>
              </a:path>
            </a:pathLst>
          </a:custGeom>
          <a:solidFill>
            <a:schemeClr val="accent6"/>
          </a:solidFill>
          <a:ln w="4756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pic>
        <p:nvPicPr>
          <p:cNvPr id="17" name="Image 6" descr="preencoded.png">
            <a:extLst>
              <a:ext uri="{FF2B5EF4-FFF2-40B4-BE49-F238E27FC236}">
                <a16:creationId xmlns:a16="http://schemas.microsoft.com/office/drawing/2014/main" id="{3CE04498-C285-EFB8-340C-1A064078152B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1718457" y="3440504"/>
            <a:ext cx="1719263" cy="1724025"/>
          </a:xfrm>
          <a:prstGeom prst="rect">
            <a:avLst/>
          </a:prstGeom>
        </p:spPr>
      </p:pic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  <p:sp>
        <p:nvSpPr>
          <p:cNvPr id="18" name="Title 19">
            <a:extLst>
              <a:ext uri="{FF2B5EF4-FFF2-40B4-BE49-F238E27FC236}">
                <a16:creationId xmlns:a16="http://schemas.microsoft.com/office/drawing/2014/main" id="{9CBE0ADC-7FA0-F7E3-96EF-BBACB6A907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86784" y="1243584"/>
            <a:ext cx="8165592" cy="768096"/>
          </a:xfrm>
        </p:spPr>
        <p:txBody>
          <a:bodyPr>
            <a:noAutofit/>
          </a:bodyPr>
          <a:lstStyle>
            <a:lvl1pPr algn="l">
              <a:lnSpc>
                <a:spcPct val="100000"/>
              </a:lnSpc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Content Placeholder 3">
            <a:extLst>
              <a:ext uri="{FF2B5EF4-FFF2-40B4-BE49-F238E27FC236}">
                <a16:creationId xmlns:a16="http://schemas.microsoft.com/office/drawing/2014/main" id="{0F9C0517-D83A-CC55-35B8-B2F990C96D3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685032" y="2255520"/>
            <a:ext cx="3741928" cy="4306380"/>
          </a:xfrm>
        </p:spPr>
        <p:txBody>
          <a:bodyPr lIns="45720" rIns="45720" bIns="45720">
            <a:noAutofit/>
          </a:bodyPr>
          <a:lstStyle>
            <a:lvl1pPr>
              <a:defRPr sz="1500"/>
            </a:lvl1pPr>
            <a:lvl2pPr>
              <a:defRPr sz="13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0" name="Content Placeholder 5">
            <a:extLst>
              <a:ext uri="{FF2B5EF4-FFF2-40B4-BE49-F238E27FC236}">
                <a16:creationId xmlns:a16="http://schemas.microsoft.com/office/drawing/2014/main" id="{CF8BFBBE-0EAE-B647-2648-A5FB0094BF6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7754112" y="2255520"/>
            <a:ext cx="3741928" cy="4306380"/>
          </a:xfrm>
        </p:spPr>
        <p:txBody>
          <a:bodyPr lIns="45720" rIns="45720" bIns="45720">
            <a:noAutofit/>
          </a:bodyPr>
          <a:lstStyle>
            <a:lvl1pPr>
              <a:defRPr sz="1500"/>
            </a:lvl1pPr>
            <a:lvl2pPr>
              <a:defRPr sz="13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508321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0CED812-4EF6-45BE-AB46-492D6D0B849C}" type="datetimeFigureOut">
              <a:rPr lang="en-US" smtClean="0"/>
              <a:t>12/6/2023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957188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8" r:id="rId1"/>
    <p:sldLayoutId id="2147483719" r:id="rId2"/>
    <p:sldLayoutId id="2147483720" r:id="rId3"/>
    <p:sldLayoutId id="2147483721" r:id="rId4"/>
    <p:sldLayoutId id="2147483722" r:id="rId5"/>
    <p:sldLayoutId id="2147483723" r:id="rId6"/>
    <p:sldLayoutId id="2147483724" r:id="rId7"/>
    <p:sldLayoutId id="2147483725" r:id="rId8"/>
    <p:sldLayoutId id="2147483726" r:id="rId9"/>
    <p:sldLayoutId id="2147483727" r:id="rId10"/>
    <p:sldLayoutId id="2147483728" r:id="rId11"/>
    <p:sldLayoutId id="2147483729" r:id="rId12"/>
    <p:sldLayoutId id="2147483730" r:id="rId13"/>
    <p:sldLayoutId id="2147483731" r:id="rId14"/>
    <p:sldLayoutId id="2147483734" r:id="rId15"/>
    <p:sldLayoutId id="2147483673" r:id="rId16"/>
    <p:sldLayoutId id="2147483655" r:id="rId17"/>
    <p:sldLayoutId id="2147483654" r:id="rId18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png"/><Relationship Id="rId4" Type="http://schemas.openxmlformats.org/officeDocument/2006/relationships/hyperlink" Target="https://docs.google.com/spreadsheets/d/19FeIRuXJx9UT93clUlzz1NoXdboyWKnovnHMDtdCS48/copy#gid=481487198" TargetMode="Externa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6860D9-9D47-C0BB-B2B4-4B6F2B36C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32227" y="1260541"/>
            <a:ext cx="7013448" cy="2168459"/>
          </a:xfrm>
        </p:spPr>
        <p:txBody>
          <a:bodyPr/>
          <a:lstStyle/>
          <a:p>
            <a:pPr algn="ctr"/>
            <a:r>
              <a:rPr lang="en-US" sz="4800" dirty="0" err="1">
                <a:latin typeface="Fira Sans Extra Condensed" panose="020B0503050000020004" pitchFamily="34" charset="0"/>
                <a:ea typeface="Roboto" panose="02000000000000000000" pitchFamily="2" charset="0"/>
                <a:cs typeface="Roboto" panose="02000000000000000000" pitchFamily="2" charset="0"/>
              </a:rPr>
              <a:t>Detectarea</a:t>
            </a:r>
            <a:r>
              <a:rPr lang="en-US" sz="4800" dirty="0">
                <a:latin typeface="Fira Sans Extra Condensed" panose="020B0503050000020004" pitchFamily="34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US" sz="4800" dirty="0" err="1">
                <a:latin typeface="Fira Sans Extra Condensed" panose="020B0503050000020004" pitchFamily="34" charset="0"/>
                <a:ea typeface="Roboto" panose="02000000000000000000" pitchFamily="2" charset="0"/>
                <a:cs typeface="Roboto" panose="02000000000000000000" pitchFamily="2" charset="0"/>
              </a:rPr>
              <a:t>atacului</a:t>
            </a:r>
            <a:r>
              <a:rPr lang="en-US" sz="4800" dirty="0">
                <a:latin typeface="Fira Sans Extra Condensed" panose="020B0503050000020004" pitchFamily="34" charset="0"/>
                <a:ea typeface="Roboto" panose="02000000000000000000" pitchFamily="2" charset="0"/>
                <a:cs typeface="Roboto" panose="02000000000000000000" pitchFamily="2" charset="0"/>
              </a:rPr>
              <a:t> de tip phishing </a:t>
            </a:r>
            <a:r>
              <a:rPr lang="en-US" sz="4800" dirty="0" err="1">
                <a:latin typeface="Fira Sans Extra Condensed" panose="020B0503050000020004" pitchFamily="34" charset="0"/>
                <a:ea typeface="Roboto" panose="02000000000000000000" pitchFamily="2" charset="0"/>
                <a:cs typeface="Roboto" panose="02000000000000000000" pitchFamily="2" charset="0"/>
              </a:rPr>
              <a:t>prin</a:t>
            </a:r>
            <a:r>
              <a:rPr lang="en-US" sz="4800" dirty="0">
                <a:latin typeface="Fira Sans Extra Condensed" panose="020B0503050000020004" pitchFamily="34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US" sz="4800" dirty="0" err="1">
                <a:latin typeface="Fira Sans Extra Condensed" panose="020B0503050000020004" pitchFamily="34" charset="0"/>
                <a:ea typeface="Roboto" panose="02000000000000000000" pitchFamily="2" charset="0"/>
                <a:cs typeface="Roboto" panose="02000000000000000000" pitchFamily="2" charset="0"/>
              </a:rPr>
              <a:t>analiza</a:t>
            </a:r>
            <a:r>
              <a:rPr lang="en-US" sz="4800" dirty="0">
                <a:latin typeface="Fira Sans Extra Condensed" panose="020B0503050000020004" pitchFamily="34" charset="0"/>
                <a:ea typeface="Roboto" panose="02000000000000000000" pitchFamily="2" charset="0"/>
                <a:cs typeface="Roboto" panose="02000000000000000000" pitchFamily="2" charset="0"/>
              </a:rPr>
              <a:t> URL</a:t>
            </a:r>
          </a:p>
        </p:txBody>
      </p:sp>
      <p:sp>
        <p:nvSpPr>
          <p:cNvPr id="372" name="Subtitle 2">
            <a:extLst>
              <a:ext uri="{FF2B5EF4-FFF2-40B4-BE49-F238E27FC236}">
                <a16:creationId xmlns:a16="http://schemas.microsoft.com/office/drawing/2014/main" id="{E57F5751-0E5C-C9D5-B87A-811F1C7BDF18}"/>
              </a:ext>
            </a:extLst>
          </p:cNvPr>
          <p:cNvSpPr txBox="1">
            <a:spLocks/>
          </p:cNvSpPr>
          <p:nvPr/>
        </p:nvSpPr>
        <p:spPr>
          <a:xfrm>
            <a:off x="5904539" y="5014062"/>
            <a:ext cx="4603960" cy="116679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None/>
              <a:defRPr sz="24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1pPr>
            <a:lvl2pPr marL="6858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2pPr>
            <a:lvl3pPr marL="11430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3pPr>
            <a:lvl4pPr marL="16002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4pPr>
            <a:lvl5pPr marL="20574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ro-RO" sz="2000" dirty="0">
              <a:solidFill>
                <a:schemeClr val="tx1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r>
              <a:rPr lang="en-US" sz="20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Proiect </a:t>
            </a:r>
            <a:r>
              <a:rPr lang="en-US" sz="2000" dirty="0" err="1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realizat</a:t>
            </a:r>
            <a:r>
              <a:rPr lang="en-US" sz="20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de: </a:t>
            </a:r>
            <a:r>
              <a:rPr lang="ro-RO" sz="20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Anca-Maria Ciuciu</a:t>
            </a:r>
            <a:endParaRPr lang="en-US" sz="2800" dirty="0">
              <a:solidFill>
                <a:schemeClr val="tx1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pic>
        <p:nvPicPr>
          <p:cNvPr id="373" name="Picture 372" descr="A picture containing font, graphics, screenshot, graphic design&#10;&#10;Description automatically generated">
            <a:extLst>
              <a:ext uri="{FF2B5EF4-FFF2-40B4-BE49-F238E27FC236}">
                <a16:creationId xmlns:a16="http://schemas.microsoft.com/office/drawing/2014/main" id="{2021445F-D043-D15D-C5B8-3DCB3DC0F97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60564" y="5902993"/>
            <a:ext cx="851606" cy="742890"/>
          </a:xfrm>
          <a:prstGeom prst="rect">
            <a:avLst/>
          </a:prstGeom>
          <a:noFill/>
          <a:ln>
            <a:noFill/>
          </a:ln>
        </p:spPr>
      </p:pic>
      <p:pic>
        <p:nvPicPr>
          <p:cNvPr id="374" name="Picture 373" descr="A blue and black logo&#10;&#10;Description automatically generated with low confidence">
            <a:extLst>
              <a:ext uri="{FF2B5EF4-FFF2-40B4-BE49-F238E27FC236}">
                <a16:creationId xmlns:a16="http://schemas.microsoft.com/office/drawing/2014/main" id="{7CA36712-C661-D8F9-F7EA-1F09081E8C2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51095" y="5797745"/>
            <a:ext cx="911478" cy="953385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Subtitle 2">
            <a:extLst>
              <a:ext uri="{FF2B5EF4-FFF2-40B4-BE49-F238E27FC236}">
                <a16:creationId xmlns:a16="http://schemas.microsoft.com/office/drawing/2014/main" id="{DE69097F-8BFF-876E-6820-95D64DCFB7CC}"/>
              </a:ext>
            </a:extLst>
          </p:cNvPr>
          <p:cNvSpPr txBox="1">
            <a:spLocks/>
          </p:cNvSpPr>
          <p:nvPr/>
        </p:nvSpPr>
        <p:spPr>
          <a:xfrm>
            <a:off x="5346785" y="6008240"/>
            <a:ext cx="5340824" cy="74289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None/>
              <a:defRPr sz="24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1pPr>
            <a:lvl2pPr marL="6858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2pPr>
            <a:lvl3pPr marL="11430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3pPr>
            <a:lvl4pPr marL="16002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4pPr>
            <a:lvl5pPr marL="20574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ro-RO" sz="16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Universitatea Politehnica din București</a:t>
            </a:r>
          </a:p>
          <a:p>
            <a:pPr algn="ctr"/>
            <a:r>
              <a:rPr lang="en-US" sz="1600" dirty="0" err="1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Facultatea</a:t>
            </a:r>
            <a:r>
              <a:rPr lang="en-US" sz="16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de Automatic</a:t>
            </a:r>
            <a:r>
              <a:rPr lang="ro-RO" sz="16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ă și Calculatoare </a:t>
            </a:r>
            <a:endParaRPr lang="en-US" sz="2000" dirty="0">
              <a:solidFill>
                <a:schemeClr val="tx1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315684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1F66E5-D2D7-172B-46BA-FEBFE092CC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5788" y="2469735"/>
            <a:ext cx="10942337" cy="3594181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>
                <a:latin typeface="Fira Sans Extra Condensed" panose="020B0503050000020004" pitchFamily="34" charset="0"/>
                <a:ea typeface="Roboto" panose="02000000000000000000" pitchFamily="2" charset="0"/>
                <a:cs typeface="Roboto" panose="02000000000000000000" pitchFamily="2" charset="0"/>
              </a:rPr>
              <a:t>Protec</a:t>
            </a:r>
            <a:r>
              <a:rPr lang="ro-RO" b="1" dirty="0" err="1">
                <a:latin typeface="Fira Sans Extra Condensed" panose="020B0503050000020004" pitchFamily="34" charset="0"/>
                <a:ea typeface="Roboto" panose="02000000000000000000" pitchFamily="2" charset="0"/>
                <a:cs typeface="Roboto" panose="02000000000000000000" pitchFamily="2" charset="0"/>
              </a:rPr>
              <a:t>ția</a:t>
            </a:r>
            <a:r>
              <a:rPr lang="ro-RO" b="1" dirty="0">
                <a:latin typeface="Fira Sans Extra Condensed" panose="020B0503050000020004" pitchFamily="34" charset="0"/>
                <a:ea typeface="Roboto" panose="02000000000000000000" pitchFamily="2" charset="0"/>
                <a:cs typeface="Roboto" panose="02000000000000000000" pitchFamily="2" charset="0"/>
              </a:rPr>
              <a:t> datelor personale </a:t>
            </a:r>
            <a:endParaRPr lang="ro-RO" dirty="0">
              <a:latin typeface="Fira Sans Extra Condensed" panose="020B0503050000020004" pitchFamily="34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o-RO" b="1" dirty="0">
                <a:latin typeface="Fira Sans Extra Condensed" panose="020B0503050000020004" pitchFamily="34" charset="0"/>
                <a:ea typeface="Roboto" panose="02000000000000000000" pitchFamily="2" charset="0"/>
                <a:cs typeface="Roboto" panose="02000000000000000000" pitchFamily="2" charset="0"/>
              </a:rPr>
              <a:t>Educație și conștientizare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o-RO" b="1" dirty="0">
                <a:latin typeface="Fira Sans Extra Condensed" panose="020B0503050000020004" pitchFamily="34" charset="0"/>
                <a:ea typeface="Roboto" panose="02000000000000000000" pitchFamily="2" charset="0"/>
                <a:cs typeface="Roboto" panose="02000000000000000000" pitchFamily="2" charset="0"/>
              </a:rPr>
              <a:t>Necesitatea automatizării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o-RO" b="1" dirty="0">
                <a:latin typeface="Fira Sans Extra Condensed" panose="020B0503050000020004" pitchFamily="34" charset="0"/>
                <a:ea typeface="Roboto" panose="02000000000000000000" pitchFamily="2" charset="0"/>
                <a:cs typeface="Roboto" panose="02000000000000000000" pitchFamily="2" charset="0"/>
              </a:rPr>
              <a:t>Adaptabilitatea la tehnici avansate</a:t>
            </a:r>
          </a:p>
        </p:txBody>
      </p:sp>
      <p:sp>
        <p:nvSpPr>
          <p:cNvPr id="221" name="Title 1">
            <a:extLst>
              <a:ext uri="{FF2B5EF4-FFF2-40B4-BE49-F238E27FC236}">
                <a16:creationId xmlns:a16="http://schemas.microsoft.com/office/drawing/2014/main" id="{CD378FF0-4368-7849-3462-DDB625AD04EF}"/>
              </a:ext>
            </a:extLst>
          </p:cNvPr>
          <p:cNvSpPr txBox="1">
            <a:spLocks/>
          </p:cNvSpPr>
          <p:nvPr/>
        </p:nvSpPr>
        <p:spPr>
          <a:xfrm>
            <a:off x="535791" y="650830"/>
            <a:ext cx="3971963" cy="1038708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400" b="1" kern="1200" cap="all" baseline="0">
                <a:solidFill>
                  <a:schemeClr val="accent6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o-RO" sz="5400" dirty="0">
                <a:solidFill>
                  <a:schemeClr val="tx1"/>
                </a:solidFill>
                <a:latin typeface="Fira Sans Extra Condensed" panose="020B0503050000020004" pitchFamily="34" charset="0"/>
                <a:ea typeface="Roboto" panose="02000000000000000000" pitchFamily="2" charset="0"/>
                <a:cs typeface="Roboto" panose="02000000000000000000" pitchFamily="2" charset="0"/>
              </a:rPr>
              <a:t>Motivație</a:t>
            </a:r>
            <a:endParaRPr lang="en-US" sz="5400" dirty="0">
              <a:solidFill>
                <a:schemeClr val="tx1"/>
              </a:solidFill>
              <a:latin typeface="Fira Sans Extra Condensed" panose="020B0503050000020004" pitchFamily="34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197" name="Slide Number Placeholder 7">
            <a:extLst>
              <a:ext uri="{FF2B5EF4-FFF2-40B4-BE49-F238E27FC236}">
                <a16:creationId xmlns:a16="http://schemas.microsoft.com/office/drawing/2014/main" id="{1C03126A-E651-5AAD-E716-70F73388EAFE}"/>
              </a:ext>
            </a:extLst>
          </p:cNvPr>
          <p:cNvSpPr txBox="1">
            <a:spLocks/>
          </p:cNvSpPr>
          <p:nvPr/>
        </p:nvSpPr>
        <p:spPr>
          <a:xfrm>
            <a:off x="6096000" y="6306674"/>
            <a:ext cx="27432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dirty="0">
                <a:solidFill>
                  <a:schemeClr val="bg2">
                    <a:lumMod val="50000"/>
                  </a:schemeClr>
                </a:solidFill>
              </a:rPr>
              <a:t>1</a:t>
            </a:r>
          </a:p>
        </p:txBody>
      </p:sp>
      <p:grpSp>
        <p:nvGrpSpPr>
          <p:cNvPr id="2" name="Google Shape;3862;p64">
            <a:extLst>
              <a:ext uri="{FF2B5EF4-FFF2-40B4-BE49-F238E27FC236}">
                <a16:creationId xmlns:a16="http://schemas.microsoft.com/office/drawing/2014/main" id="{E10188B0-8766-761D-87F6-7D4F1E67D9DB}"/>
              </a:ext>
            </a:extLst>
          </p:cNvPr>
          <p:cNvGrpSpPr/>
          <p:nvPr/>
        </p:nvGrpSpPr>
        <p:grpSpPr>
          <a:xfrm>
            <a:off x="8049911" y="2051866"/>
            <a:ext cx="2651031" cy="2448751"/>
            <a:chOff x="962450" y="238100"/>
            <a:chExt cx="5751300" cy="5238100"/>
          </a:xfrm>
        </p:grpSpPr>
        <p:sp>
          <p:nvSpPr>
            <p:cNvPr id="4" name="Google Shape;3863;p64">
              <a:extLst>
                <a:ext uri="{FF2B5EF4-FFF2-40B4-BE49-F238E27FC236}">
                  <a16:creationId xmlns:a16="http://schemas.microsoft.com/office/drawing/2014/main" id="{E6476900-8E3C-D8EF-90D9-7D0BBEEB6D36}"/>
                </a:ext>
              </a:extLst>
            </p:cNvPr>
            <p:cNvSpPr/>
            <p:nvPr/>
          </p:nvSpPr>
          <p:spPr>
            <a:xfrm>
              <a:off x="962450" y="238100"/>
              <a:ext cx="5751300" cy="5155000"/>
            </a:xfrm>
            <a:custGeom>
              <a:avLst/>
              <a:gdLst/>
              <a:ahLst/>
              <a:cxnLst/>
              <a:rect l="l" t="t" r="r" b="b"/>
              <a:pathLst>
                <a:path w="230052" h="206200" extrusionOk="0">
                  <a:moveTo>
                    <a:pt x="102974" y="1"/>
                  </a:moveTo>
                  <a:cubicBezTo>
                    <a:pt x="98160" y="1"/>
                    <a:pt x="93442" y="789"/>
                    <a:pt x="89459" y="2228"/>
                  </a:cubicBezTo>
                  <a:cubicBezTo>
                    <a:pt x="72174" y="8474"/>
                    <a:pt x="74478" y="22392"/>
                    <a:pt x="59497" y="32184"/>
                  </a:cubicBezTo>
                  <a:cubicBezTo>
                    <a:pt x="44516" y="41977"/>
                    <a:pt x="30110" y="38539"/>
                    <a:pt x="15706" y="51234"/>
                  </a:cubicBezTo>
                  <a:cubicBezTo>
                    <a:pt x="1301" y="63930"/>
                    <a:pt x="1" y="87997"/>
                    <a:pt x="5910" y="99256"/>
                  </a:cubicBezTo>
                  <a:cubicBezTo>
                    <a:pt x="11821" y="110515"/>
                    <a:pt x="18587" y="118762"/>
                    <a:pt x="12825" y="138129"/>
                  </a:cubicBezTo>
                  <a:cubicBezTo>
                    <a:pt x="7063" y="157496"/>
                    <a:pt x="7639" y="179991"/>
                    <a:pt x="30689" y="191829"/>
                  </a:cubicBezTo>
                  <a:cubicBezTo>
                    <a:pt x="35157" y="194125"/>
                    <a:pt x="39430" y="195026"/>
                    <a:pt x="43526" y="195026"/>
                  </a:cubicBezTo>
                  <a:cubicBezTo>
                    <a:pt x="58540" y="195026"/>
                    <a:pt x="71160" y="182906"/>
                    <a:pt x="82213" y="182906"/>
                  </a:cubicBezTo>
                  <a:cubicBezTo>
                    <a:pt x="83696" y="182906"/>
                    <a:pt x="85150" y="183124"/>
                    <a:pt x="86579" y="183619"/>
                  </a:cubicBezTo>
                  <a:cubicBezTo>
                    <a:pt x="99641" y="188143"/>
                    <a:pt x="122779" y="206199"/>
                    <a:pt x="149118" y="206199"/>
                  </a:cubicBezTo>
                  <a:cubicBezTo>
                    <a:pt x="152986" y="206199"/>
                    <a:pt x="156923" y="205810"/>
                    <a:pt x="160908" y="204931"/>
                  </a:cubicBezTo>
                  <a:cubicBezTo>
                    <a:pt x="192023" y="198068"/>
                    <a:pt x="178195" y="174485"/>
                    <a:pt x="198361" y="167774"/>
                  </a:cubicBezTo>
                  <a:cubicBezTo>
                    <a:pt x="218527" y="161063"/>
                    <a:pt x="230051" y="137885"/>
                    <a:pt x="223138" y="113418"/>
                  </a:cubicBezTo>
                  <a:cubicBezTo>
                    <a:pt x="216223" y="88949"/>
                    <a:pt x="198936" y="84248"/>
                    <a:pt x="202970" y="68845"/>
                  </a:cubicBezTo>
                  <a:cubicBezTo>
                    <a:pt x="206014" y="57223"/>
                    <a:pt x="210094" y="46044"/>
                    <a:pt x="202339" y="34863"/>
                  </a:cubicBezTo>
                  <a:cubicBezTo>
                    <a:pt x="193280" y="21800"/>
                    <a:pt x="178398" y="15485"/>
                    <a:pt x="163366" y="15485"/>
                  </a:cubicBezTo>
                  <a:cubicBezTo>
                    <a:pt x="161783" y="15485"/>
                    <a:pt x="160199" y="15555"/>
                    <a:pt x="158620" y="15695"/>
                  </a:cubicBezTo>
                  <a:cubicBezTo>
                    <a:pt x="155939" y="15932"/>
                    <a:pt x="153087" y="16107"/>
                    <a:pt x="150191" y="16107"/>
                  </a:cubicBezTo>
                  <a:cubicBezTo>
                    <a:pt x="146408" y="16107"/>
                    <a:pt x="142552" y="15808"/>
                    <a:pt x="138910" y="14960"/>
                  </a:cubicBezTo>
                  <a:cubicBezTo>
                    <a:pt x="131547" y="13246"/>
                    <a:pt x="128157" y="9128"/>
                    <a:pt x="122308" y="5219"/>
                  </a:cubicBezTo>
                  <a:lnTo>
                    <a:pt x="122283" y="5202"/>
                  </a:lnTo>
                  <a:cubicBezTo>
                    <a:pt x="116888" y="1602"/>
                    <a:pt x="109834" y="1"/>
                    <a:pt x="102974" y="1"/>
                  </a:cubicBez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lin ang="5400700" scaled="0"/>
            </a:gradFill>
            <a:ln>
              <a:solidFill>
                <a:schemeClr val="tx2">
                  <a:lumMod val="50000"/>
                </a:schemeClr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" name="Google Shape;3864;p64">
              <a:extLst>
                <a:ext uri="{FF2B5EF4-FFF2-40B4-BE49-F238E27FC236}">
                  <a16:creationId xmlns:a16="http://schemas.microsoft.com/office/drawing/2014/main" id="{76CBBBF2-1700-F2E9-AE8B-9F38D35D8509}"/>
                </a:ext>
              </a:extLst>
            </p:cNvPr>
            <p:cNvSpPr/>
            <p:nvPr/>
          </p:nvSpPr>
          <p:spPr>
            <a:xfrm>
              <a:off x="1030525" y="242725"/>
              <a:ext cx="5561175" cy="5150350"/>
            </a:xfrm>
            <a:custGeom>
              <a:avLst/>
              <a:gdLst/>
              <a:ahLst/>
              <a:cxnLst/>
              <a:rect l="l" t="t" r="r" b="b"/>
              <a:pathLst>
                <a:path w="222447" h="206014" extrusionOk="0">
                  <a:moveTo>
                    <a:pt x="110280" y="112230"/>
                  </a:moveTo>
                  <a:lnTo>
                    <a:pt x="110417" y="112549"/>
                  </a:lnTo>
                  <a:lnTo>
                    <a:pt x="110251" y="112325"/>
                  </a:lnTo>
                  <a:lnTo>
                    <a:pt x="110280" y="112230"/>
                  </a:lnTo>
                  <a:close/>
                  <a:moveTo>
                    <a:pt x="109811" y="112342"/>
                  </a:moveTo>
                  <a:lnTo>
                    <a:pt x="110049" y="112595"/>
                  </a:lnTo>
                  <a:lnTo>
                    <a:pt x="109817" y="112440"/>
                  </a:lnTo>
                  <a:lnTo>
                    <a:pt x="109811" y="112342"/>
                  </a:lnTo>
                  <a:close/>
                  <a:moveTo>
                    <a:pt x="110758" y="112287"/>
                  </a:moveTo>
                  <a:lnTo>
                    <a:pt x="110778" y="112633"/>
                  </a:lnTo>
                  <a:lnTo>
                    <a:pt x="110699" y="112366"/>
                  </a:lnTo>
                  <a:lnTo>
                    <a:pt x="110758" y="112287"/>
                  </a:lnTo>
                  <a:close/>
                  <a:moveTo>
                    <a:pt x="109408" y="112607"/>
                  </a:moveTo>
                  <a:lnTo>
                    <a:pt x="109718" y="112763"/>
                  </a:lnTo>
                  <a:lnTo>
                    <a:pt x="109446" y="112698"/>
                  </a:lnTo>
                  <a:lnTo>
                    <a:pt x="109408" y="112607"/>
                  </a:lnTo>
                  <a:close/>
                  <a:moveTo>
                    <a:pt x="111190" y="112504"/>
                  </a:moveTo>
                  <a:lnTo>
                    <a:pt x="111090" y="112836"/>
                  </a:lnTo>
                  <a:lnTo>
                    <a:pt x="111107" y="112558"/>
                  </a:lnTo>
                  <a:lnTo>
                    <a:pt x="111190" y="112504"/>
                  </a:lnTo>
                  <a:close/>
                  <a:moveTo>
                    <a:pt x="109120" y="112994"/>
                  </a:moveTo>
                  <a:lnTo>
                    <a:pt x="109464" y="113034"/>
                  </a:lnTo>
                  <a:lnTo>
                    <a:pt x="109187" y="113066"/>
                  </a:lnTo>
                  <a:lnTo>
                    <a:pt x="109120" y="112994"/>
                  </a:lnTo>
                  <a:close/>
                  <a:moveTo>
                    <a:pt x="111520" y="112854"/>
                  </a:moveTo>
                  <a:lnTo>
                    <a:pt x="111312" y="113133"/>
                  </a:lnTo>
                  <a:lnTo>
                    <a:pt x="111424" y="112877"/>
                  </a:lnTo>
                  <a:lnTo>
                    <a:pt x="111520" y="112854"/>
                  </a:lnTo>
                  <a:close/>
                  <a:moveTo>
                    <a:pt x="111613" y="113286"/>
                  </a:moveTo>
                  <a:lnTo>
                    <a:pt x="111712" y="113297"/>
                  </a:lnTo>
                  <a:lnTo>
                    <a:pt x="111421" y="113488"/>
                  </a:lnTo>
                  <a:lnTo>
                    <a:pt x="111613" y="113286"/>
                  </a:lnTo>
                  <a:close/>
                  <a:moveTo>
                    <a:pt x="109319" y="113376"/>
                  </a:moveTo>
                  <a:lnTo>
                    <a:pt x="109069" y="113500"/>
                  </a:lnTo>
                  <a:lnTo>
                    <a:pt x="108981" y="113456"/>
                  </a:lnTo>
                  <a:lnTo>
                    <a:pt x="109319" y="113376"/>
                  </a:lnTo>
                  <a:close/>
                  <a:moveTo>
                    <a:pt x="111650" y="113734"/>
                  </a:moveTo>
                  <a:lnTo>
                    <a:pt x="111739" y="113779"/>
                  </a:lnTo>
                  <a:lnTo>
                    <a:pt x="111401" y="113859"/>
                  </a:lnTo>
                  <a:lnTo>
                    <a:pt x="111401" y="113859"/>
                  </a:lnTo>
                  <a:lnTo>
                    <a:pt x="111650" y="113734"/>
                  </a:lnTo>
                  <a:close/>
                  <a:moveTo>
                    <a:pt x="109300" y="113746"/>
                  </a:moveTo>
                  <a:lnTo>
                    <a:pt x="109108" y="113949"/>
                  </a:lnTo>
                  <a:lnTo>
                    <a:pt x="109009" y="113937"/>
                  </a:lnTo>
                  <a:lnTo>
                    <a:pt x="109300" y="113746"/>
                  </a:lnTo>
                  <a:close/>
                  <a:moveTo>
                    <a:pt x="110332" y="113136"/>
                  </a:moveTo>
                  <a:lnTo>
                    <a:pt x="110498" y="113155"/>
                  </a:lnTo>
                  <a:lnTo>
                    <a:pt x="110648" y="113231"/>
                  </a:lnTo>
                  <a:lnTo>
                    <a:pt x="110763" y="113352"/>
                  </a:lnTo>
                  <a:lnTo>
                    <a:pt x="110829" y="113505"/>
                  </a:lnTo>
                  <a:lnTo>
                    <a:pt x="110840" y="113673"/>
                  </a:lnTo>
                  <a:lnTo>
                    <a:pt x="110790" y="113834"/>
                  </a:lnTo>
                  <a:lnTo>
                    <a:pt x="110691" y="113968"/>
                  </a:lnTo>
                  <a:lnTo>
                    <a:pt x="110551" y="114059"/>
                  </a:lnTo>
                  <a:lnTo>
                    <a:pt x="110387" y="114099"/>
                  </a:lnTo>
                  <a:lnTo>
                    <a:pt x="110222" y="114080"/>
                  </a:lnTo>
                  <a:lnTo>
                    <a:pt x="110072" y="114004"/>
                  </a:lnTo>
                  <a:lnTo>
                    <a:pt x="109957" y="113882"/>
                  </a:lnTo>
                  <a:lnTo>
                    <a:pt x="109891" y="113728"/>
                  </a:lnTo>
                  <a:lnTo>
                    <a:pt x="109881" y="113562"/>
                  </a:lnTo>
                  <a:lnTo>
                    <a:pt x="109929" y="113401"/>
                  </a:lnTo>
                  <a:lnTo>
                    <a:pt x="110029" y="113267"/>
                  </a:lnTo>
                  <a:lnTo>
                    <a:pt x="110169" y="113174"/>
                  </a:lnTo>
                  <a:lnTo>
                    <a:pt x="110332" y="113136"/>
                  </a:lnTo>
                  <a:close/>
                  <a:moveTo>
                    <a:pt x="111533" y="114169"/>
                  </a:moveTo>
                  <a:lnTo>
                    <a:pt x="111600" y="114241"/>
                  </a:lnTo>
                  <a:lnTo>
                    <a:pt x="111600" y="114241"/>
                  </a:lnTo>
                  <a:lnTo>
                    <a:pt x="111255" y="114200"/>
                  </a:lnTo>
                  <a:lnTo>
                    <a:pt x="111533" y="114169"/>
                  </a:lnTo>
                  <a:close/>
                  <a:moveTo>
                    <a:pt x="109408" y="114101"/>
                  </a:moveTo>
                  <a:lnTo>
                    <a:pt x="109296" y="114358"/>
                  </a:lnTo>
                  <a:lnTo>
                    <a:pt x="109200" y="114381"/>
                  </a:lnTo>
                  <a:lnTo>
                    <a:pt x="109408" y="114101"/>
                  </a:lnTo>
                  <a:close/>
                  <a:moveTo>
                    <a:pt x="111002" y="114471"/>
                  </a:moveTo>
                  <a:lnTo>
                    <a:pt x="111273" y="114537"/>
                  </a:lnTo>
                  <a:lnTo>
                    <a:pt x="111312" y="114628"/>
                  </a:lnTo>
                  <a:lnTo>
                    <a:pt x="111312" y="114628"/>
                  </a:lnTo>
                  <a:lnTo>
                    <a:pt x="111002" y="114471"/>
                  </a:lnTo>
                  <a:close/>
                  <a:moveTo>
                    <a:pt x="109631" y="114398"/>
                  </a:moveTo>
                  <a:lnTo>
                    <a:pt x="109614" y="114677"/>
                  </a:lnTo>
                  <a:lnTo>
                    <a:pt x="109531" y="114731"/>
                  </a:lnTo>
                  <a:lnTo>
                    <a:pt x="109631" y="114398"/>
                  </a:lnTo>
                  <a:close/>
                  <a:moveTo>
                    <a:pt x="110672" y="114640"/>
                  </a:moveTo>
                  <a:lnTo>
                    <a:pt x="110904" y="114793"/>
                  </a:lnTo>
                  <a:lnTo>
                    <a:pt x="110910" y="114893"/>
                  </a:lnTo>
                  <a:lnTo>
                    <a:pt x="110672" y="114640"/>
                  </a:lnTo>
                  <a:close/>
                  <a:moveTo>
                    <a:pt x="109941" y="114600"/>
                  </a:moveTo>
                  <a:lnTo>
                    <a:pt x="110020" y="114868"/>
                  </a:lnTo>
                  <a:lnTo>
                    <a:pt x="109962" y="114948"/>
                  </a:lnTo>
                  <a:lnTo>
                    <a:pt x="109941" y="114600"/>
                  </a:lnTo>
                  <a:close/>
                  <a:moveTo>
                    <a:pt x="110302" y="114684"/>
                  </a:moveTo>
                  <a:lnTo>
                    <a:pt x="110469" y="114910"/>
                  </a:lnTo>
                  <a:lnTo>
                    <a:pt x="110440" y="115003"/>
                  </a:lnTo>
                  <a:lnTo>
                    <a:pt x="110302" y="114684"/>
                  </a:lnTo>
                  <a:close/>
                  <a:moveTo>
                    <a:pt x="104234" y="1"/>
                  </a:moveTo>
                  <a:lnTo>
                    <a:pt x="110755" y="112213"/>
                  </a:lnTo>
                  <a:lnTo>
                    <a:pt x="110678" y="112294"/>
                  </a:lnTo>
                  <a:lnTo>
                    <a:pt x="79198" y="6022"/>
                  </a:lnTo>
                  <a:cubicBezTo>
                    <a:pt x="74748" y="9347"/>
                    <a:pt x="72244" y="13504"/>
                    <a:pt x="69568" y="17815"/>
                  </a:cubicBezTo>
                  <a:lnTo>
                    <a:pt x="110251" y="112163"/>
                  </a:lnTo>
                  <a:lnTo>
                    <a:pt x="110206" y="112265"/>
                  </a:lnTo>
                  <a:lnTo>
                    <a:pt x="52601" y="34415"/>
                  </a:lnTo>
                  <a:cubicBezTo>
                    <a:pt x="48537" y="36485"/>
                    <a:pt x="44514" y="37772"/>
                    <a:pt x="40518" y="38876"/>
                  </a:cubicBezTo>
                  <a:lnTo>
                    <a:pt x="109759" y="112288"/>
                  </a:lnTo>
                  <a:lnTo>
                    <a:pt x="109753" y="112399"/>
                  </a:lnTo>
                  <a:lnTo>
                    <a:pt x="14793" y="49546"/>
                  </a:lnTo>
                  <a:cubicBezTo>
                    <a:pt x="14190" y="50024"/>
                    <a:pt x="13587" y="50518"/>
                    <a:pt x="12983" y="51049"/>
                  </a:cubicBezTo>
                  <a:cubicBezTo>
                    <a:pt x="9931" y="53739"/>
                    <a:pt x="7472" y="56943"/>
                    <a:pt x="5541" y="60425"/>
                  </a:cubicBezTo>
                  <a:lnTo>
                    <a:pt x="109342" y="112575"/>
                  </a:lnTo>
                  <a:lnTo>
                    <a:pt x="109373" y="112680"/>
                  </a:lnTo>
                  <a:lnTo>
                    <a:pt x="1" y="86422"/>
                  </a:lnTo>
                  <a:lnTo>
                    <a:pt x="1" y="86422"/>
                  </a:lnTo>
                  <a:cubicBezTo>
                    <a:pt x="341" y="91335"/>
                    <a:pt x="1449" y="95760"/>
                    <a:pt x="3187" y="99071"/>
                  </a:cubicBezTo>
                  <a:cubicBezTo>
                    <a:pt x="3477" y="99621"/>
                    <a:pt x="3767" y="100163"/>
                    <a:pt x="4058" y="100699"/>
                  </a:cubicBezTo>
                  <a:lnTo>
                    <a:pt x="109045" y="112986"/>
                  </a:lnTo>
                  <a:lnTo>
                    <a:pt x="109111" y="113075"/>
                  </a:lnTo>
                  <a:lnTo>
                    <a:pt x="12288" y="124106"/>
                  </a:lnTo>
                  <a:cubicBezTo>
                    <a:pt x="12327" y="127780"/>
                    <a:pt x="11778" y="131934"/>
                    <a:pt x="10425" y="136800"/>
                  </a:cubicBezTo>
                  <a:lnTo>
                    <a:pt x="108909" y="113473"/>
                  </a:lnTo>
                  <a:lnTo>
                    <a:pt x="109001" y="113534"/>
                  </a:lnTo>
                  <a:lnTo>
                    <a:pt x="7547" y="164117"/>
                  </a:lnTo>
                  <a:cubicBezTo>
                    <a:pt x="8256" y="168831"/>
                    <a:pt x="9754" y="173372"/>
                    <a:pt x="12270" y="177545"/>
                  </a:cubicBezTo>
                  <a:lnTo>
                    <a:pt x="108947" y="113978"/>
                  </a:lnTo>
                  <a:lnTo>
                    <a:pt x="109055" y="114004"/>
                  </a:lnTo>
                  <a:lnTo>
                    <a:pt x="33340" y="193791"/>
                  </a:lnTo>
                  <a:cubicBezTo>
                    <a:pt x="35891" y="194524"/>
                    <a:pt x="38376" y="194840"/>
                    <a:pt x="40798" y="194840"/>
                  </a:cubicBezTo>
                  <a:cubicBezTo>
                    <a:pt x="44116" y="194840"/>
                    <a:pt x="47317" y="194248"/>
                    <a:pt x="50411" y="193326"/>
                  </a:cubicBezTo>
                  <a:lnTo>
                    <a:pt x="109156" y="114440"/>
                  </a:lnTo>
                  <a:lnTo>
                    <a:pt x="109266" y="114428"/>
                  </a:lnTo>
                  <a:lnTo>
                    <a:pt x="79571" y="182722"/>
                  </a:lnTo>
                  <a:cubicBezTo>
                    <a:pt x="81025" y="182729"/>
                    <a:pt x="82452" y="182948"/>
                    <a:pt x="83856" y="183434"/>
                  </a:cubicBezTo>
                  <a:cubicBezTo>
                    <a:pt x="85254" y="183919"/>
                    <a:pt x="86768" y="184558"/>
                    <a:pt x="88389" y="185314"/>
                  </a:cubicBezTo>
                  <a:lnTo>
                    <a:pt x="109509" y="114802"/>
                  </a:lnTo>
                  <a:lnTo>
                    <a:pt x="109609" y="114753"/>
                  </a:lnTo>
                  <a:lnTo>
                    <a:pt x="104776" y="193771"/>
                  </a:lnTo>
                  <a:cubicBezTo>
                    <a:pt x="107955" y="195391"/>
                    <a:pt x="111311" y="197023"/>
                    <a:pt x="114819" y="198543"/>
                  </a:cubicBezTo>
                  <a:lnTo>
                    <a:pt x="109966" y="115021"/>
                  </a:lnTo>
                  <a:lnTo>
                    <a:pt x="110042" y="114941"/>
                  </a:lnTo>
                  <a:lnTo>
                    <a:pt x="136792" y="205246"/>
                  </a:lnTo>
                  <a:cubicBezTo>
                    <a:pt x="139937" y="205738"/>
                    <a:pt x="143144" y="206014"/>
                    <a:pt x="146400" y="206014"/>
                  </a:cubicBezTo>
                  <a:cubicBezTo>
                    <a:pt x="147476" y="206014"/>
                    <a:pt x="148557" y="205983"/>
                    <a:pt x="149643" y="205921"/>
                  </a:cubicBezTo>
                  <a:lnTo>
                    <a:pt x="110470" y="115072"/>
                  </a:lnTo>
                  <a:lnTo>
                    <a:pt x="110515" y="114970"/>
                  </a:lnTo>
                  <a:lnTo>
                    <a:pt x="172423" y="198633"/>
                  </a:lnTo>
                  <a:cubicBezTo>
                    <a:pt x="176323" y="195605"/>
                    <a:pt x="178505" y="191987"/>
                    <a:pt x="180127" y="188277"/>
                  </a:cubicBezTo>
                  <a:lnTo>
                    <a:pt x="110961" y="114947"/>
                  </a:lnTo>
                  <a:lnTo>
                    <a:pt x="110968" y="114835"/>
                  </a:lnTo>
                  <a:lnTo>
                    <a:pt x="192588" y="168858"/>
                  </a:lnTo>
                  <a:cubicBezTo>
                    <a:pt x="193571" y="168359"/>
                    <a:pt x="194591" y="167936"/>
                    <a:pt x="195638" y="167589"/>
                  </a:cubicBezTo>
                  <a:cubicBezTo>
                    <a:pt x="199352" y="166353"/>
                    <a:pt x="202846" y="164531"/>
                    <a:pt x="205986" y="162191"/>
                  </a:cubicBezTo>
                  <a:lnTo>
                    <a:pt x="111379" y="114660"/>
                  </a:lnTo>
                  <a:lnTo>
                    <a:pt x="111347" y="114555"/>
                  </a:lnTo>
                  <a:lnTo>
                    <a:pt x="220545" y="140771"/>
                  </a:lnTo>
                  <a:cubicBezTo>
                    <a:pt x="221794" y="136507"/>
                    <a:pt x="222446" y="131946"/>
                    <a:pt x="222420" y="127209"/>
                  </a:cubicBezTo>
                  <a:lnTo>
                    <a:pt x="111674" y="114249"/>
                  </a:lnTo>
                  <a:lnTo>
                    <a:pt x="111609" y="114159"/>
                  </a:lnTo>
                  <a:lnTo>
                    <a:pt x="216103" y="102253"/>
                  </a:lnTo>
                  <a:cubicBezTo>
                    <a:pt x="213778" y="97725"/>
                    <a:pt x="211166" y="94053"/>
                    <a:pt x="208713" y="90809"/>
                  </a:cubicBezTo>
                  <a:lnTo>
                    <a:pt x="111811" y="113762"/>
                  </a:lnTo>
                  <a:lnTo>
                    <a:pt x="111719" y="113701"/>
                  </a:lnTo>
                  <a:lnTo>
                    <a:pt x="200019" y="69675"/>
                  </a:lnTo>
                  <a:cubicBezTo>
                    <a:pt x="200089" y="69341"/>
                    <a:pt x="200156" y="69006"/>
                    <a:pt x="200247" y="68660"/>
                  </a:cubicBezTo>
                  <a:cubicBezTo>
                    <a:pt x="201661" y="63261"/>
                    <a:pt x="203297" y="57957"/>
                    <a:pt x="203868" y="52703"/>
                  </a:cubicBezTo>
                  <a:lnTo>
                    <a:pt x="203868" y="52703"/>
                  </a:lnTo>
                  <a:lnTo>
                    <a:pt x="111773" y="113257"/>
                  </a:lnTo>
                  <a:lnTo>
                    <a:pt x="111665" y="113231"/>
                  </a:lnTo>
                  <a:lnTo>
                    <a:pt x="193180" y="27331"/>
                  </a:lnTo>
                  <a:cubicBezTo>
                    <a:pt x="189554" y="24030"/>
                    <a:pt x="185444" y="21425"/>
                    <a:pt x="181047" y="19492"/>
                  </a:cubicBezTo>
                  <a:lnTo>
                    <a:pt x="111564" y="112795"/>
                  </a:lnTo>
                  <a:lnTo>
                    <a:pt x="111455" y="112807"/>
                  </a:lnTo>
                  <a:lnTo>
                    <a:pt x="153684" y="15686"/>
                  </a:lnTo>
                  <a:lnTo>
                    <a:pt x="153684" y="15686"/>
                  </a:lnTo>
                  <a:cubicBezTo>
                    <a:pt x="151675" y="15827"/>
                    <a:pt x="149594" y="15920"/>
                    <a:pt x="147490" y="15920"/>
                  </a:cubicBezTo>
                  <a:cubicBezTo>
                    <a:pt x="145081" y="15920"/>
                    <a:pt x="142642" y="15799"/>
                    <a:pt x="140248" y="15493"/>
                  </a:cubicBezTo>
                  <a:lnTo>
                    <a:pt x="111210" y="112433"/>
                  </a:lnTo>
                  <a:lnTo>
                    <a:pt x="111112" y="112482"/>
                  </a:lnTo>
                  <a:lnTo>
                    <a:pt x="117752" y="3918"/>
                  </a:lnTo>
                  <a:cubicBezTo>
                    <a:pt x="113747" y="1703"/>
                    <a:pt x="109031" y="442"/>
                    <a:pt x="104234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solidFill>
                <a:schemeClr val="tx2">
                  <a:lumMod val="50000"/>
                </a:schemeClr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" name="Google Shape;3865;p64">
              <a:extLst>
                <a:ext uri="{FF2B5EF4-FFF2-40B4-BE49-F238E27FC236}">
                  <a16:creationId xmlns:a16="http://schemas.microsoft.com/office/drawing/2014/main" id="{46F55741-2B70-C5E9-E7B2-75EA2896D229}"/>
                </a:ext>
              </a:extLst>
            </p:cNvPr>
            <p:cNvSpPr/>
            <p:nvPr/>
          </p:nvSpPr>
          <p:spPr>
            <a:xfrm>
              <a:off x="1506350" y="5243875"/>
              <a:ext cx="4508750" cy="232325"/>
            </a:xfrm>
            <a:custGeom>
              <a:avLst/>
              <a:gdLst/>
              <a:ahLst/>
              <a:cxnLst/>
              <a:rect l="l" t="t" r="r" b="b"/>
              <a:pathLst>
                <a:path w="180350" h="9293" extrusionOk="0">
                  <a:moveTo>
                    <a:pt x="90174" y="0"/>
                  </a:moveTo>
                  <a:cubicBezTo>
                    <a:pt x="66259" y="0"/>
                    <a:pt x="43323" y="490"/>
                    <a:pt x="26412" y="1362"/>
                  </a:cubicBezTo>
                  <a:cubicBezTo>
                    <a:pt x="9501" y="2232"/>
                    <a:pt x="0" y="3414"/>
                    <a:pt x="0" y="4646"/>
                  </a:cubicBezTo>
                  <a:cubicBezTo>
                    <a:pt x="0" y="5879"/>
                    <a:pt x="9501" y="7060"/>
                    <a:pt x="26412" y="7931"/>
                  </a:cubicBezTo>
                  <a:cubicBezTo>
                    <a:pt x="43323" y="8803"/>
                    <a:pt x="66259" y="9292"/>
                    <a:pt x="90174" y="9292"/>
                  </a:cubicBezTo>
                  <a:cubicBezTo>
                    <a:pt x="114090" y="9292"/>
                    <a:pt x="137027" y="8803"/>
                    <a:pt x="153938" y="7931"/>
                  </a:cubicBezTo>
                  <a:cubicBezTo>
                    <a:pt x="170849" y="7060"/>
                    <a:pt x="180349" y="5879"/>
                    <a:pt x="180349" y="4646"/>
                  </a:cubicBezTo>
                  <a:cubicBezTo>
                    <a:pt x="180349" y="3414"/>
                    <a:pt x="170849" y="2232"/>
                    <a:pt x="153938" y="1362"/>
                  </a:cubicBezTo>
                  <a:cubicBezTo>
                    <a:pt x="137027" y="490"/>
                    <a:pt x="114090" y="0"/>
                    <a:pt x="90174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solidFill>
                <a:schemeClr val="tx2">
                  <a:lumMod val="50000"/>
                </a:schemeClr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" name="Google Shape;3866;p64">
              <a:extLst>
                <a:ext uri="{FF2B5EF4-FFF2-40B4-BE49-F238E27FC236}">
                  <a16:creationId xmlns:a16="http://schemas.microsoft.com/office/drawing/2014/main" id="{502982FD-F92C-58C6-3980-FFE4F237D32C}"/>
                </a:ext>
              </a:extLst>
            </p:cNvPr>
            <p:cNvSpPr/>
            <p:nvPr/>
          </p:nvSpPr>
          <p:spPr>
            <a:xfrm>
              <a:off x="2371200" y="3301350"/>
              <a:ext cx="2908425" cy="1849500"/>
            </a:xfrm>
            <a:custGeom>
              <a:avLst/>
              <a:gdLst/>
              <a:ahLst/>
              <a:cxnLst/>
              <a:rect l="l" t="t" r="r" b="b"/>
              <a:pathLst>
                <a:path w="116337" h="73980" extrusionOk="0">
                  <a:moveTo>
                    <a:pt x="64" y="0"/>
                  </a:moveTo>
                  <a:cubicBezTo>
                    <a:pt x="29" y="0"/>
                    <a:pt x="1" y="30"/>
                    <a:pt x="1" y="64"/>
                  </a:cubicBezTo>
                  <a:lnTo>
                    <a:pt x="1" y="73979"/>
                  </a:lnTo>
                  <a:lnTo>
                    <a:pt x="116337" y="73979"/>
                  </a:lnTo>
                  <a:lnTo>
                    <a:pt x="116337" y="64"/>
                  </a:lnTo>
                  <a:cubicBezTo>
                    <a:pt x="116337" y="29"/>
                    <a:pt x="116308" y="0"/>
                    <a:pt x="116273" y="0"/>
                  </a:cubicBezTo>
                  <a:lnTo>
                    <a:pt x="67" y="0"/>
                  </a:lnTo>
                  <a:cubicBezTo>
                    <a:pt x="66" y="0"/>
                    <a:pt x="65" y="0"/>
                    <a:pt x="6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solidFill>
                <a:schemeClr val="tx2">
                  <a:lumMod val="50000"/>
                </a:schemeClr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" name="Google Shape;3867;p64">
              <a:extLst>
                <a:ext uri="{FF2B5EF4-FFF2-40B4-BE49-F238E27FC236}">
                  <a16:creationId xmlns:a16="http://schemas.microsoft.com/office/drawing/2014/main" id="{71781618-F841-11D2-1AD9-7F6A136FC7D2}"/>
                </a:ext>
              </a:extLst>
            </p:cNvPr>
            <p:cNvSpPr/>
            <p:nvPr/>
          </p:nvSpPr>
          <p:spPr>
            <a:xfrm>
              <a:off x="2364000" y="3294125"/>
              <a:ext cx="2922825" cy="1863925"/>
            </a:xfrm>
            <a:custGeom>
              <a:avLst/>
              <a:gdLst/>
              <a:ahLst/>
              <a:cxnLst/>
              <a:rect l="l" t="t" r="r" b="b"/>
              <a:pathLst>
                <a:path w="116913" h="74557" extrusionOk="0">
                  <a:moveTo>
                    <a:pt x="114150" y="577"/>
                  </a:moveTo>
                  <a:cubicBezTo>
                    <a:pt x="115356" y="577"/>
                    <a:pt x="116337" y="1557"/>
                    <a:pt x="116337" y="2764"/>
                  </a:cubicBezTo>
                  <a:lnTo>
                    <a:pt x="116337" y="73981"/>
                  </a:lnTo>
                  <a:lnTo>
                    <a:pt x="578" y="73981"/>
                  </a:lnTo>
                  <a:lnTo>
                    <a:pt x="576" y="2764"/>
                  </a:lnTo>
                  <a:cubicBezTo>
                    <a:pt x="576" y="1557"/>
                    <a:pt x="1558" y="577"/>
                    <a:pt x="2764" y="577"/>
                  </a:cubicBezTo>
                  <a:close/>
                  <a:moveTo>
                    <a:pt x="2764" y="0"/>
                  </a:moveTo>
                  <a:cubicBezTo>
                    <a:pt x="1240" y="0"/>
                    <a:pt x="1" y="1240"/>
                    <a:pt x="1" y="2764"/>
                  </a:cubicBezTo>
                  <a:lnTo>
                    <a:pt x="1" y="74268"/>
                  </a:lnTo>
                  <a:cubicBezTo>
                    <a:pt x="1" y="74427"/>
                    <a:pt x="130" y="74556"/>
                    <a:pt x="289" y="74556"/>
                  </a:cubicBezTo>
                  <a:lnTo>
                    <a:pt x="116625" y="74556"/>
                  </a:lnTo>
                  <a:cubicBezTo>
                    <a:pt x="116783" y="74556"/>
                    <a:pt x="116913" y="74427"/>
                    <a:pt x="116913" y="74268"/>
                  </a:cubicBezTo>
                  <a:lnTo>
                    <a:pt x="116913" y="2764"/>
                  </a:lnTo>
                  <a:cubicBezTo>
                    <a:pt x="116913" y="1240"/>
                    <a:pt x="115672" y="0"/>
                    <a:pt x="114149" y="0"/>
                  </a:cubicBezTo>
                  <a:close/>
                </a:path>
              </a:pathLst>
            </a:custGeom>
            <a:solidFill>
              <a:srgbClr val="263238"/>
            </a:solidFill>
            <a:ln w="9525" cap="flat" cmpd="sng">
              <a:solidFill>
                <a:schemeClr val="tx2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" name="Google Shape;3868;p64">
              <a:extLst>
                <a:ext uri="{FF2B5EF4-FFF2-40B4-BE49-F238E27FC236}">
                  <a16:creationId xmlns:a16="http://schemas.microsoft.com/office/drawing/2014/main" id="{9EBB111C-24CA-4B0F-4E55-F4617E2C6F6F}"/>
                </a:ext>
              </a:extLst>
            </p:cNvPr>
            <p:cNvSpPr/>
            <p:nvPr/>
          </p:nvSpPr>
          <p:spPr>
            <a:xfrm>
              <a:off x="2520625" y="3441725"/>
              <a:ext cx="2609575" cy="1734000"/>
            </a:xfrm>
            <a:custGeom>
              <a:avLst/>
              <a:gdLst/>
              <a:ahLst/>
              <a:cxnLst/>
              <a:rect l="l" t="t" r="r" b="b"/>
              <a:pathLst>
                <a:path w="104383" h="69360" extrusionOk="0">
                  <a:moveTo>
                    <a:pt x="64" y="1"/>
                  </a:moveTo>
                  <a:cubicBezTo>
                    <a:pt x="29" y="1"/>
                    <a:pt x="0" y="30"/>
                    <a:pt x="0" y="65"/>
                  </a:cubicBezTo>
                  <a:lnTo>
                    <a:pt x="0" y="69360"/>
                  </a:lnTo>
                  <a:lnTo>
                    <a:pt x="104383" y="69360"/>
                  </a:lnTo>
                  <a:lnTo>
                    <a:pt x="104383" y="65"/>
                  </a:lnTo>
                  <a:cubicBezTo>
                    <a:pt x="104383" y="30"/>
                    <a:pt x="104354" y="1"/>
                    <a:pt x="104319" y="1"/>
                  </a:cubicBez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 w="19050" cap="flat" cmpd="sng">
              <a:solidFill>
                <a:schemeClr val="tx2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" name="Google Shape;3869;p64">
              <a:extLst>
                <a:ext uri="{FF2B5EF4-FFF2-40B4-BE49-F238E27FC236}">
                  <a16:creationId xmlns:a16="http://schemas.microsoft.com/office/drawing/2014/main" id="{491FB173-D162-B1DC-62E8-E631F432BBB1}"/>
                </a:ext>
              </a:extLst>
            </p:cNvPr>
            <p:cNvSpPr/>
            <p:nvPr/>
          </p:nvSpPr>
          <p:spPr>
            <a:xfrm>
              <a:off x="2017725" y="5114250"/>
              <a:ext cx="3486000" cy="186000"/>
            </a:xfrm>
            <a:custGeom>
              <a:avLst/>
              <a:gdLst/>
              <a:ahLst/>
              <a:cxnLst/>
              <a:rect l="l" t="t" r="r" b="b"/>
              <a:pathLst>
                <a:path w="139440" h="7440" extrusionOk="0">
                  <a:moveTo>
                    <a:pt x="1" y="0"/>
                  </a:moveTo>
                  <a:cubicBezTo>
                    <a:pt x="1" y="4108"/>
                    <a:pt x="4459" y="7439"/>
                    <a:pt x="9959" y="7439"/>
                  </a:cubicBezTo>
                  <a:lnTo>
                    <a:pt x="129479" y="7439"/>
                  </a:lnTo>
                  <a:cubicBezTo>
                    <a:pt x="134980" y="7439"/>
                    <a:pt x="139439" y="4108"/>
                    <a:pt x="13943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solidFill>
                <a:schemeClr val="tx2">
                  <a:lumMod val="50000"/>
                </a:schemeClr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" name="Google Shape;3870;p64">
              <a:extLst>
                <a:ext uri="{FF2B5EF4-FFF2-40B4-BE49-F238E27FC236}">
                  <a16:creationId xmlns:a16="http://schemas.microsoft.com/office/drawing/2014/main" id="{F59C6750-AE1A-C0B9-06EE-545D65C57C84}"/>
                </a:ext>
              </a:extLst>
            </p:cNvPr>
            <p:cNvSpPr/>
            <p:nvPr/>
          </p:nvSpPr>
          <p:spPr>
            <a:xfrm>
              <a:off x="2010500" y="5107050"/>
              <a:ext cx="3500400" cy="200425"/>
            </a:xfrm>
            <a:custGeom>
              <a:avLst/>
              <a:gdLst/>
              <a:ahLst/>
              <a:cxnLst/>
              <a:rect l="l" t="t" r="r" b="b"/>
              <a:pathLst>
                <a:path w="140016" h="8017" extrusionOk="0">
                  <a:moveTo>
                    <a:pt x="139432" y="576"/>
                  </a:moveTo>
                  <a:cubicBezTo>
                    <a:pt x="139227" y="4387"/>
                    <a:pt x="134971" y="7439"/>
                    <a:pt x="129768" y="7439"/>
                  </a:cubicBezTo>
                  <a:lnTo>
                    <a:pt x="10248" y="7439"/>
                  </a:lnTo>
                  <a:cubicBezTo>
                    <a:pt x="5047" y="7439"/>
                    <a:pt x="790" y="4387"/>
                    <a:pt x="585" y="576"/>
                  </a:cubicBezTo>
                  <a:close/>
                  <a:moveTo>
                    <a:pt x="290" y="0"/>
                  </a:moveTo>
                  <a:cubicBezTo>
                    <a:pt x="130" y="0"/>
                    <a:pt x="0" y="129"/>
                    <a:pt x="0" y="288"/>
                  </a:cubicBezTo>
                  <a:cubicBezTo>
                    <a:pt x="0" y="4549"/>
                    <a:pt x="4598" y="8016"/>
                    <a:pt x="10248" y="8016"/>
                  </a:cubicBezTo>
                  <a:lnTo>
                    <a:pt x="129768" y="8016"/>
                  </a:lnTo>
                  <a:cubicBezTo>
                    <a:pt x="135420" y="8016"/>
                    <a:pt x="140016" y="4549"/>
                    <a:pt x="140016" y="288"/>
                  </a:cubicBezTo>
                  <a:cubicBezTo>
                    <a:pt x="140016" y="129"/>
                    <a:pt x="139888" y="0"/>
                    <a:pt x="13972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solidFill>
                <a:schemeClr val="tx2">
                  <a:lumMod val="50000"/>
                </a:schemeClr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" name="Google Shape;3871;p64">
              <a:extLst>
                <a:ext uri="{FF2B5EF4-FFF2-40B4-BE49-F238E27FC236}">
                  <a16:creationId xmlns:a16="http://schemas.microsoft.com/office/drawing/2014/main" id="{A2537BE0-840F-C7B1-CA88-5EE9150CC734}"/>
                </a:ext>
              </a:extLst>
            </p:cNvPr>
            <p:cNvSpPr/>
            <p:nvPr/>
          </p:nvSpPr>
          <p:spPr>
            <a:xfrm>
              <a:off x="2558025" y="1598375"/>
              <a:ext cx="1254950" cy="2801925"/>
            </a:xfrm>
            <a:custGeom>
              <a:avLst/>
              <a:gdLst/>
              <a:ahLst/>
              <a:cxnLst/>
              <a:rect l="l" t="t" r="r" b="b"/>
              <a:pathLst>
                <a:path w="50198" h="112077" extrusionOk="0">
                  <a:moveTo>
                    <a:pt x="50198" y="0"/>
                  </a:moveTo>
                  <a:cubicBezTo>
                    <a:pt x="42527" y="7305"/>
                    <a:pt x="22893" y="14678"/>
                    <a:pt x="0" y="30321"/>
                  </a:cubicBezTo>
                  <a:cubicBezTo>
                    <a:pt x="0" y="30321"/>
                    <a:pt x="1430" y="83182"/>
                    <a:pt x="50198" y="112076"/>
                  </a:cubicBezTo>
                  <a:lnTo>
                    <a:pt x="50198" y="0"/>
                  </a:ln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lin ang="5400700" scaled="0"/>
            </a:gradFill>
            <a:ln>
              <a:solidFill>
                <a:schemeClr val="tx2">
                  <a:lumMod val="50000"/>
                </a:schemeClr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3872;p64">
              <a:extLst>
                <a:ext uri="{FF2B5EF4-FFF2-40B4-BE49-F238E27FC236}">
                  <a16:creationId xmlns:a16="http://schemas.microsoft.com/office/drawing/2014/main" id="{5323B601-A5E7-7D19-F4AE-941F35DBA9C6}"/>
                </a:ext>
              </a:extLst>
            </p:cNvPr>
            <p:cNvSpPr/>
            <p:nvPr/>
          </p:nvSpPr>
          <p:spPr>
            <a:xfrm>
              <a:off x="2550725" y="1591175"/>
              <a:ext cx="1269450" cy="2816325"/>
            </a:xfrm>
            <a:custGeom>
              <a:avLst/>
              <a:gdLst/>
              <a:ahLst/>
              <a:cxnLst/>
              <a:rect l="l" t="t" r="r" b="b"/>
              <a:pathLst>
                <a:path w="50778" h="112653" extrusionOk="0">
                  <a:moveTo>
                    <a:pt x="50202" y="948"/>
                  </a:moveTo>
                  <a:lnTo>
                    <a:pt x="50202" y="111857"/>
                  </a:lnTo>
                  <a:cubicBezTo>
                    <a:pt x="25383" y="96990"/>
                    <a:pt x="13218" y="75784"/>
                    <a:pt x="7380" y="60569"/>
                  </a:cubicBezTo>
                  <a:cubicBezTo>
                    <a:pt x="1386" y="44948"/>
                    <a:pt x="654" y="32294"/>
                    <a:pt x="586" y="30757"/>
                  </a:cubicBezTo>
                  <a:cubicBezTo>
                    <a:pt x="12079" y="22915"/>
                    <a:pt x="22836" y="17111"/>
                    <a:pt x="31485" y="12441"/>
                  </a:cubicBezTo>
                  <a:cubicBezTo>
                    <a:pt x="39724" y="7995"/>
                    <a:pt x="46301" y="4444"/>
                    <a:pt x="50202" y="948"/>
                  </a:cubicBezTo>
                  <a:close/>
                  <a:moveTo>
                    <a:pt x="50487" y="0"/>
                  </a:moveTo>
                  <a:cubicBezTo>
                    <a:pt x="50419" y="0"/>
                    <a:pt x="50349" y="25"/>
                    <a:pt x="50291" y="80"/>
                  </a:cubicBezTo>
                  <a:cubicBezTo>
                    <a:pt x="46521" y="3671"/>
                    <a:pt x="39764" y="7317"/>
                    <a:pt x="31211" y="11934"/>
                  </a:cubicBezTo>
                  <a:cubicBezTo>
                    <a:pt x="22516" y="16627"/>
                    <a:pt x="11696" y="22466"/>
                    <a:pt x="129" y="30372"/>
                  </a:cubicBezTo>
                  <a:cubicBezTo>
                    <a:pt x="49" y="30427"/>
                    <a:pt x="1" y="30519"/>
                    <a:pt x="4" y="30616"/>
                  </a:cubicBezTo>
                  <a:cubicBezTo>
                    <a:pt x="8" y="30749"/>
                    <a:pt x="437" y="44074"/>
                    <a:pt x="6834" y="60755"/>
                  </a:cubicBezTo>
                  <a:cubicBezTo>
                    <a:pt x="12739" y="76150"/>
                    <a:pt x="25080" y="97645"/>
                    <a:pt x="50344" y="112611"/>
                  </a:cubicBezTo>
                  <a:cubicBezTo>
                    <a:pt x="50388" y="112638"/>
                    <a:pt x="50438" y="112652"/>
                    <a:pt x="50490" y="112652"/>
                  </a:cubicBezTo>
                  <a:cubicBezTo>
                    <a:pt x="50649" y="112652"/>
                    <a:pt x="50778" y="112524"/>
                    <a:pt x="50778" y="112364"/>
                  </a:cubicBezTo>
                  <a:lnTo>
                    <a:pt x="50778" y="288"/>
                  </a:lnTo>
                  <a:cubicBezTo>
                    <a:pt x="50778" y="115"/>
                    <a:pt x="50636" y="0"/>
                    <a:pt x="5048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solidFill>
                <a:schemeClr val="tx2">
                  <a:lumMod val="50000"/>
                </a:schemeClr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3873;p64">
              <a:extLst>
                <a:ext uri="{FF2B5EF4-FFF2-40B4-BE49-F238E27FC236}">
                  <a16:creationId xmlns:a16="http://schemas.microsoft.com/office/drawing/2014/main" id="{3D5D0CE9-D2F9-6D59-21A5-1F4892874711}"/>
                </a:ext>
              </a:extLst>
            </p:cNvPr>
            <p:cNvSpPr/>
            <p:nvPr/>
          </p:nvSpPr>
          <p:spPr>
            <a:xfrm>
              <a:off x="3812950" y="1598375"/>
              <a:ext cx="1254975" cy="2801925"/>
            </a:xfrm>
            <a:custGeom>
              <a:avLst/>
              <a:gdLst/>
              <a:ahLst/>
              <a:cxnLst/>
              <a:rect l="l" t="t" r="r" b="b"/>
              <a:pathLst>
                <a:path w="50199" h="112077" extrusionOk="0">
                  <a:moveTo>
                    <a:pt x="1" y="0"/>
                  </a:moveTo>
                  <a:lnTo>
                    <a:pt x="1" y="112076"/>
                  </a:lnTo>
                  <a:cubicBezTo>
                    <a:pt x="48769" y="83182"/>
                    <a:pt x="50199" y="30321"/>
                    <a:pt x="50199" y="30321"/>
                  </a:cubicBezTo>
                  <a:cubicBezTo>
                    <a:pt x="27307" y="14678"/>
                    <a:pt x="7671" y="7305"/>
                    <a:pt x="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solidFill>
                <a:schemeClr val="tx2">
                  <a:lumMod val="50000"/>
                </a:schemeClr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3874;p64">
              <a:extLst>
                <a:ext uri="{FF2B5EF4-FFF2-40B4-BE49-F238E27FC236}">
                  <a16:creationId xmlns:a16="http://schemas.microsoft.com/office/drawing/2014/main" id="{AA7DBA1C-72C8-B3E9-6D15-BF471B810FED}"/>
                </a:ext>
              </a:extLst>
            </p:cNvPr>
            <p:cNvSpPr/>
            <p:nvPr/>
          </p:nvSpPr>
          <p:spPr>
            <a:xfrm>
              <a:off x="3805750" y="1591175"/>
              <a:ext cx="1269475" cy="2816325"/>
            </a:xfrm>
            <a:custGeom>
              <a:avLst/>
              <a:gdLst/>
              <a:ahLst/>
              <a:cxnLst/>
              <a:rect l="l" t="t" r="r" b="b"/>
              <a:pathLst>
                <a:path w="50779" h="112653" extrusionOk="0">
                  <a:moveTo>
                    <a:pt x="577" y="948"/>
                  </a:moveTo>
                  <a:cubicBezTo>
                    <a:pt x="4477" y="4444"/>
                    <a:pt x="11056" y="7995"/>
                    <a:pt x="19294" y="12441"/>
                  </a:cubicBezTo>
                  <a:cubicBezTo>
                    <a:pt x="27943" y="17111"/>
                    <a:pt x="38700" y="22915"/>
                    <a:pt x="50193" y="30758"/>
                  </a:cubicBezTo>
                  <a:cubicBezTo>
                    <a:pt x="50124" y="32296"/>
                    <a:pt x="49394" y="44948"/>
                    <a:pt x="43399" y="60570"/>
                  </a:cubicBezTo>
                  <a:cubicBezTo>
                    <a:pt x="37560" y="75785"/>
                    <a:pt x="25396" y="96991"/>
                    <a:pt x="577" y="111858"/>
                  </a:cubicBezTo>
                  <a:lnTo>
                    <a:pt x="577" y="948"/>
                  </a:lnTo>
                  <a:close/>
                  <a:moveTo>
                    <a:pt x="291" y="0"/>
                  </a:moveTo>
                  <a:cubicBezTo>
                    <a:pt x="143" y="0"/>
                    <a:pt x="1" y="115"/>
                    <a:pt x="1" y="288"/>
                  </a:cubicBezTo>
                  <a:lnTo>
                    <a:pt x="1" y="112364"/>
                  </a:lnTo>
                  <a:cubicBezTo>
                    <a:pt x="1" y="112524"/>
                    <a:pt x="129" y="112652"/>
                    <a:pt x="289" y="112652"/>
                  </a:cubicBezTo>
                  <a:cubicBezTo>
                    <a:pt x="340" y="112652"/>
                    <a:pt x="391" y="112638"/>
                    <a:pt x="435" y="112611"/>
                  </a:cubicBezTo>
                  <a:cubicBezTo>
                    <a:pt x="25699" y="97644"/>
                    <a:pt x="38040" y="76150"/>
                    <a:pt x="43945" y="60755"/>
                  </a:cubicBezTo>
                  <a:cubicBezTo>
                    <a:pt x="50343" y="44074"/>
                    <a:pt x="50772" y="30749"/>
                    <a:pt x="50776" y="30616"/>
                  </a:cubicBezTo>
                  <a:cubicBezTo>
                    <a:pt x="50778" y="30519"/>
                    <a:pt x="50731" y="30427"/>
                    <a:pt x="50650" y="30372"/>
                  </a:cubicBezTo>
                  <a:cubicBezTo>
                    <a:pt x="39082" y="22466"/>
                    <a:pt x="28262" y="16627"/>
                    <a:pt x="19567" y="11934"/>
                  </a:cubicBezTo>
                  <a:cubicBezTo>
                    <a:pt x="11014" y="7317"/>
                    <a:pt x="4258" y="3671"/>
                    <a:pt x="488" y="80"/>
                  </a:cubicBezTo>
                  <a:cubicBezTo>
                    <a:pt x="430" y="25"/>
                    <a:pt x="360" y="0"/>
                    <a:pt x="29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solidFill>
                <a:schemeClr val="tx2">
                  <a:lumMod val="50000"/>
                </a:schemeClr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Google Shape;3875;p64">
              <a:extLst>
                <a:ext uri="{FF2B5EF4-FFF2-40B4-BE49-F238E27FC236}">
                  <a16:creationId xmlns:a16="http://schemas.microsoft.com/office/drawing/2014/main" id="{AC2F769C-EE6D-8DA2-ADA9-D1B060B5595E}"/>
                </a:ext>
              </a:extLst>
            </p:cNvPr>
            <p:cNvSpPr/>
            <p:nvPr/>
          </p:nvSpPr>
          <p:spPr>
            <a:xfrm>
              <a:off x="2650050" y="1710875"/>
              <a:ext cx="2325850" cy="2576950"/>
            </a:xfrm>
            <a:custGeom>
              <a:avLst/>
              <a:gdLst/>
              <a:ahLst/>
              <a:cxnLst/>
              <a:rect l="l" t="t" r="r" b="b"/>
              <a:pathLst>
                <a:path w="93034" h="103078" extrusionOk="0">
                  <a:moveTo>
                    <a:pt x="46517" y="1"/>
                  </a:moveTo>
                  <a:cubicBezTo>
                    <a:pt x="37257" y="6566"/>
                    <a:pt x="21213" y="12822"/>
                    <a:pt x="0" y="27317"/>
                  </a:cubicBezTo>
                  <a:cubicBezTo>
                    <a:pt x="0" y="27317"/>
                    <a:pt x="1326" y="76301"/>
                    <a:pt x="46517" y="103077"/>
                  </a:cubicBezTo>
                  <a:cubicBezTo>
                    <a:pt x="91708" y="76302"/>
                    <a:pt x="93034" y="27318"/>
                    <a:pt x="93034" y="27318"/>
                  </a:cubicBezTo>
                  <a:cubicBezTo>
                    <a:pt x="71820" y="12822"/>
                    <a:pt x="55847" y="6566"/>
                    <a:pt x="4651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solidFill>
                <a:schemeClr val="tx2">
                  <a:lumMod val="50000"/>
                </a:schemeClr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Google Shape;3876;p64">
              <a:extLst>
                <a:ext uri="{FF2B5EF4-FFF2-40B4-BE49-F238E27FC236}">
                  <a16:creationId xmlns:a16="http://schemas.microsoft.com/office/drawing/2014/main" id="{5B0F979F-A37E-6841-F4BE-9829D5E0DAF7}"/>
                </a:ext>
              </a:extLst>
            </p:cNvPr>
            <p:cNvSpPr/>
            <p:nvPr/>
          </p:nvSpPr>
          <p:spPr>
            <a:xfrm>
              <a:off x="2642775" y="1703675"/>
              <a:ext cx="2340350" cy="2591300"/>
            </a:xfrm>
            <a:custGeom>
              <a:avLst/>
              <a:gdLst/>
              <a:ahLst/>
              <a:cxnLst/>
              <a:rect l="l" t="t" r="r" b="b"/>
              <a:pathLst>
                <a:path w="93614" h="103652" extrusionOk="0">
                  <a:moveTo>
                    <a:pt x="46808" y="641"/>
                  </a:moveTo>
                  <a:cubicBezTo>
                    <a:pt x="50665" y="3330"/>
                    <a:pt x="55728" y="6028"/>
                    <a:pt x="61577" y="9144"/>
                  </a:cubicBezTo>
                  <a:cubicBezTo>
                    <a:pt x="70085" y="13678"/>
                    <a:pt x="80668" y="19317"/>
                    <a:pt x="93029" y="27754"/>
                  </a:cubicBezTo>
                  <a:cubicBezTo>
                    <a:pt x="92964" y="29226"/>
                    <a:pt x="92277" y="40909"/>
                    <a:pt x="86743" y="55341"/>
                  </a:cubicBezTo>
                  <a:cubicBezTo>
                    <a:pt x="81315" y="69495"/>
                    <a:pt x="69983" y="89244"/>
                    <a:pt x="46808" y="103029"/>
                  </a:cubicBezTo>
                  <a:cubicBezTo>
                    <a:pt x="23643" y="89249"/>
                    <a:pt x="12310" y="69509"/>
                    <a:pt x="6880" y="55361"/>
                  </a:cubicBezTo>
                  <a:cubicBezTo>
                    <a:pt x="1341" y="40927"/>
                    <a:pt x="652" y="29228"/>
                    <a:pt x="586" y="27754"/>
                  </a:cubicBezTo>
                  <a:cubicBezTo>
                    <a:pt x="12888" y="19359"/>
                    <a:pt x="23451" y="13733"/>
                    <a:pt x="31946" y="9210"/>
                  </a:cubicBezTo>
                  <a:cubicBezTo>
                    <a:pt x="37846" y="6069"/>
                    <a:pt x="42953" y="3350"/>
                    <a:pt x="46808" y="641"/>
                  </a:cubicBezTo>
                  <a:close/>
                  <a:moveTo>
                    <a:pt x="46807" y="1"/>
                  </a:moveTo>
                  <a:cubicBezTo>
                    <a:pt x="46749" y="1"/>
                    <a:pt x="46691" y="18"/>
                    <a:pt x="46641" y="54"/>
                  </a:cubicBezTo>
                  <a:cubicBezTo>
                    <a:pt x="42796" y="2779"/>
                    <a:pt x="37888" y="5392"/>
                    <a:pt x="31675" y="8702"/>
                  </a:cubicBezTo>
                  <a:cubicBezTo>
                    <a:pt x="23138" y="13247"/>
                    <a:pt x="12513" y="18904"/>
                    <a:pt x="129" y="27367"/>
                  </a:cubicBezTo>
                  <a:cubicBezTo>
                    <a:pt x="48" y="27422"/>
                    <a:pt x="1" y="27515"/>
                    <a:pt x="3" y="27613"/>
                  </a:cubicBezTo>
                  <a:cubicBezTo>
                    <a:pt x="7" y="27736"/>
                    <a:pt x="405" y="40087"/>
                    <a:pt x="6334" y="55547"/>
                  </a:cubicBezTo>
                  <a:cubicBezTo>
                    <a:pt x="11807" y="69817"/>
                    <a:pt x="23246" y="89738"/>
                    <a:pt x="46662" y="103612"/>
                  </a:cubicBezTo>
                  <a:cubicBezTo>
                    <a:pt x="46706" y="103639"/>
                    <a:pt x="46756" y="103652"/>
                    <a:pt x="46808" y="103652"/>
                  </a:cubicBezTo>
                  <a:cubicBezTo>
                    <a:pt x="46859" y="103652"/>
                    <a:pt x="46910" y="103639"/>
                    <a:pt x="46954" y="103612"/>
                  </a:cubicBezTo>
                  <a:cubicBezTo>
                    <a:pt x="70370" y="89740"/>
                    <a:pt x="81808" y="69817"/>
                    <a:pt x="87281" y="55548"/>
                  </a:cubicBezTo>
                  <a:cubicBezTo>
                    <a:pt x="93209" y="40087"/>
                    <a:pt x="93608" y="27737"/>
                    <a:pt x="93611" y="27613"/>
                  </a:cubicBezTo>
                  <a:cubicBezTo>
                    <a:pt x="93614" y="27515"/>
                    <a:pt x="93567" y="27422"/>
                    <a:pt x="93485" y="27367"/>
                  </a:cubicBezTo>
                  <a:cubicBezTo>
                    <a:pt x="81042" y="18864"/>
                    <a:pt x="70398" y="13192"/>
                    <a:pt x="61846" y="8636"/>
                  </a:cubicBezTo>
                  <a:cubicBezTo>
                    <a:pt x="55931" y="5483"/>
                    <a:pt x="50821" y="2761"/>
                    <a:pt x="46973" y="54"/>
                  </a:cubicBezTo>
                  <a:cubicBezTo>
                    <a:pt x="46924" y="18"/>
                    <a:pt x="46865" y="1"/>
                    <a:pt x="4680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solidFill>
                <a:schemeClr val="tx2">
                  <a:lumMod val="50000"/>
                </a:schemeClr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Google Shape;3877;p64">
              <a:extLst>
                <a:ext uri="{FF2B5EF4-FFF2-40B4-BE49-F238E27FC236}">
                  <a16:creationId xmlns:a16="http://schemas.microsoft.com/office/drawing/2014/main" id="{E325F583-7B21-BF14-279E-6908DA81936B}"/>
                </a:ext>
              </a:extLst>
            </p:cNvPr>
            <p:cNvSpPr/>
            <p:nvPr/>
          </p:nvSpPr>
          <p:spPr>
            <a:xfrm>
              <a:off x="3070950" y="2263700"/>
              <a:ext cx="1904950" cy="2024100"/>
            </a:xfrm>
            <a:custGeom>
              <a:avLst/>
              <a:gdLst/>
              <a:ahLst/>
              <a:cxnLst/>
              <a:rect l="l" t="t" r="r" b="b"/>
              <a:pathLst>
                <a:path w="76198" h="80964" extrusionOk="0">
                  <a:moveTo>
                    <a:pt x="68272" y="1"/>
                  </a:moveTo>
                  <a:cubicBezTo>
                    <a:pt x="35912" y="9790"/>
                    <a:pt x="11201" y="38229"/>
                    <a:pt x="1" y="53227"/>
                  </a:cubicBezTo>
                  <a:cubicBezTo>
                    <a:pt x="6793" y="63187"/>
                    <a:pt x="16319" y="73047"/>
                    <a:pt x="29681" y="80963"/>
                  </a:cubicBezTo>
                  <a:cubicBezTo>
                    <a:pt x="74872" y="54188"/>
                    <a:pt x="76198" y="5204"/>
                    <a:pt x="76198" y="5204"/>
                  </a:cubicBezTo>
                  <a:cubicBezTo>
                    <a:pt x="73466" y="3339"/>
                    <a:pt x="70825" y="1611"/>
                    <a:pt x="68272" y="1"/>
                  </a:cubicBez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lin ang="5400700" scaled="0"/>
            </a:gradFill>
            <a:ln>
              <a:solidFill>
                <a:schemeClr val="tx2">
                  <a:lumMod val="50000"/>
                </a:schemeClr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" name="Google Shape;3878;p64">
              <a:extLst>
                <a:ext uri="{FF2B5EF4-FFF2-40B4-BE49-F238E27FC236}">
                  <a16:creationId xmlns:a16="http://schemas.microsoft.com/office/drawing/2014/main" id="{4E58F163-912A-8339-326B-B15305EEE415}"/>
                </a:ext>
              </a:extLst>
            </p:cNvPr>
            <p:cNvSpPr/>
            <p:nvPr/>
          </p:nvSpPr>
          <p:spPr>
            <a:xfrm>
              <a:off x="3063275" y="2256475"/>
              <a:ext cx="1919875" cy="2038500"/>
            </a:xfrm>
            <a:custGeom>
              <a:avLst/>
              <a:gdLst/>
              <a:ahLst/>
              <a:cxnLst/>
              <a:rect l="l" t="t" r="r" b="b"/>
              <a:pathLst>
                <a:path w="76795" h="81540" extrusionOk="0">
                  <a:moveTo>
                    <a:pt x="68537" y="604"/>
                  </a:moveTo>
                  <a:cubicBezTo>
                    <a:pt x="71132" y="2242"/>
                    <a:pt x="73712" y="3936"/>
                    <a:pt x="76211" y="5642"/>
                  </a:cubicBezTo>
                  <a:cubicBezTo>
                    <a:pt x="76145" y="7116"/>
                    <a:pt x="75456" y="18815"/>
                    <a:pt x="69916" y="33249"/>
                  </a:cubicBezTo>
                  <a:cubicBezTo>
                    <a:pt x="64487" y="47397"/>
                    <a:pt x="53153" y="67137"/>
                    <a:pt x="29989" y="80917"/>
                  </a:cubicBezTo>
                  <a:cubicBezTo>
                    <a:pt x="18161" y="73883"/>
                    <a:pt x="8297" y="64669"/>
                    <a:pt x="663" y="53523"/>
                  </a:cubicBezTo>
                  <a:cubicBezTo>
                    <a:pt x="27829" y="17217"/>
                    <a:pt x="54790" y="4788"/>
                    <a:pt x="68537" y="604"/>
                  </a:cubicBezTo>
                  <a:close/>
                  <a:moveTo>
                    <a:pt x="68579" y="1"/>
                  </a:moveTo>
                  <a:cubicBezTo>
                    <a:pt x="68551" y="1"/>
                    <a:pt x="68523" y="5"/>
                    <a:pt x="68495" y="14"/>
                  </a:cubicBezTo>
                  <a:cubicBezTo>
                    <a:pt x="54291" y="4310"/>
                    <a:pt x="40100" y="12628"/>
                    <a:pt x="26318" y="24733"/>
                  </a:cubicBezTo>
                  <a:cubicBezTo>
                    <a:pt x="14607" y="35018"/>
                    <a:pt x="5585" y="45969"/>
                    <a:pt x="77" y="53343"/>
                  </a:cubicBezTo>
                  <a:cubicBezTo>
                    <a:pt x="4" y="53442"/>
                    <a:pt x="1" y="53576"/>
                    <a:pt x="70" y="53678"/>
                  </a:cubicBezTo>
                  <a:cubicBezTo>
                    <a:pt x="7802" y="65015"/>
                    <a:pt x="17817" y="74377"/>
                    <a:pt x="29842" y="81500"/>
                  </a:cubicBezTo>
                  <a:cubicBezTo>
                    <a:pt x="29886" y="81527"/>
                    <a:pt x="29936" y="81540"/>
                    <a:pt x="29988" y="81540"/>
                  </a:cubicBezTo>
                  <a:cubicBezTo>
                    <a:pt x="30039" y="81540"/>
                    <a:pt x="30090" y="81527"/>
                    <a:pt x="30134" y="81500"/>
                  </a:cubicBezTo>
                  <a:cubicBezTo>
                    <a:pt x="53550" y="67626"/>
                    <a:pt x="64989" y="47705"/>
                    <a:pt x="70462" y="33435"/>
                  </a:cubicBezTo>
                  <a:cubicBezTo>
                    <a:pt x="76391" y="17975"/>
                    <a:pt x="76789" y="5624"/>
                    <a:pt x="76792" y="5501"/>
                  </a:cubicBezTo>
                  <a:cubicBezTo>
                    <a:pt x="76795" y="5403"/>
                    <a:pt x="76748" y="5310"/>
                    <a:pt x="76666" y="5255"/>
                  </a:cubicBezTo>
                  <a:cubicBezTo>
                    <a:pt x="74085" y="3491"/>
                    <a:pt x="71417" y="1739"/>
                    <a:pt x="68732" y="45"/>
                  </a:cubicBezTo>
                  <a:cubicBezTo>
                    <a:pt x="68686" y="16"/>
                    <a:pt x="68633" y="1"/>
                    <a:pt x="68579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solidFill>
                <a:schemeClr val="tx2">
                  <a:lumMod val="50000"/>
                </a:schemeClr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" name="Google Shape;3879;p64">
              <a:extLst>
                <a:ext uri="{FF2B5EF4-FFF2-40B4-BE49-F238E27FC236}">
                  <a16:creationId xmlns:a16="http://schemas.microsoft.com/office/drawing/2014/main" id="{C6355CCD-1883-D140-27D9-86C165D2B000}"/>
                </a:ext>
              </a:extLst>
            </p:cNvPr>
            <p:cNvSpPr/>
            <p:nvPr/>
          </p:nvSpPr>
          <p:spPr>
            <a:xfrm>
              <a:off x="3314775" y="1960000"/>
              <a:ext cx="1010750" cy="985675"/>
            </a:xfrm>
            <a:custGeom>
              <a:avLst/>
              <a:gdLst/>
              <a:ahLst/>
              <a:cxnLst/>
              <a:rect l="l" t="t" r="r" b="b"/>
              <a:pathLst>
                <a:path w="40430" h="39427" extrusionOk="0">
                  <a:moveTo>
                    <a:pt x="20215" y="5762"/>
                  </a:moveTo>
                  <a:cubicBezTo>
                    <a:pt x="28185" y="5762"/>
                    <a:pt x="34668" y="12246"/>
                    <a:pt x="34668" y="20215"/>
                  </a:cubicBezTo>
                  <a:lnTo>
                    <a:pt x="34668" y="33664"/>
                  </a:lnTo>
                  <a:lnTo>
                    <a:pt x="5761" y="33664"/>
                  </a:lnTo>
                  <a:lnTo>
                    <a:pt x="5761" y="20215"/>
                  </a:lnTo>
                  <a:cubicBezTo>
                    <a:pt x="5761" y="12246"/>
                    <a:pt x="12245" y="5762"/>
                    <a:pt x="20215" y="5762"/>
                  </a:cubicBezTo>
                  <a:close/>
                  <a:moveTo>
                    <a:pt x="20215" y="1"/>
                  </a:moveTo>
                  <a:cubicBezTo>
                    <a:pt x="9068" y="1"/>
                    <a:pt x="0" y="9070"/>
                    <a:pt x="0" y="20216"/>
                  </a:cubicBezTo>
                  <a:lnTo>
                    <a:pt x="0" y="36545"/>
                  </a:lnTo>
                  <a:cubicBezTo>
                    <a:pt x="0" y="38137"/>
                    <a:pt x="1290" y="39426"/>
                    <a:pt x="2881" y="39426"/>
                  </a:cubicBezTo>
                  <a:lnTo>
                    <a:pt x="37549" y="39426"/>
                  </a:lnTo>
                  <a:cubicBezTo>
                    <a:pt x="39140" y="39426"/>
                    <a:pt x="40430" y="38136"/>
                    <a:pt x="40430" y="36545"/>
                  </a:cubicBezTo>
                  <a:lnTo>
                    <a:pt x="40430" y="20216"/>
                  </a:lnTo>
                  <a:cubicBezTo>
                    <a:pt x="40430" y="9068"/>
                    <a:pt x="31362" y="1"/>
                    <a:pt x="20215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solidFill>
                <a:schemeClr val="tx2">
                  <a:lumMod val="50000"/>
                </a:schemeClr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" name="Google Shape;3880;p64">
              <a:extLst>
                <a:ext uri="{FF2B5EF4-FFF2-40B4-BE49-F238E27FC236}">
                  <a16:creationId xmlns:a16="http://schemas.microsoft.com/office/drawing/2014/main" id="{42E83176-99BF-ABA4-580A-DFF7B67DBD92}"/>
                </a:ext>
              </a:extLst>
            </p:cNvPr>
            <p:cNvSpPr/>
            <p:nvPr/>
          </p:nvSpPr>
          <p:spPr>
            <a:xfrm>
              <a:off x="3307550" y="1952800"/>
              <a:ext cx="1025175" cy="1000075"/>
            </a:xfrm>
            <a:custGeom>
              <a:avLst/>
              <a:gdLst/>
              <a:ahLst/>
              <a:cxnLst/>
              <a:rect l="l" t="t" r="r" b="b"/>
              <a:pathLst>
                <a:path w="41007" h="40003" extrusionOk="0">
                  <a:moveTo>
                    <a:pt x="20504" y="6339"/>
                  </a:moveTo>
                  <a:cubicBezTo>
                    <a:pt x="28314" y="6339"/>
                    <a:pt x="34669" y="12693"/>
                    <a:pt x="34669" y="20504"/>
                  </a:cubicBezTo>
                  <a:lnTo>
                    <a:pt x="34669" y="33663"/>
                  </a:lnTo>
                  <a:lnTo>
                    <a:pt x="6339" y="33663"/>
                  </a:lnTo>
                  <a:lnTo>
                    <a:pt x="6338" y="20504"/>
                  </a:lnTo>
                  <a:cubicBezTo>
                    <a:pt x="6338" y="12693"/>
                    <a:pt x="12694" y="6339"/>
                    <a:pt x="20504" y="6339"/>
                  </a:cubicBezTo>
                  <a:close/>
                  <a:moveTo>
                    <a:pt x="20504" y="5762"/>
                  </a:moveTo>
                  <a:cubicBezTo>
                    <a:pt x="12376" y="5762"/>
                    <a:pt x="5762" y="12374"/>
                    <a:pt x="5762" y="20503"/>
                  </a:cubicBezTo>
                  <a:lnTo>
                    <a:pt x="5762" y="33951"/>
                  </a:lnTo>
                  <a:cubicBezTo>
                    <a:pt x="5762" y="34111"/>
                    <a:pt x="5892" y="34240"/>
                    <a:pt x="6050" y="34240"/>
                  </a:cubicBezTo>
                  <a:lnTo>
                    <a:pt x="34957" y="34240"/>
                  </a:lnTo>
                  <a:cubicBezTo>
                    <a:pt x="35116" y="34240"/>
                    <a:pt x="35245" y="34111"/>
                    <a:pt x="35245" y="33951"/>
                  </a:cubicBezTo>
                  <a:lnTo>
                    <a:pt x="35245" y="20503"/>
                  </a:lnTo>
                  <a:cubicBezTo>
                    <a:pt x="35245" y="12374"/>
                    <a:pt x="28632" y="5762"/>
                    <a:pt x="20504" y="5762"/>
                  </a:cubicBezTo>
                  <a:close/>
                  <a:moveTo>
                    <a:pt x="20504" y="577"/>
                  </a:moveTo>
                  <a:cubicBezTo>
                    <a:pt x="31492" y="577"/>
                    <a:pt x="40431" y="9516"/>
                    <a:pt x="40431" y="20504"/>
                  </a:cubicBezTo>
                  <a:lnTo>
                    <a:pt x="40431" y="36833"/>
                  </a:lnTo>
                  <a:cubicBezTo>
                    <a:pt x="40431" y="38263"/>
                    <a:pt x="39268" y="39427"/>
                    <a:pt x="37838" y="39427"/>
                  </a:cubicBezTo>
                  <a:lnTo>
                    <a:pt x="3170" y="39427"/>
                  </a:lnTo>
                  <a:cubicBezTo>
                    <a:pt x="1739" y="39427"/>
                    <a:pt x="577" y="38263"/>
                    <a:pt x="577" y="36833"/>
                  </a:cubicBezTo>
                  <a:lnTo>
                    <a:pt x="577" y="20503"/>
                  </a:lnTo>
                  <a:cubicBezTo>
                    <a:pt x="577" y="9515"/>
                    <a:pt x="9517" y="577"/>
                    <a:pt x="20504" y="577"/>
                  </a:cubicBezTo>
                  <a:close/>
                  <a:moveTo>
                    <a:pt x="20504" y="1"/>
                  </a:moveTo>
                  <a:cubicBezTo>
                    <a:pt x="9199" y="1"/>
                    <a:pt x="0" y="9198"/>
                    <a:pt x="0" y="20504"/>
                  </a:cubicBezTo>
                  <a:lnTo>
                    <a:pt x="0" y="36833"/>
                  </a:lnTo>
                  <a:cubicBezTo>
                    <a:pt x="0" y="38580"/>
                    <a:pt x="1423" y="40002"/>
                    <a:pt x="3170" y="40002"/>
                  </a:cubicBezTo>
                  <a:lnTo>
                    <a:pt x="37838" y="40002"/>
                  </a:lnTo>
                  <a:cubicBezTo>
                    <a:pt x="39585" y="40002"/>
                    <a:pt x="41007" y="38580"/>
                    <a:pt x="41007" y="36833"/>
                  </a:cubicBezTo>
                  <a:lnTo>
                    <a:pt x="41007" y="20504"/>
                  </a:lnTo>
                  <a:cubicBezTo>
                    <a:pt x="41007" y="9198"/>
                    <a:pt x="31809" y="1"/>
                    <a:pt x="2050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solidFill>
                <a:schemeClr val="tx2">
                  <a:lumMod val="50000"/>
                </a:schemeClr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" name="Google Shape;3881;p64">
              <a:extLst>
                <a:ext uri="{FF2B5EF4-FFF2-40B4-BE49-F238E27FC236}">
                  <a16:creationId xmlns:a16="http://schemas.microsoft.com/office/drawing/2014/main" id="{C49C93B7-D2CD-9141-FE85-A047D44F84E5}"/>
                </a:ext>
              </a:extLst>
            </p:cNvPr>
            <p:cNvSpPr/>
            <p:nvPr/>
          </p:nvSpPr>
          <p:spPr>
            <a:xfrm>
              <a:off x="3261250" y="2748875"/>
              <a:ext cx="1103450" cy="932375"/>
            </a:xfrm>
            <a:custGeom>
              <a:avLst/>
              <a:gdLst/>
              <a:ahLst/>
              <a:cxnLst/>
              <a:rect l="l" t="t" r="r" b="b"/>
              <a:pathLst>
                <a:path w="44138" h="37295" extrusionOk="0">
                  <a:moveTo>
                    <a:pt x="0" y="1"/>
                  </a:moveTo>
                  <a:lnTo>
                    <a:pt x="0" y="37295"/>
                  </a:lnTo>
                  <a:lnTo>
                    <a:pt x="44137" y="37295"/>
                  </a:lnTo>
                  <a:lnTo>
                    <a:pt x="44137" y="1"/>
                  </a:lnTo>
                  <a:close/>
                </a:path>
              </a:pathLst>
            </a:custGeom>
            <a:solidFill>
              <a:srgbClr val="FFFFFF"/>
            </a:solidFill>
            <a:ln>
              <a:solidFill>
                <a:schemeClr val="tx2">
                  <a:lumMod val="50000"/>
                </a:schemeClr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Google Shape;3882;p64">
              <a:extLst>
                <a:ext uri="{FF2B5EF4-FFF2-40B4-BE49-F238E27FC236}">
                  <a16:creationId xmlns:a16="http://schemas.microsoft.com/office/drawing/2014/main" id="{E60C6B34-DE0F-E2E6-D2B4-A0E76B7FE621}"/>
                </a:ext>
              </a:extLst>
            </p:cNvPr>
            <p:cNvSpPr/>
            <p:nvPr/>
          </p:nvSpPr>
          <p:spPr>
            <a:xfrm>
              <a:off x="3254025" y="2741675"/>
              <a:ext cx="1117900" cy="946775"/>
            </a:xfrm>
            <a:custGeom>
              <a:avLst/>
              <a:gdLst/>
              <a:ahLst/>
              <a:cxnLst/>
              <a:rect l="l" t="t" r="r" b="b"/>
              <a:pathLst>
                <a:path w="44716" h="37871" extrusionOk="0">
                  <a:moveTo>
                    <a:pt x="44138" y="576"/>
                  </a:moveTo>
                  <a:lnTo>
                    <a:pt x="44138" y="37295"/>
                  </a:lnTo>
                  <a:lnTo>
                    <a:pt x="577" y="37295"/>
                  </a:lnTo>
                  <a:lnTo>
                    <a:pt x="577" y="576"/>
                  </a:lnTo>
                  <a:close/>
                  <a:moveTo>
                    <a:pt x="287" y="1"/>
                  </a:moveTo>
                  <a:cubicBezTo>
                    <a:pt x="129" y="1"/>
                    <a:pt x="0" y="130"/>
                    <a:pt x="1" y="289"/>
                  </a:cubicBezTo>
                  <a:lnTo>
                    <a:pt x="1" y="37583"/>
                  </a:lnTo>
                  <a:cubicBezTo>
                    <a:pt x="0" y="37742"/>
                    <a:pt x="130" y="37871"/>
                    <a:pt x="289" y="37871"/>
                  </a:cubicBezTo>
                  <a:lnTo>
                    <a:pt x="44426" y="37871"/>
                  </a:lnTo>
                  <a:cubicBezTo>
                    <a:pt x="44586" y="37871"/>
                    <a:pt x="44715" y="37742"/>
                    <a:pt x="44714" y="37583"/>
                  </a:cubicBezTo>
                  <a:lnTo>
                    <a:pt x="44714" y="289"/>
                  </a:lnTo>
                  <a:cubicBezTo>
                    <a:pt x="44715" y="129"/>
                    <a:pt x="44586" y="1"/>
                    <a:pt x="44426" y="1"/>
                  </a:cubicBezTo>
                  <a:lnTo>
                    <a:pt x="289" y="1"/>
                  </a:lnTo>
                  <a:cubicBezTo>
                    <a:pt x="289" y="1"/>
                    <a:pt x="288" y="1"/>
                    <a:pt x="28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solidFill>
                <a:schemeClr val="tx2">
                  <a:lumMod val="50000"/>
                </a:schemeClr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Google Shape;3883;p64">
              <a:extLst>
                <a:ext uri="{FF2B5EF4-FFF2-40B4-BE49-F238E27FC236}">
                  <a16:creationId xmlns:a16="http://schemas.microsoft.com/office/drawing/2014/main" id="{03963AC6-EA91-A2BE-66FF-40A68ABDD765}"/>
                </a:ext>
              </a:extLst>
            </p:cNvPr>
            <p:cNvSpPr/>
            <p:nvPr/>
          </p:nvSpPr>
          <p:spPr>
            <a:xfrm>
              <a:off x="3687425" y="3015925"/>
              <a:ext cx="240325" cy="437650"/>
            </a:xfrm>
            <a:custGeom>
              <a:avLst/>
              <a:gdLst/>
              <a:ahLst/>
              <a:cxnLst/>
              <a:rect l="l" t="t" r="r" b="b"/>
              <a:pathLst>
                <a:path w="9613" h="17506" extrusionOk="0">
                  <a:moveTo>
                    <a:pt x="4806" y="1"/>
                  </a:moveTo>
                  <a:cubicBezTo>
                    <a:pt x="2153" y="1"/>
                    <a:pt x="1" y="2151"/>
                    <a:pt x="1" y="4806"/>
                  </a:cubicBezTo>
                  <a:cubicBezTo>
                    <a:pt x="1" y="6634"/>
                    <a:pt x="1022" y="8223"/>
                    <a:pt x="2525" y="9035"/>
                  </a:cubicBezTo>
                  <a:lnTo>
                    <a:pt x="1717" y="17506"/>
                  </a:lnTo>
                  <a:lnTo>
                    <a:pt x="7896" y="17506"/>
                  </a:lnTo>
                  <a:lnTo>
                    <a:pt x="7090" y="9035"/>
                  </a:lnTo>
                  <a:cubicBezTo>
                    <a:pt x="8591" y="8223"/>
                    <a:pt x="9612" y="6634"/>
                    <a:pt x="9612" y="4806"/>
                  </a:cubicBezTo>
                  <a:cubicBezTo>
                    <a:pt x="9612" y="2151"/>
                    <a:pt x="7460" y="1"/>
                    <a:pt x="480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solidFill>
                <a:schemeClr val="tx2">
                  <a:lumMod val="50000"/>
                </a:schemeClr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Google Shape;3884;p64">
              <a:extLst>
                <a:ext uri="{FF2B5EF4-FFF2-40B4-BE49-F238E27FC236}">
                  <a16:creationId xmlns:a16="http://schemas.microsoft.com/office/drawing/2014/main" id="{0E6B7B43-7FEB-E091-48DC-CDF921C03231}"/>
                </a:ext>
              </a:extLst>
            </p:cNvPr>
            <p:cNvSpPr/>
            <p:nvPr/>
          </p:nvSpPr>
          <p:spPr>
            <a:xfrm>
              <a:off x="3680200" y="3008700"/>
              <a:ext cx="254725" cy="452075"/>
            </a:xfrm>
            <a:custGeom>
              <a:avLst/>
              <a:gdLst/>
              <a:ahLst/>
              <a:cxnLst/>
              <a:rect l="l" t="t" r="r" b="b"/>
              <a:pathLst>
                <a:path w="10189" h="18083" extrusionOk="0">
                  <a:moveTo>
                    <a:pt x="5095" y="578"/>
                  </a:moveTo>
                  <a:cubicBezTo>
                    <a:pt x="7586" y="578"/>
                    <a:pt x="9612" y="2604"/>
                    <a:pt x="9612" y="5095"/>
                  </a:cubicBezTo>
                  <a:cubicBezTo>
                    <a:pt x="9612" y="6755"/>
                    <a:pt x="8702" y="8283"/>
                    <a:pt x="7240" y="9071"/>
                  </a:cubicBezTo>
                  <a:cubicBezTo>
                    <a:pt x="7138" y="9126"/>
                    <a:pt x="7079" y="9237"/>
                    <a:pt x="7090" y="9352"/>
                  </a:cubicBezTo>
                  <a:lnTo>
                    <a:pt x="7868" y="17507"/>
                  </a:lnTo>
                  <a:lnTo>
                    <a:pt x="2323" y="17507"/>
                  </a:lnTo>
                  <a:lnTo>
                    <a:pt x="3100" y="9352"/>
                  </a:lnTo>
                  <a:cubicBezTo>
                    <a:pt x="3111" y="9237"/>
                    <a:pt x="3052" y="9126"/>
                    <a:pt x="2950" y="9071"/>
                  </a:cubicBezTo>
                  <a:cubicBezTo>
                    <a:pt x="1488" y="8283"/>
                    <a:pt x="578" y="6755"/>
                    <a:pt x="578" y="5095"/>
                  </a:cubicBezTo>
                  <a:cubicBezTo>
                    <a:pt x="578" y="2604"/>
                    <a:pt x="2604" y="578"/>
                    <a:pt x="5095" y="578"/>
                  </a:cubicBezTo>
                  <a:close/>
                  <a:moveTo>
                    <a:pt x="5095" y="1"/>
                  </a:moveTo>
                  <a:cubicBezTo>
                    <a:pt x="2286" y="1"/>
                    <a:pt x="2" y="2286"/>
                    <a:pt x="2" y="5095"/>
                  </a:cubicBezTo>
                  <a:cubicBezTo>
                    <a:pt x="1" y="6898"/>
                    <a:pt x="954" y="8567"/>
                    <a:pt x="2509" y="9484"/>
                  </a:cubicBezTo>
                  <a:lnTo>
                    <a:pt x="1720" y="17767"/>
                  </a:lnTo>
                  <a:cubicBezTo>
                    <a:pt x="1703" y="17936"/>
                    <a:pt x="1836" y="18082"/>
                    <a:pt x="2006" y="18082"/>
                  </a:cubicBezTo>
                  <a:lnTo>
                    <a:pt x="8184" y="18082"/>
                  </a:lnTo>
                  <a:cubicBezTo>
                    <a:pt x="8354" y="18082"/>
                    <a:pt x="8487" y="17936"/>
                    <a:pt x="8471" y="17767"/>
                  </a:cubicBezTo>
                  <a:lnTo>
                    <a:pt x="7681" y="9484"/>
                  </a:lnTo>
                  <a:cubicBezTo>
                    <a:pt x="9235" y="8567"/>
                    <a:pt x="10189" y="6898"/>
                    <a:pt x="10189" y="5095"/>
                  </a:cubicBezTo>
                  <a:cubicBezTo>
                    <a:pt x="10189" y="2286"/>
                    <a:pt x="7903" y="1"/>
                    <a:pt x="509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solidFill>
                <a:schemeClr val="tx2">
                  <a:lumMod val="50000"/>
                </a:schemeClr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Google Shape;3885;p64">
              <a:extLst>
                <a:ext uri="{FF2B5EF4-FFF2-40B4-BE49-F238E27FC236}">
                  <a16:creationId xmlns:a16="http://schemas.microsoft.com/office/drawing/2014/main" id="{4EABAF85-FB30-F847-4C35-D5A0005B7B43}"/>
                </a:ext>
              </a:extLst>
            </p:cNvPr>
            <p:cNvSpPr/>
            <p:nvPr/>
          </p:nvSpPr>
          <p:spPr>
            <a:xfrm>
              <a:off x="5977700" y="2926050"/>
              <a:ext cx="16800" cy="36025"/>
            </a:xfrm>
            <a:custGeom>
              <a:avLst/>
              <a:gdLst/>
              <a:ahLst/>
              <a:cxnLst/>
              <a:rect l="l" t="t" r="r" b="b"/>
              <a:pathLst>
                <a:path w="672" h="1441" extrusionOk="0">
                  <a:moveTo>
                    <a:pt x="299" y="0"/>
                  </a:moveTo>
                  <a:cubicBezTo>
                    <a:pt x="292" y="0"/>
                    <a:pt x="284" y="1"/>
                    <a:pt x="277" y="1"/>
                  </a:cubicBezTo>
                  <a:cubicBezTo>
                    <a:pt x="118" y="14"/>
                    <a:pt x="1" y="153"/>
                    <a:pt x="14" y="313"/>
                  </a:cubicBezTo>
                  <a:cubicBezTo>
                    <a:pt x="39" y="600"/>
                    <a:pt x="62" y="886"/>
                    <a:pt x="84" y="1174"/>
                  </a:cubicBezTo>
                  <a:cubicBezTo>
                    <a:pt x="96" y="1324"/>
                    <a:pt x="220" y="1440"/>
                    <a:pt x="372" y="1440"/>
                  </a:cubicBezTo>
                  <a:cubicBezTo>
                    <a:pt x="379" y="1440"/>
                    <a:pt x="386" y="1440"/>
                    <a:pt x="393" y="1439"/>
                  </a:cubicBezTo>
                  <a:cubicBezTo>
                    <a:pt x="553" y="1427"/>
                    <a:pt x="671" y="1289"/>
                    <a:pt x="659" y="1130"/>
                  </a:cubicBezTo>
                  <a:cubicBezTo>
                    <a:pt x="637" y="841"/>
                    <a:pt x="613" y="552"/>
                    <a:pt x="589" y="263"/>
                  </a:cubicBezTo>
                  <a:cubicBezTo>
                    <a:pt x="574" y="113"/>
                    <a:pt x="447" y="0"/>
                    <a:pt x="29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solidFill>
                <a:schemeClr val="tx2">
                  <a:lumMod val="50000"/>
                </a:schemeClr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Google Shape;3886;p64">
              <a:extLst>
                <a:ext uri="{FF2B5EF4-FFF2-40B4-BE49-F238E27FC236}">
                  <a16:creationId xmlns:a16="http://schemas.microsoft.com/office/drawing/2014/main" id="{0E982F85-14B3-DA62-955D-E2DC679B32AB}"/>
                </a:ext>
              </a:extLst>
            </p:cNvPr>
            <p:cNvSpPr/>
            <p:nvPr/>
          </p:nvSpPr>
          <p:spPr>
            <a:xfrm>
              <a:off x="1532575" y="886700"/>
              <a:ext cx="4456100" cy="2011825"/>
            </a:xfrm>
            <a:custGeom>
              <a:avLst/>
              <a:gdLst/>
              <a:ahLst/>
              <a:cxnLst/>
              <a:rect l="l" t="t" r="r" b="b"/>
              <a:pathLst>
                <a:path w="178244" h="80473" extrusionOk="0">
                  <a:moveTo>
                    <a:pt x="88232" y="1"/>
                  </a:moveTo>
                  <a:cubicBezTo>
                    <a:pt x="87652" y="6"/>
                    <a:pt x="87073" y="17"/>
                    <a:pt x="86494" y="33"/>
                  </a:cubicBezTo>
                  <a:cubicBezTo>
                    <a:pt x="86337" y="38"/>
                    <a:pt x="86212" y="169"/>
                    <a:pt x="86214" y="326"/>
                  </a:cubicBezTo>
                  <a:cubicBezTo>
                    <a:pt x="86217" y="483"/>
                    <a:pt x="86344" y="609"/>
                    <a:pt x="86501" y="610"/>
                  </a:cubicBezTo>
                  <a:lnTo>
                    <a:pt x="86509" y="610"/>
                  </a:lnTo>
                  <a:cubicBezTo>
                    <a:pt x="87086" y="593"/>
                    <a:pt x="87662" y="583"/>
                    <a:pt x="88238" y="577"/>
                  </a:cubicBezTo>
                  <a:cubicBezTo>
                    <a:pt x="88394" y="572"/>
                    <a:pt x="88518" y="444"/>
                    <a:pt x="88518" y="288"/>
                  </a:cubicBezTo>
                  <a:cubicBezTo>
                    <a:pt x="88517" y="131"/>
                    <a:pt x="88391" y="3"/>
                    <a:pt x="88235" y="1"/>
                  </a:cubicBezTo>
                  <a:close/>
                  <a:moveTo>
                    <a:pt x="89967" y="1"/>
                  </a:moveTo>
                  <a:cubicBezTo>
                    <a:pt x="89811" y="3"/>
                    <a:pt x="89685" y="131"/>
                    <a:pt x="89684" y="288"/>
                  </a:cubicBezTo>
                  <a:cubicBezTo>
                    <a:pt x="89684" y="444"/>
                    <a:pt x="89808" y="572"/>
                    <a:pt x="89965" y="577"/>
                  </a:cubicBezTo>
                  <a:cubicBezTo>
                    <a:pt x="90541" y="583"/>
                    <a:pt x="91116" y="593"/>
                    <a:pt x="91692" y="610"/>
                  </a:cubicBezTo>
                  <a:lnTo>
                    <a:pt x="91702" y="610"/>
                  </a:lnTo>
                  <a:cubicBezTo>
                    <a:pt x="91859" y="609"/>
                    <a:pt x="91986" y="483"/>
                    <a:pt x="91988" y="326"/>
                  </a:cubicBezTo>
                  <a:cubicBezTo>
                    <a:pt x="91991" y="169"/>
                    <a:pt x="91866" y="38"/>
                    <a:pt x="91710" y="33"/>
                  </a:cubicBezTo>
                  <a:cubicBezTo>
                    <a:pt x="91129" y="17"/>
                    <a:pt x="90550" y="6"/>
                    <a:pt x="89971" y="1"/>
                  </a:cubicBezTo>
                  <a:close/>
                  <a:moveTo>
                    <a:pt x="84784" y="98"/>
                  </a:moveTo>
                  <a:cubicBezTo>
                    <a:pt x="84775" y="98"/>
                    <a:pt x="84766" y="98"/>
                    <a:pt x="84757" y="99"/>
                  </a:cubicBezTo>
                  <a:cubicBezTo>
                    <a:pt x="84178" y="127"/>
                    <a:pt x="83599" y="160"/>
                    <a:pt x="83020" y="199"/>
                  </a:cubicBezTo>
                  <a:cubicBezTo>
                    <a:pt x="82865" y="208"/>
                    <a:pt x="82745" y="340"/>
                    <a:pt x="82751" y="496"/>
                  </a:cubicBezTo>
                  <a:cubicBezTo>
                    <a:pt x="82756" y="651"/>
                    <a:pt x="82885" y="775"/>
                    <a:pt x="83039" y="775"/>
                  </a:cubicBezTo>
                  <a:cubicBezTo>
                    <a:pt x="83046" y="775"/>
                    <a:pt x="83052" y="773"/>
                    <a:pt x="83060" y="773"/>
                  </a:cubicBezTo>
                  <a:cubicBezTo>
                    <a:pt x="83634" y="735"/>
                    <a:pt x="84209" y="703"/>
                    <a:pt x="84784" y="675"/>
                  </a:cubicBezTo>
                  <a:cubicBezTo>
                    <a:pt x="84943" y="667"/>
                    <a:pt x="85065" y="532"/>
                    <a:pt x="85058" y="373"/>
                  </a:cubicBezTo>
                  <a:cubicBezTo>
                    <a:pt x="85051" y="224"/>
                    <a:pt x="84927" y="98"/>
                    <a:pt x="84784" y="98"/>
                  </a:cubicBezTo>
                  <a:close/>
                  <a:moveTo>
                    <a:pt x="93436" y="100"/>
                  </a:moveTo>
                  <a:cubicBezTo>
                    <a:pt x="93282" y="100"/>
                    <a:pt x="93154" y="219"/>
                    <a:pt x="93146" y="374"/>
                  </a:cubicBezTo>
                  <a:cubicBezTo>
                    <a:pt x="93137" y="534"/>
                    <a:pt x="93261" y="668"/>
                    <a:pt x="93419" y="676"/>
                  </a:cubicBezTo>
                  <a:cubicBezTo>
                    <a:pt x="93995" y="703"/>
                    <a:pt x="94569" y="736"/>
                    <a:pt x="95144" y="775"/>
                  </a:cubicBezTo>
                  <a:lnTo>
                    <a:pt x="95163" y="775"/>
                  </a:lnTo>
                  <a:lnTo>
                    <a:pt x="95163" y="776"/>
                  </a:lnTo>
                  <a:cubicBezTo>
                    <a:pt x="95319" y="776"/>
                    <a:pt x="95446" y="652"/>
                    <a:pt x="95452" y="496"/>
                  </a:cubicBezTo>
                  <a:cubicBezTo>
                    <a:pt x="95457" y="342"/>
                    <a:pt x="95338" y="210"/>
                    <a:pt x="95182" y="200"/>
                  </a:cubicBezTo>
                  <a:cubicBezTo>
                    <a:pt x="94605" y="160"/>
                    <a:pt x="94026" y="128"/>
                    <a:pt x="93447" y="101"/>
                  </a:cubicBezTo>
                  <a:cubicBezTo>
                    <a:pt x="93443" y="100"/>
                    <a:pt x="93439" y="100"/>
                    <a:pt x="93436" y="100"/>
                  </a:cubicBezTo>
                  <a:close/>
                  <a:moveTo>
                    <a:pt x="81313" y="331"/>
                  </a:moveTo>
                  <a:cubicBezTo>
                    <a:pt x="81305" y="331"/>
                    <a:pt x="81296" y="331"/>
                    <a:pt x="81287" y="332"/>
                  </a:cubicBezTo>
                  <a:cubicBezTo>
                    <a:pt x="80710" y="381"/>
                    <a:pt x="80133" y="438"/>
                    <a:pt x="79557" y="498"/>
                  </a:cubicBezTo>
                  <a:cubicBezTo>
                    <a:pt x="79405" y="514"/>
                    <a:pt x="79292" y="646"/>
                    <a:pt x="79299" y="800"/>
                  </a:cubicBezTo>
                  <a:cubicBezTo>
                    <a:pt x="79308" y="952"/>
                    <a:pt x="79434" y="1072"/>
                    <a:pt x="79587" y="1072"/>
                  </a:cubicBezTo>
                  <a:lnTo>
                    <a:pt x="79587" y="1072"/>
                  </a:lnTo>
                  <a:cubicBezTo>
                    <a:pt x="79597" y="1072"/>
                    <a:pt x="79608" y="1072"/>
                    <a:pt x="79617" y="1071"/>
                  </a:cubicBezTo>
                  <a:cubicBezTo>
                    <a:pt x="80191" y="1011"/>
                    <a:pt x="80764" y="956"/>
                    <a:pt x="81337" y="905"/>
                  </a:cubicBezTo>
                  <a:cubicBezTo>
                    <a:pt x="81496" y="892"/>
                    <a:pt x="81613" y="752"/>
                    <a:pt x="81599" y="593"/>
                  </a:cubicBezTo>
                  <a:cubicBezTo>
                    <a:pt x="81586" y="444"/>
                    <a:pt x="81461" y="331"/>
                    <a:pt x="81313" y="331"/>
                  </a:cubicBezTo>
                  <a:close/>
                  <a:moveTo>
                    <a:pt x="79587" y="1072"/>
                  </a:moveTo>
                  <a:cubicBezTo>
                    <a:pt x="79587" y="1072"/>
                    <a:pt x="79586" y="1072"/>
                    <a:pt x="79586" y="1072"/>
                  </a:cubicBezTo>
                  <a:lnTo>
                    <a:pt x="79587" y="1072"/>
                  </a:lnTo>
                  <a:cubicBezTo>
                    <a:pt x="79587" y="1072"/>
                    <a:pt x="79587" y="1072"/>
                    <a:pt x="79587" y="1072"/>
                  </a:cubicBezTo>
                  <a:close/>
                  <a:moveTo>
                    <a:pt x="96894" y="331"/>
                  </a:moveTo>
                  <a:cubicBezTo>
                    <a:pt x="96746" y="331"/>
                    <a:pt x="96619" y="443"/>
                    <a:pt x="96603" y="595"/>
                  </a:cubicBezTo>
                  <a:cubicBezTo>
                    <a:pt x="96589" y="753"/>
                    <a:pt x="96707" y="892"/>
                    <a:pt x="96865" y="905"/>
                  </a:cubicBezTo>
                  <a:cubicBezTo>
                    <a:pt x="97439" y="956"/>
                    <a:pt x="98012" y="1010"/>
                    <a:pt x="98585" y="1071"/>
                  </a:cubicBezTo>
                  <a:cubicBezTo>
                    <a:pt x="98595" y="1072"/>
                    <a:pt x="98606" y="1072"/>
                    <a:pt x="98615" y="1072"/>
                  </a:cubicBezTo>
                  <a:lnTo>
                    <a:pt x="98615" y="1073"/>
                  </a:lnTo>
                  <a:cubicBezTo>
                    <a:pt x="98769" y="1073"/>
                    <a:pt x="98896" y="953"/>
                    <a:pt x="98904" y="800"/>
                  </a:cubicBezTo>
                  <a:cubicBezTo>
                    <a:pt x="98911" y="646"/>
                    <a:pt x="98799" y="514"/>
                    <a:pt x="98645" y="499"/>
                  </a:cubicBezTo>
                  <a:cubicBezTo>
                    <a:pt x="98069" y="438"/>
                    <a:pt x="97493" y="382"/>
                    <a:pt x="96914" y="332"/>
                  </a:cubicBezTo>
                  <a:cubicBezTo>
                    <a:pt x="96908" y="332"/>
                    <a:pt x="96901" y="331"/>
                    <a:pt x="96894" y="331"/>
                  </a:cubicBezTo>
                  <a:close/>
                  <a:moveTo>
                    <a:pt x="100344" y="695"/>
                  </a:moveTo>
                  <a:cubicBezTo>
                    <a:pt x="100199" y="695"/>
                    <a:pt x="100076" y="802"/>
                    <a:pt x="100058" y="947"/>
                  </a:cubicBezTo>
                  <a:cubicBezTo>
                    <a:pt x="100039" y="1102"/>
                    <a:pt x="100147" y="1246"/>
                    <a:pt x="100302" y="1268"/>
                  </a:cubicBezTo>
                  <a:cubicBezTo>
                    <a:pt x="100874" y="1340"/>
                    <a:pt x="101445" y="1416"/>
                    <a:pt x="102014" y="1499"/>
                  </a:cubicBezTo>
                  <a:cubicBezTo>
                    <a:pt x="102028" y="1501"/>
                    <a:pt x="102042" y="1503"/>
                    <a:pt x="102056" y="1503"/>
                  </a:cubicBezTo>
                  <a:cubicBezTo>
                    <a:pt x="102208" y="1503"/>
                    <a:pt x="102332" y="1385"/>
                    <a:pt x="102343" y="1234"/>
                  </a:cubicBezTo>
                  <a:cubicBezTo>
                    <a:pt x="102354" y="1084"/>
                    <a:pt x="102246" y="950"/>
                    <a:pt x="102097" y="929"/>
                  </a:cubicBezTo>
                  <a:cubicBezTo>
                    <a:pt x="101523" y="845"/>
                    <a:pt x="100949" y="769"/>
                    <a:pt x="100375" y="697"/>
                  </a:cubicBezTo>
                  <a:cubicBezTo>
                    <a:pt x="100364" y="696"/>
                    <a:pt x="100354" y="695"/>
                    <a:pt x="100344" y="695"/>
                  </a:cubicBezTo>
                  <a:close/>
                  <a:moveTo>
                    <a:pt x="77854" y="697"/>
                  </a:moveTo>
                  <a:cubicBezTo>
                    <a:pt x="77846" y="697"/>
                    <a:pt x="77837" y="697"/>
                    <a:pt x="77829" y="698"/>
                  </a:cubicBezTo>
                  <a:cubicBezTo>
                    <a:pt x="77254" y="770"/>
                    <a:pt x="76680" y="848"/>
                    <a:pt x="76106" y="931"/>
                  </a:cubicBezTo>
                  <a:cubicBezTo>
                    <a:pt x="75957" y="953"/>
                    <a:pt x="75850" y="1086"/>
                    <a:pt x="75861" y="1236"/>
                  </a:cubicBezTo>
                  <a:cubicBezTo>
                    <a:pt x="75871" y="1388"/>
                    <a:pt x="75996" y="1504"/>
                    <a:pt x="76147" y="1504"/>
                  </a:cubicBezTo>
                  <a:cubicBezTo>
                    <a:pt x="76160" y="1504"/>
                    <a:pt x="76175" y="1503"/>
                    <a:pt x="76188" y="1501"/>
                  </a:cubicBezTo>
                  <a:cubicBezTo>
                    <a:pt x="76758" y="1419"/>
                    <a:pt x="77329" y="1341"/>
                    <a:pt x="77901" y="1270"/>
                  </a:cubicBezTo>
                  <a:cubicBezTo>
                    <a:pt x="78053" y="1245"/>
                    <a:pt x="78160" y="1103"/>
                    <a:pt x="78141" y="950"/>
                  </a:cubicBezTo>
                  <a:cubicBezTo>
                    <a:pt x="78123" y="803"/>
                    <a:pt x="77998" y="697"/>
                    <a:pt x="77854" y="697"/>
                  </a:cubicBezTo>
                  <a:close/>
                  <a:moveTo>
                    <a:pt x="103767" y="1190"/>
                  </a:moveTo>
                  <a:cubicBezTo>
                    <a:pt x="103628" y="1190"/>
                    <a:pt x="103506" y="1291"/>
                    <a:pt x="103484" y="1432"/>
                  </a:cubicBezTo>
                  <a:cubicBezTo>
                    <a:pt x="103457" y="1589"/>
                    <a:pt x="103564" y="1737"/>
                    <a:pt x="103721" y="1763"/>
                  </a:cubicBezTo>
                  <a:cubicBezTo>
                    <a:pt x="104289" y="1857"/>
                    <a:pt x="104856" y="1955"/>
                    <a:pt x="105422" y="2060"/>
                  </a:cubicBezTo>
                  <a:cubicBezTo>
                    <a:pt x="105440" y="2063"/>
                    <a:pt x="105458" y="2065"/>
                    <a:pt x="105476" y="2065"/>
                  </a:cubicBezTo>
                  <a:cubicBezTo>
                    <a:pt x="105624" y="2064"/>
                    <a:pt x="105748" y="1950"/>
                    <a:pt x="105761" y="1803"/>
                  </a:cubicBezTo>
                  <a:cubicBezTo>
                    <a:pt x="105775" y="1655"/>
                    <a:pt x="105673" y="1521"/>
                    <a:pt x="105528" y="1493"/>
                  </a:cubicBezTo>
                  <a:cubicBezTo>
                    <a:pt x="104957" y="1388"/>
                    <a:pt x="104386" y="1288"/>
                    <a:pt x="103815" y="1194"/>
                  </a:cubicBezTo>
                  <a:cubicBezTo>
                    <a:pt x="103799" y="1192"/>
                    <a:pt x="103783" y="1190"/>
                    <a:pt x="103767" y="1190"/>
                  </a:cubicBezTo>
                  <a:close/>
                  <a:moveTo>
                    <a:pt x="74440" y="1193"/>
                  </a:moveTo>
                  <a:cubicBezTo>
                    <a:pt x="74423" y="1193"/>
                    <a:pt x="74406" y="1195"/>
                    <a:pt x="74389" y="1198"/>
                  </a:cubicBezTo>
                  <a:cubicBezTo>
                    <a:pt x="73816" y="1292"/>
                    <a:pt x="73245" y="1392"/>
                    <a:pt x="72675" y="1498"/>
                  </a:cubicBezTo>
                  <a:cubicBezTo>
                    <a:pt x="72530" y="1524"/>
                    <a:pt x="72428" y="1659"/>
                    <a:pt x="72441" y="1807"/>
                  </a:cubicBezTo>
                  <a:cubicBezTo>
                    <a:pt x="72455" y="1955"/>
                    <a:pt x="72579" y="2069"/>
                    <a:pt x="72728" y="2069"/>
                  </a:cubicBezTo>
                  <a:cubicBezTo>
                    <a:pt x="72746" y="2069"/>
                    <a:pt x="72764" y="2068"/>
                    <a:pt x="72780" y="2064"/>
                  </a:cubicBezTo>
                  <a:cubicBezTo>
                    <a:pt x="73347" y="1958"/>
                    <a:pt x="73914" y="1860"/>
                    <a:pt x="74482" y="1767"/>
                  </a:cubicBezTo>
                  <a:cubicBezTo>
                    <a:pt x="74640" y="1740"/>
                    <a:pt x="74745" y="1591"/>
                    <a:pt x="74720" y="1434"/>
                  </a:cubicBezTo>
                  <a:cubicBezTo>
                    <a:pt x="74698" y="1294"/>
                    <a:pt x="74577" y="1193"/>
                    <a:pt x="74440" y="1193"/>
                  </a:cubicBezTo>
                  <a:close/>
                  <a:moveTo>
                    <a:pt x="107177" y="1820"/>
                  </a:moveTo>
                  <a:cubicBezTo>
                    <a:pt x="107043" y="1820"/>
                    <a:pt x="106922" y="1913"/>
                    <a:pt x="106894" y="2050"/>
                  </a:cubicBezTo>
                  <a:cubicBezTo>
                    <a:pt x="106863" y="2206"/>
                    <a:pt x="106962" y="2358"/>
                    <a:pt x="107118" y="2390"/>
                  </a:cubicBezTo>
                  <a:cubicBezTo>
                    <a:pt x="107683" y="2505"/>
                    <a:pt x="108246" y="2627"/>
                    <a:pt x="108807" y="2752"/>
                  </a:cubicBezTo>
                  <a:cubicBezTo>
                    <a:pt x="108828" y="2757"/>
                    <a:pt x="108849" y="2760"/>
                    <a:pt x="108870" y="2760"/>
                  </a:cubicBezTo>
                  <a:lnTo>
                    <a:pt x="108870" y="2761"/>
                  </a:lnTo>
                  <a:cubicBezTo>
                    <a:pt x="109018" y="2761"/>
                    <a:pt x="109143" y="2651"/>
                    <a:pt x="109158" y="2504"/>
                  </a:cubicBezTo>
                  <a:cubicBezTo>
                    <a:pt x="109175" y="2358"/>
                    <a:pt x="109078" y="2222"/>
                    <a:pt x="108934" y="2191"/>
                  </a:cubicBezTo>
                  <a:cubicBezTo>
                    <a:pt x="108368" y="2063"/>
                    <a:pt x="107802" y="1942"/>
                    <a:pt x="107234" y="1825"/>
                  </a:cubicBezTo>
                  <a:cubicBezTo>
                    <a:pt x="107215" y="1821"/>
                    <a:pt x="107196" y="1820"/>
                    <a:pt x="107177" y="1820"/>
                  </a:cubicBezTo>
                  <a:close/>
                  <a:moveTo>
                    <a:pt x="71027" y="1824"/>
                  </a:moveTo>
                  <a:cubicBezTo>
                    <a:pt x="71007" y="1824"/>
                    <a:pt x="70988" y="1826"/>
                    <a:pt x="70968" y="1830"/>
                  </a:cubicBezTo>
                  <a:cubicBezTo>
                    <a:pt x="70401" y="1946"/>
                    <a:pt x="69835" y="2069"/>
                    <a:pt x="69270" y="2196"/>
                  </a:cubicBezTo>
                  <a:cubicBezTo>
                    <a:pt x="69125" y="2227"/>
                    <a:pt x="69027" y="2363"/>
                    <a:pt x="69044" y="2509"/>
                  </a:cubicBezTo>
                  <a:cubicBezTo>
                    <a:pt x="69060" y="2656"/>
                    <a:pt x="69183" y="2766"/>
                    <a:pt x="69330" y="2766"/>
                  </a:cubicBezTo>
                  <a:cubicBezTo>
                    <a:pt x="69330" y="2766"/>
                    <a:pt x="69331" y="2766"/>
                    <a:pt x="69332" y="2766"/>
                  </a:cubicBezTo>
                  <a:cubicBezTo>
                    <a:pt x="69354" y="2766"/>
                    <a:pt x="69375" y="2763"/>
                    <a:pt x="69396" y="2758"/>
                  </a:cubicBezTo>
                  <a:cubicBezTo>
                    <a:pt x="69958" y="2631"/>
                    <a:pt x="70521" y="2510"/>
                    <a:pt x="71084" y="2394"/>
                  </a:cubicBezTo>
                  <a:cubicBezTo>
                    <a:pt x="71240" y="2363"/>
                    <a:pt x="71341" y="2210"/>
                    <a:pt x="71309" y="2054"/>
                  </a:cubicBezTo>
                  <a:cubicBezTo>
                    <a:pt x="71280" y="1918"/>
                    <a:pt x="71161" y="1824"/>
                    <a:pt x="71027" y="1824"/>
                  </a:cubicBezTo>
                  <a:close/>
                  <a:moveTo>
                    <a:pt x="110558" y="2580"/>
                  </a:moveTo>
                  <a:cubicBezTo>
                    <a:pt x="110428" y="2580"/>
                    <a:pt x="110310" y="2667"/>
                    <a:pt x="110277" y="2799"/>
                  </a:cubicBezTo>
                  <a:cubicBezTo>
                    <a:pt x="110240" y="2954"/>
                    <a:pt x="110334" y="3110"/>
                    <a:pt x="110488" y="3148"/>
                  </a:cubicBezTo>
                  <a:cubicBezTo>
                    <a:pt x="111047" y="3285"/>
                    <a:pt x="111605" y="3428"/>
                    <a:pt x="112162" y="3577"/>
                  </a:cubicBezTo>
                  <a:cubicBezTo>
                    <a:pt x="112187" y="3583"/>
                    <a:pt x="112211" y="3586"/>
                    <a:pt x="112236" y="3586"/>
                  </a:cubicBezTo>
                  <a:cubicBezTo>
                    <a:pt x="112380" y="3586"/>
                    <a:pt x="112504" y="3479"/>
                    <a:pt x="112522" y="3335"/>
                  </a:cubicBezTo>
                  <a:cubicBezTo>
                    <a:pt x="112541" y="3193"/>
                    <a:pt x="112451" y="3057"/>
                    <a:pt x="112310" y="3020"/>
                  </a:cubicBezTo>
                  <a:cubicBezTo>
                    <a:pt x="111750" y="2870"/>
                    <a:pt x="111189" y="2726"/>
                    <a:pt x="110626" y="2588"/>
                  </a:cubicBezTo>
                  <a:cubicBezTo>
                    <a:pt x="110603" y="2583"/>
                    <a:pt x="110581" y="2580"/>
                    <a:pt x="110558" y="2580"/>
                  </a:cubicBezTo>
                  <a:close/>
                  <a:moveTo>
                    <a:pt x="67646" y="2588"/>
                  </a:moveTo>
                  <a:cubicBezTo>
                    <a:pt x="67623" y="2588"/>
                    <a:pt x="67599" y="2591"/>
                    <a:pt x="67576" y="2597"/>
                  </a:cubicBezTo>
                  <a:cubicBezTo>
                    <a:pt x="67014" y="2736"/>
                    <a:pt x="66452" y="2880"/>
                    <a:pt x="65892" y="3030"/>
                  </a:cubicBezTo>
                  <a:cubicBezTo>
                    <a:pt x="65753" y="3068"/>
                    <a:pt x="65662" y="3202"/>
                    <a:pt x="65681" y="3346"/>
                  </a:cubicBezTo>
                  <a:cubicBezTo>
                    <a:pt x="65700" y="3489"/>
                    <a:pt x="65822" y="3597"/>
                    <a:pt x="65968" y="3597"/>
                  </a:cubicBezTo>
                  <a:cubicBezTo>
                    <a:pt x="65992" y="3596"/>
                    <a:pt x="66017" y="3593"/>
                    <a:pt x="66041" y="3586"/>
                  </a:cubicBezTo>
                  <a:cubicBezTo>
                    <a:pt x="66597" y="3437"/>
                    <a:pt x="67155" y="3295"/>
                    <a:pt x="67714" y="3157"/>
                  </a:cubicBezTo>
                  <a:cubicBezTo>
                    <a:pt x="67869" y="3118"/>
                    <a:pt x="67963" y="2962"/>
                    <a:pt x="67925" y="2808"/>
                  </a:cubicBezTo>
                  <a:cubicBezTo>
                    <a:pt x="67892" y="2676"/>
                    <a:pt x="67775" y="2588"/>
                    <a:pt x="67646" y="2588"/>
                  </a:cubicBezTo>
                  <a:close/>
                  <a:moveTo>
                    <a:pt x="113911" y="3473"/>
                  </a:moveTo>
                  <a:cubicBezTo>
                    <a:pt x="113785" y="3473"/>
                    <a:pt x="113669" y="3555"/>
                    <a:pt x="113633" y="3681"/>
                  </a:cubicBezTo>
                  <a:cubicBezTo>
                    <a:pt x="113589" y="3833"/>
                    <a:pt x="113675" y="3992"/>
                    <a:pt x="113828" y="4037"/>
                  </a:cubicBezTo>
                  <a:cubicBezTo>
                    <a:pt x="114381" y="4197"/>
                    <a:pt x="114932" y="4361"/>
                    <a:pt x="115483" y="4531"/>
                  </a:cubicBezTo>
                  <a:cubicBezTo>
                    <a:pt x="115511" y="4540"/>
                    <a:pt x="115539" y="4543"/>
                    <a:pt x="115568" y="4543"/>
                  </a:cubicBezTo>
                  <a:cubicBezTo>
                    <a:pt x="115711" y="4543"/>
                    <a:pt x="115832" y="4440"/>
                    <a:pt x="115854" y="4299"/>
                  </a:cubicBezTo>
                  <a:cubicBezTo>
                    <a:pt x="115874" y="4158"/>
                    <a:pt x="115789" y="4023"/>
                    <a:pt x="115653" y="3981"/>
                  </a:cubicBezTo>
                  <a:cubicBezTo>
                    <a:pt x="115099" y="3809"/>
                    <a:pt x="114544" y="3644"/>
                    <a:pt x="113987" y="3483"/>
                  </a:cubicBezTo>
                  <a:cubicBezTo>
                    <a:pt x="113962" y="3476"/>
                    <a:pt x="113936" y="3473"/>
                    <a:pt x="113911" y="3473"/>
                  </a:cubicBezTo>
                  <a:close/>
                  <a:moveTo>
                    <a:pt x="64299" y="3485"/>
                  </a:moveTo>
                  <a:cubicBezTo>
                    <a:pt x="64272" y="3485"/>
                    <a:pt x="64245" y="3488"/>
                    <a:pt x="64218" y="3496"/>
                  </a:cubicBezTo>
                  <a:cubicBezTo>
                    <a:pt x="63661" y="3657"/>
                    <a:pt x="63106" y="3824"/>
                    <a:pt x="62552" y="3995"/>
                  </a:cubicBezTo>
                  <a:cubicBezTo>
                    <a:pt x="62416" y="4038"/>
                    <a:pt x="62331" y="4173"/>
                    <a:pt x="62353" y="4314"/>
                  </a:cubicBezTo>
                  <a:cubicBezTo>
                    <a:pt x="62374" y="4455"/>
                    <a:pt x="62495" y="4559"/>
                    <a:pt x="62638" y="4559"/>
                  </a:cubicBezTo>
                  <a:cubicBezTo>
                    <a:pt x="62667" y="4559"/>
                    <a:pt x="62696" y="4554"/>
                    <a:pt x="62723" y="4546"/>
                  </a:cubicBezTo>
                  <a:cubicBezTo>
                    <a:pt x="63272" y="4375"/>
                    <a:pt x="63824" y="4210"/>
                    <a:pt x="64378" y="4049"/>
                  </a:cubicBezTo>
                  <a:cubicBezTo>
                    <a:pt x="64531" y="4005"/>
                    <a:pt x="64619" y="3845"/>
                    <a:pt x="64575" y="3693"/>
                  </a:cubicBezTo>
                  <a:cubicBezTo>
                    <a:pt x="64538" y="3566"/>
                    <a:pt x="64424" y="3485"/>
                    <a:pt x="64299" y="3485"/>
                  </a:cubicBezTo>
                  <a:close/>
                  <a:moveTo>
                    <a:pt x="117224" y="4497"/>
                  </a:moveTo>
                  <a:cubicBezTo>
                    <a:pt x="117103" y="4497"/>
                    <a:pt x="116990" y="4574"/>
                    <a:pt x="116950" y="4694"/>
                  </a:cubicBezTo>
                  <a:cubicBezTo>
                    <a:pt x="116901" y="4843"/>
                    <a:pt x="116980" y="5005"/>
                    <a:pt x="117127" y="5057"/>
                  </a:cubicBezTo>
                  <a:cubicBezTo>
                    <a:pt x="117410" y="5150"/>
                    <a:pt x="117692" y="5245"/>
                    <a:pt x="117974" y="5342"/>
                  </a:cubicBezTo>
                  <a:cubicBezTo>
                    <a:pt x="118238" y="5432"/>
                    <a:pt x="118501" y="5523"/>
                    <a:pt x="118763" y="5616"/>
                  </a:cubicBezTo>
                  <a:cubicBezTo>
                    <a:pt x="118793" y="5626"/>
                    <a:pt x="118826" y="5632"/>
                    <a:pt x="118859" y="5632"/>
                  </a:cubicBezTo>
                  <a:cubicBezTo>
                    <a:pt x="119000" y="5632"/>
                    <a:pt x="119120" y="5532"/>
                    <a:pt x="119144" y="5392"/>
                  </a:cubicBezTo>
                  <a:cubicBezTo>
                    <a:pt x="119166" y="5255"/>
                    <a:pt x="119087" y="5119"/>
                    <a:pt x="118954" y="5072"/>
                  </a:cubicBezTo>
                  <a:cubicBezTo>
                    <a:pt x="118690" y="4979"/>
                    <a:pt x="118425" y="4888"/>
                    <a:pt x="118160" y="4796"/>
                  </a:cubicBezTo>
                  <a:cubicBezTo>
                    <a:pt x="117877" y="4699"/>
                    <a:pt x="117593" y="4604"/>
                    <a:pt x="117308" y="4510"/>
                  </a:cubicBezTo>
                  <a:cubicBezTo>
                    <a:pt x="117280" y="4501"/>
                    <a:pt x="117252" y="4497"/>
                    <a:pt x="117224" y="4497"/>
                  </a:cubicBezTo>
                  <a:close/>
                  <a:moveTo>
                    <a:pt x="60986" y="4513"/>
                  </a:moveTo>
                  <a:cubicBezTo>
                    <a:pt x="60956" y="4513"/>
                    <a:pt x="60925" y="4518"/>
                    <a:pt x="60895" y="4528"/>
                  </a:cubicBezTo>
                  <a:cubicBezTo>
                    <a:pt x="60346" y="4711"/>
                    <a:pt x="59798" y="4899"/>
                    <a:pt x="59251" y="5094"/>
                  </a:cubicBezTo>
                  <a:cubicBezTo>
                    <a:pt x="59119" y="5141"/>
                    <a:pt x="59038" y="5275"/>
                    <a:pt x="59062" y="5414"/>
                  </a:cubicBezTo>
                  <a:cubicBezTo>
                    <a:pt x="59086" y="5552"/>
                    <a:pt x="59206" y="5653"/>
                    <a:pt x="59347" y="5653"/>
                  </a:cubicBezTo>
                  <a:lnTo>
                    <a:pt x="59348" y="5653"/>
                  </a:lnTo>
                  <a:cubicBezTo>
                    <a:pt x="59380" y="5653"/>
                    <a:pt x="59413" y="5647"/>
                    <a:pt x="59443" y="5636"/>
                  </a:cubicBezTo>
                  <a:cubicBezTo>
                    <a:pt x="59986" y="5444"/>
                    <a:pt x="60531" y="5257"/>
                    <a:pt x="61078" y="5075"/>
                  </a:cubicBezTo>
                  <a:cubicBezTo>
                    <a:pt x="61229" y="5024"/>
                    <a:pt x="61310" y="4861"/>
                    <a:pt x="61260" y="4711"/>
                  </a:cubicBezTo>
                  <a:cubicBezTo>
                    <a:pt x="61219" y="4590"/>
                    <a:pt x="61107" y="4513"/>
                    <a:pt x="60986" y="4513"/>
                  </a:cubicBezTo>
                  <a:close/>
                  <a:moveTo>
                    <a:pt x="120485" y="5651"/>
                  </a:moveTo>
                  <a:cubicBezTo>
                    <a:pt x="120368" y="5651"/>
                    <a:pt x="120259" y="5722"/>
                    <a:pt x="120216" y="5837"/>
                  </a:cubicBezTo>
                  <a:cubicBezTo>
                    <a:pt x="120160" y="5986"/>
                    <a:pt x="120235" y="6153"/>
                    <a:pt x="120384" y="6209"/>
                  </a:cubicBezTo>
                  <a:cubicBezTo>
                    <a:pt x="120924" y="6411"/>
                    <a:pt x="121461" y="6619"/>
                    <a:pt x="121995" y="6832"/>
                  </a:cubicBezTo>
                  <a:cubicBezTo>
                    <a:pt x="122029" y="6845"/>
                    <a:pt x="122065" y="6852"/>
                    <a:pt x="122101" y="6852"/>
                  </a:cubicBezTo>
                  <a:cubicBezTo>
                    <a:pt x="122239" y="6852"/>
                    <a:pt x="122358" y="6754"/>
                    <a:pt x="122385" y="6618"/>
                  </a:cubicBezTo>
                  <a:cubicBezTo>
                    <a:pt x="122410" y="6483"/>
                    <a:pt x="122337" y="6347"/>
                    <a:pt x="122208" y="6297"/>
                  </a:cubicBezTo>
                  <a:cubicBezTo>
                    <a:pt x="121670" y="6082"/>
                    <a:pt x="121130" y="5873"/>
                    <a:pt x="120587" y="5670"/>
                  </a:cubicBezTo>
                  <a:cubicBezTo>
                    <a:pt x="120553" y="5657"/>
                    <a:pt x="120519" y="5651"/>
                    <a:pt x="120485" y="5651"/>
                  </a:cubicBezTo>
                  <a:close/>
                  <a:moveTo>
                    <a:pt x="57719" y="5671"/>
                  </a:moveTo>
                  <a:cubicBezTo>
                    <a:pt x="57685" y="5671"/>
                    <a:pt x="57651" y="5677"/>
                    <a:pt x="57617" y="5690"/>
                  </a:cubicBezTo>
                  <a:cubicBezTo>
                    <a:pt x="57075" y="5895"/>
                    <a:pt x="56534" y="6105"/>
                    <a:pt x="55997" y="6320"/>
                  </a:cubicBezTo>
                  <a:cubicBezTo>
                    <a:pt x="55868" y="6371"/>
                    <a:pt x="55794" y="6506"/>
                    <a:pt x="55820" y="6642"/>
                  </a:cubicBezTo>
                  <a:cubicBezTo>
                    <a:pt x="55847" y="6778"/>
                    <a:pt x="55965" y="6876"/>
                    <a:pt x="56103" y="6876"/>
                  </a:cubicBezTo>
                  <a:lnTo>
                    <a:pt x="56103" y="6875"/>
                  </a:lnTo>
                  <a:cubicBezTo>
                    <a:pt x="56141" y="6875"/>
                    <a:pt x="56177" y="6868"/>
                    <a:pt x="56210" y="6855"/>
                  </a:cubicBezTo>
                  <a:cubicBezTo>
                    <a:pt x="56745" y="6641"/>
                    <a:pt x="57281" y="6432"/>
                    <a:pt x="57821" y="6230"/>
                  </a:cubicBezTo>
                  <a:cubicBezTo>
                    <a:pt x="57970" y="6173"/>
                    <a:pt x="58045" y="6008"/>
                    <a:pt x="57989" y="5858"/>
                  </a:cubicBezTo>
                  <a:cubicBezTo>
                    <a:pt x="57945" y="5743"/>
                    <a:pt x="57836" y="5671"/>
                    <a:pt x="57719" y="5671"/>
                  </a:cubicBezTo>
                  <a:close/>
                  <a:moveTo>
                    <a:pt x="123706" y="6933"/>
                  </a:moveTo>
                  <a:cubicBezTo>
                    <a:pt x="123593" y="6933"/>
                    <a:pt x="123486" y="6999"/>
                    <a:pt x="123440" y="7109"/>
                  </a:cubicBezTo>
                  <a:cubicBezTo>
                    <a:pt x="123378" y="7255"/>
                    <a:pt x="123446" y="7424"/>
                    <a:pt x="123594" y="7487"/>
                  </a:cubicBezTo>
                  <a:cubicBezTo>
                    <a:pt x="124124" y="7710"/>
                    <a:pt x="124653" y="7939"/>
                    <a:pt x="125179" y="8173"/>
                  </a:cubicBezTo>
                  <a:cubicBezTo>
                    <a:pt x="125215" y="8190"/>
                    <a:pt x="125256" y="8198"/>
                    <a:pt x="125296" y="8198"/>
                  </a:cubicBezTo>
                  <a:cubicBezTo>
                    <a:pt x="125432" y="8198"/>
                    <a:pt x="125550" y="8102"/>
                    <a:pt x="125577" y="7969"/>
                  </a:cubicBezTo>
                  <a:cubicBezTo>
                    <a:pt x="125606" y="7836"/>
                    <a:pt x="125538" y="7701"/>
                    <a:pt x="125413" y="7646"/>
                  </a:cubicBezTo>
                  <a:cubicBezTo>
                    <a:pt x="124884" y="7411"/>
                    <a:pt x="124352" y="7181"/>
                    <a:pt x="123818" y="6955"/>
                  </a:cubicBezTo>
                  <a:cubicBezTo>
                    <a:pt x="123781" y="6940"/>
                    <a:pt x="123743" y="6933"/>
                    <a:pt x="123706" y="6933"/>
                  </a:cubicBezTo>
                  <a:close/>
                  <a:moveTo>
                    <a:pt x="54506" y="6955"/>
                  </a:moveTo>
                  <a:cubicBezTo>
                    <a:pt x="54466" y="6955"/>
                    <a:pt x="54426" y="6963"/>
                    <a:pt x="54388" y="6981"/>
                  </a:cubicBezTo>
                  <a:cubicBezTo>
                    <a:pt x="53854" y="7206"/>
                    <a:pt x="53323" y="7436"/>
                    <a:pt x="52793" y="7673"/>
                  </a:cubicBezTo>
                  <a:cubicBezTo>
                    <a:pt x="52669" y="7728"/>
                    <a:pt x="52600" y="7863"/>
                    <a:pt x="52629" y="7996"/>
                  </a:cubicBezTo>
                  <a:cubicBezTo>
                    <a:pt x="52657" y="8130"/>
                    <a:pt x="52775" y="8224"/>
                    <a:pt x="52911" y="8224"/>
                  </a:cubicBezTo>
                  <a:lnTo>
                    <a:pt x="52911" y="8223"/>
                  </a:lnTo>
                  <a:cubicBezTo>
                    <a:pt x="52913" y="8223"/>
                    <a:pt x="52916" y="8223"/>
                    <a:pt x="52918" y="8223"/>
                  </a:cubicBezTo>
                  <a:cubicBezTo>
                    <a:pt x="52956" y="8223"/>
                    <a:pt x="52993" y="8215"/>
                    <a:pt x="53028" y="8199"/>
                  </a:cubicBezTo>
                  <a:cubicBezTo>
                    <a:pt x="53555" y="7965"/>
                    <a:pt x="54082" y="7735"/>
                    <a:pt x="54613" y="7511"/>
                  </a:cubicBezTo>
                  <a:cubicBezTo>
                    <a:pt x="54762" y="7452"/>
                    <a:pt x="54834" y="7280"/>
                    <a:pt x="54772" y="7132"/>
                  </a:cubicBezTo>
                  <a:cubicBezTo>
                    <a:pt x="54726" y="7021"/>
                    <a:pt x="54618" y="6955"/>
                    <a:pt x="54506" y="6955"/>
                  </a:cubicBezTo>
                  <a:close/>
                  <a:moveTo>
                    <a:pt x="126877" y="8342"/>
                  </a:moveTo>
                  <a:cubicBezTo>
                    <a:pt x="126769" y="8342"/>
                    <a:pt x="126666" y="8404"/>
                    <a:pt x="126616" y="8509"/>
                  </a:cubicBezTo>
                  <a:cubicBezTo>
                    <a:pt x="126550" y="8650"/>
                    <a:pt x="126609" y="8819"/>
                    <a:pt x="126750" y="8889"/>
                  </a:cubicBezTo>
                  <a:cubicBezTo>
                    <a:pt x="127272" y="9134"/>
                    <a:pt x="127792" y="9383"/>
                    <a:pt x="128307" y="9637"/>
                  </a:cubicBezTo>
                  <a:cubicBezTo>
                    <a:pt x="128347" y="9656"/>
                    <a:pt x="128390" y="9666"/>
                    <a:pt x="128434" y="9667"/>
                  </a:cubicBezTo>
                  <a:lnTo>
                    <a:pt x="128434" y="9666"/>
                  </a:lnTo>
                  <a:cubicBezTo>
                    <a:pt x="128569" y="9666"/>
                    <a:pt x="128685" y="9574"/>
                    <a:pt x="128715" y="9443"/>
                  </a:cubicBezTo>
                  <a:cubicBezTo>
                    <a:pt x="128745" y="9313"/>
                    <a:pt x="128682" y="9179"/>
                    <a:pt x="128562" y="9119"/>
                  </a:cubicBezTo>
                  <a:cubicBezTo>
                    <a:pt x="128042" y="8864"/>
                    <a:pt x="127519" y="8613"/>
                    <a:pt x="126994" y="8367"/>
                  </a:cubicBezTo>
                  <a:cubicBezTo>
                    <a:pt x="126956" y="8350"/>
                    <a:pt x="126917" y="8342"/>
                    <a:pt x="126877" y="8342"/>
                  </a:cubicBezTo>
                  <a:close/>
                  <a:moveTo>
                    <a:pt x="51329" y="8371"/>
                  </a:moveTo>
                  <a:cubicBezTo>
                    <a:pt x="51290" y="8371"/>
                    <a:pt x="51250" y="8379"/>
                    <a:pt x="51212" y="8396"/>
                  </a:cubicBezTo>
                  <a:cubicBezTo>
                    <a:pt x="50687" y="8642"/>
                    <a:pt x="50165" y="8892"/>
                    <a:pt x="49644" y="9149"/>
                  </a:cubicBezTo>
                  <a:cubicBezTo>
                    <a:pt x="49524" y="9208"/>
                    <a:pt x="49461" y="9342"/>
                    <a:pt x="49491" y="9473"/>
                  </a:cubicBezTo>
                  <a:cubicBezTo>
                    <a:pt x="49522" y="9604"/>
                    <a:pt x="49638" y="9696"/>
                    <a:pt x="49773" y="9696"/>
                  </a:cubicBezTo>
                  <a:cubicBezTo>
                    <a:pt x="49816" y="9695"/>
                    <a:pt x="49859" y="9685"/>
                    <a:pt x="49899" y="9666"/>
                  </a:cubicBezTo>
                  <a:cubicBezTo>
                    <a:pt x="50416" y="9412"/>
                    <a:pt x="50935" y="9161"/>
                    <a:pt x="51457" y="8918"/>
                  </a:cubicBezTo>
                  <a:cubicBezTo>
                    <a:pt x="51597" y="8848"/>
                    <a:pt x="51656" y="8679"/>
                    <a:pt x="51590" y="8536"/>
                  </a:cubicBezTo>
                  <a:cubicBezTo>
                    <a:pt x="51541" y="8432"/>
                    <a:pt x="51437" y="8371"/>
                    <a:pt x="51329" y="8371"/>
                  </a:cubicBezTo>
                  <a:close/>
                  <a:moveTo>
                    <a:pt x="129983" y="9870"/>
                  </a:moveTo>
                  <a:cubicBezTo>
                    <a:pt x="129879" y="9870"/>
                    <a:pt x="129778" y="9927"/>
                    <a:pt x="129727" y="10026"/>
                  </a:cubicBezTo>
                  <a:cubicBezTo>
                    <a:pt x="129654" y="10167"/>
                    <a:pt x="129710" y="10341"/>
                    <a:pt x="129851" y="10415"/>
                  </a:cubicBezTo>
                  <a:cubicBezTo>
                    <a:pt x="130362" y="10680"/>
                    <a:pt x="130871" y="10948"/>
                    <a:pt x="131377" y="11222"/>
                  </a:cubicBezTo>
                  <a:cubicBezTo>
                    <a:pt x="131419" y="11245"/>
                    <a:pt x="131467" y="11257"/>
                    <a:pt x="131515" y="11257"/>
                  </a:cubicBezTo>
                  <a:cubicBezTo>
                    <a:pt x="131647" y="11257"/>
                    <a:pt x="131761" y="11167"/>
                    <a:pt x="131793" y="11039"/>
                  </a:cubicBezTo>
                  <a:cubicBezTo>
                    <a:pt x="131825" y="10911"/>
                    <a:pt x="131768" y="10778"/>
                    <a:pt x="131651" y="10716"/>
                  </a:cubicBezTo>
                  <a:cubicBezTo>
                    <a:pt x="131142" y="10440"/>
                    <a:pt x="130629" y="10169"/>
                    <a:pt x="130115" y="9902"/>
                  </a:cubicBezTo>
                  <a:cubicBezTo>
                    <a:pt x="130073" y="9881"/>
                    <a:pt x="130028" y="9870"/>
                    <a:pt x="129983" y="9870"/>
                  </a:cubicBezTo>
                  <a:close/>
                  <a:moveTo>
                    <a:pt x="48228" y="9898"/>
                  </a:moveTo>
                  <a:cubicBezTo>
                    <a:pt x="48182" y="9898"/>
                    <a:pt x="48136" y="9909"/>
                    <a:pt x="48092" y="9932"/>
                  </a:cubicBezTo>
                  <a:cubicBezTo>
                    <a:pt x="47578" y="10199"/>
                    <a:pt x="47066" y="10470"/>
                    <a:pt x="46556" y="10746"/>
                  </a:cubicBezTo>
                  <a:cubicBezTo>
                    <a:pt x="46440" y="10808"/>
                    <a:pt x="46381" y="10942"/>
                    <a:pt x="46413" y="11069"/>
                  </a:cubicBezTo>
                  <a:cubicBezTo>
                    <a:pt x="46446" y="11198"/>
                    <a:pt x="46561" y="11287"/>
                    <a:pt x="46693" y="11287"/>
                  </a:cubicBezTo>
                  <a:cubicBezTo>
                    <a:pt x="46741" y="11287"/>
                    <a:pt x="46787" y="11275"/>
                    <a:pt x="46829" y="11252"/>
                  </a:cubicBezTo>
                  <a:cubicBezTo>
                    <a:pt x="47337" y="10978"/>
                    <a:pt x="47845" y="10708"/>
                    <a:pt x="48356" y="10445"/>
                  </a:cubicBezTo>
                  <a:cubicBezTo>
                    <a:pt x="48500" y="10373"/>
                    <a:pt x="48558" y="10196"/>
                    <a:pt x="48483" y="10054"/>
                  </a:cubicBezTo>
                  <a:cubicBezTo>
                    <a:pt x="48433" y="9955"/>
                    <a:pt x="48332" y="9898"/>
                    <a:pt x="48228" y="9898"/>
                  </a:cubicBezTo>
                  <a:close/>
                  <a:moveTo>
                    <a:pt x="133027" y="11519"/>
                  </a:moveTo>
                  <a:cubicBezTo>
                    <a:pt x="132927" y="11519"/>
                    <a:pt x="132828" y="11571"/>
                    <a:pt x="132775" y="11666"/>
                  </a:cubicBezTo>
                  <a:cubicBezTo>
                    <a:pt x="132696" y="11805"/>
                    <a:pt x="132746" y="11982"/>
                    <a:pt x="132888" y="12059"/>
                  </a:cubicBezTo>
                  <a:cubicBezTo>
                    <a:pt x="133389" y="12343"/>
                    <a:pt x="133887" y="12632"/>
                    <a:pt x="134383" y="12926"/>
                  </a:cubicBezTo>
                  <a:cubicBezTo>
                    <a:pt x="134427" y="12953"/>
                    <a:pt x="134477" y="12966"/>
                    <a:pt x="134529" y="12966"/>
                  </a:cubicBezTo>
                  <a:cubicBezTo>
                    <a:pt x="134658" y="12966"/>
                    <a:pt x="134772" y="12879"/>
                    <a:pt x="134807" y="12755"/>
                  </a:cubicBezTo>
                  <a:cubicBezTo>
                    <a:pt x="134841" y="12629"/>
                    <a:pt x="134788" y="12497"/>
                    <a:pt x="134676" y="12430"/>
                  </a:cubicBezTo>
                  <a:cubicBezTo>
                    <a:pt x="134177" y="12135"/>
                    <a:pt x="133676" y="11844"/>
                    <a:pt x="133171" y="11558"/>
                  </a:cubicBezTo>
                  <a:cubicBezTo>
                    <a:pt x="133126" y="11531"/>
                    <a:pt x="133076" y="11519"/>
                    <a:pt x="133027" y="11519"/>
                  </a:cubicBezTo>
                  <a:close/>
                  <a:moveTo>
                    <a:pt x="45177" y="11550"/>
                  </a:moveTo>
                  <a:cubicBezTo>
                    <a:pt x="45128" y="11550"/>
                    <a:pt x="45080" y="11562"/>
                    <a:pt x="45035" y="11588"/>
                  </a:cubicBezTo>
                  <a:cubicBezTo>
                    <a:pt x="44531" y="11874"/>
                    <a:pt x="44030" y="12165"/>
                    <a:pt x="43531" y="12460"/>
                  </a:cubicBezTo>
                  <a:cubicBezTo>
                    <a:pt x="43419" y="12527"/>
                    <a:pt x="43365" y="12659"/>
                    <a:pt x="43400" y="12785"/>
                  </a:cubicBezTo>
                  <a:cubicBezTo>
                    <a:pt x="43434" y="12909"/>
                    <a:pt x="43548" y="12996"/>
                    <a:pt x="43677" y="12996"/>
                  </a:cubicBezTo>
                  <a:cubicBezTo>
                    <a:pt x="43730" y="12996"/>
                    <a:pt x="43780" y="12983"/>
                    <a:pt x="43825" y="12956"/>
                  </a:cubicBezTo>
                  <a:cubicBezTo>
                    <a:pt x="44320" y="12662"/>
                    <a:pt x="44819" y="12373"/>
                    <a:pt x="45319" y="12089"/>
                  </a:cubicBezTo>
                  <a:cubicBezTo>
                    <a:pt x="45458" y="12011"/>
                    <a:pt x="45506" y="11835"/>
                    <a:pt x="45428" y="11697"/>
                  </a:cubicBezTo>
                  <a:cubicBezTo>
                    <a:pt x="45375" y="11603"/>
                    <a:pt x="45277" y="11550"/>
                    <a:pt x="45177" y="11550"/>
                  </a:cubicBezTo>
                  <a:close/>
                  <a:moveTo>
                    <a:pt x="136012" y="13287"/>
                  </a:moveTo>
                  <a:cubicBezTo>
                    <a:pt x="135916" y="13287"/>
                    <a:pt x="135821" y="13336"/>
                    <a:pt x="135767" y="13424"/>
                  </a:cubicBezTo>
                  <a:cubicBezTo>
                    <a:pt x="135683" y="13559"/>
                    <a:pt x="135725" y="13737"/>
                    <a:pt x="135860" y="13821"/>
                  </a:cubicBezTo>
                  <a:cubicBezTo>
                    <a:pt x="136350" y="14124"/>
                    <a:pt x="136837" y="14431"/>
                    <a:pt x="137320" y="14743"/>
                  </a:cubicBezTo>
                  <a:cubicBezTo>
                    <a:pt x="137367" y="14775"/>
                    <a:pt x="137421" y="14790"/>
                    <a:pt x="137477" y="14790"/>
                  </a:cubicBezTo>
                  <a:cubicBezTo>
                    <a:pt x="137604" y="14790"/>
                    <a:pt x="137717" y="14706"/>
                    <a:pt x="137753" y="14584"/>
                  </a:cubicBezTo>
                  <a:cubicBezTo>
                    <a:pt x="137789" y="14461"/>
                    <a:pt x="137741" y="14330"/>
                    <a:pt x="137633" y="14260"/>
                  </a:cubicBezTo>
                  <a:cubicBezTo>
                    <a:pt x="137146" y="13946"/>
                    <a:pt x="136657" y="13636"/>
                    <a:pt x="136164" y="13330"/>
                  </a:cubicBezTo>
                  <a:cubicBezTo>
                    <a:pt x="136116" y="13301"/>
                    <a:pt x="136064" y="13287"/>
                    <a:pt x="136012" y="13287"/>
                  </a:cubicBezTo>
                  <a:close/>
                  <a:moveTo>
                    <a:pt x="42195" y="13317"/>
                  </a:moveTo>
                  <a:cubicBezTo>
                    <a:pt x="42143" y="13317"/>
                    <a:pt x="42091" y="13331"/>
                    <a:pt x="42044" y="13360"/>
                  </a:cubicBezTo>
                  <a:cubicBezTo>
                    <a:pt x="41551" y="13665"/>
                    <a:pt x="41061" y="13976"/>
                    <a:pt x="40574" y="14290"/>
                  </a:cubicBezTo>
                  <a:cubicBezTo>
                    <a:pt x="40466" y="14360"/>
                    <a:pt x="40418" y="14491"/>
                    <a:pt x="40454" y="14614"/>
                  </a:cubicBezTo>
                  <a:cubicBezTo>
                    <a:pt x="40490" y="14736"/>
                    <a:pt x="40603" y="14820"/>
                    <a:pt x="40730" y="14820"/>
                  </a:cubicBezTo>
                  <a:cubicBezTo>
                    <a:pt x="40787" y="14820"/>
                    <a:pt x="40841" y="14803"/>
                    <a:pt x="40886" y="14773"/>
                  </a:cubicBezTo>
                  <a:cubicBezTo>
                    <a:pt x="41371" y="14461"/>
                    <a:pt x="41856" y="14153"/>
                    <a:pt x="42347" y="13851"/>
                  </a:cubicBezTo>
                  <a:cubicBezTo>
                    <a:pt x="42483" y="13767"/>
                    <a:pt x="42523" y="13589"/>
                    <a:pt x="42441" y="13454"/>
                  </a:cubicBezTo>
                  <a:cubicBezTo>
                    <a:pt x="42386" y="13366"/>
                    <a:pt x="42292" y="13317"/>
                    <a:pt x="42195" y="13317"/>
                  </a:cubicBezTo>
                  <a:close/>
                  <a:moveTo>
                    <a:pt x="138924" y="15168"/>
                  </a:moveTo>
                  <a:cubicBezTo>
                    <a:pt x="138831" y="15168"/>
                    <a:pt x="138740" y="15213"/>
                    <a:pt x="138685" y="15295"/>
                  </a:cubicBezTo>
                  <a:cubicBezTo>
                    <a:pt x="138596" y="15427"/>
                    <a:pt x="138631" y="15606"/>
                    <a:pt x="138763" y="15694"/>
                  </a:cubicBezTo>
                  <a:cubicBezTo>
                    <a:pt x="139241" y="16017"/>
                    <a:pt x="139715" y="16343"/>
                    <a:pt x="140187" y="16673"/>
                  </a:cubicBezTo>
                  <a:cubicBezTo>
                    <a:pt x="140235" y="16708"/>
                    <a:pt x="140292" y="16726"/>
                    <a:pt x="140351" y="16726"/>
                  </a:cubicBezTo>
                  <a:lnTo>
                    <a:pt x="140352" y="16726"/>
                  </a:lnTo>
                  <a:cubicBezTo>
                    <a:pt x="140478" y="16726"/>
                    <a:pt x="140590" y="16644"/>
                    <a:pt x="140627" y="16525"/>
                  </a:cubicBezTo>
                  <a:cubicBezTo>
                    <a:pt x="140664" y="16405"/>
                    <a:pt x="140620" y="16274"/>
                    <a:pt x="140518" y="16202"/>
                  </a:cubicBezTo>
                  <a:cubicBezTo>
                    <a:pt x="140044" y="15870"/>
                    <a:pt x="139567" y="15541"/>
                    <a:pt x="139084" y="15217"/>
                  </a:cubicBezTo>
                  <a:cubicBezTo>
                    <a:pt x="139035" y="15184"/>
                    <a:pt x="138979" y="15168"/>
                    <a:pt x="138924" y="15168"/>
                  </a:cubicBezTo>
                  <a:close/>
                  <a:moveTo>
                    <a:pt x="39286" y="15197"/>
                  </a:moveTo>
                  <a:cubicBezTo>
                    <a:pt x="39230" y="15197"/>
                    <a:pt x="39173" y="15214"/>
                    <a:pt x="39123" y="15248"/>
                  </a:cubicBezTo>
                  <a:cubicBezTo>
                    <a:pt x="38643" y="15571"/>
                    <a:pt x="38166" y="15900"/>
                    <a:pt x="37691" y="16233"/>
                  </a:cubicBezTo>
                  <a:cubicBezTo>
                    <a:pt x="37461" y="16395"/>
                    <a:pt x="37574" y="16756"/>
                    <a:pt x="37856" y="16757"/>
                  </a:cubicBezTo>
                  <a:lnTo>
                    <a:pt x="37856" y="16756"/>
                  </a:lnTo>
                  <a:cubicBezTo>
                    <a:pt x="37915" y="16756"/>
                    <a:pt x="37973" y="16738"/>
                    <a:pt x="38021" y="16704"/>
                  </a:cubicBezTo>
                  <a:cubicBezTo>
                    <a:pt x="38493" y="16373"/>
                    <a:pt x="38968" y="16047"/>
                    <a:pt x="39446" y="15726"/>
                  </a:cubicBezTo>
                  <a:cubicBezTo>
                    <a:pt x="39579" y="15637"/>
                    <a:pt x="39615" y="15457"/>
                    <a:pt x="39525" y="15324"/>
                  </a:cubicBezTo>
                  <a:cubicBezTo>
                    <a:pt x="39470" y="15242"/>
                    <a:pt x="39379" y="15197"/>
                    <a:pt x="39286" y="15197"/>
                  </a:cubicBezTo>
                  <a:close/>
                  <a:moveTo>
                    <a:pt x="141751" y="17151"/>
                  </a:moveTo>
                  <a:cubicBezTo>
                    <a:pt x="141663" y="17151"/>
                    <a:pt x="141575" y="17192"/>
                    <a:pt x="141518" y="17269"/>
                  </a:cubicBezTo>
                  <a:cubicBezTo>
                    <a:pt x="141421" y="17402"/>
                    <a:pt x="141454" y="17588"/>
                    <a:pt x="141590" y="17680"/>
                  </a:cubicBezTo>
                  <a:cubicBezTo>
                    <a:pt x="142057" y="18019"/>
                    <a:pt x="142518" y="18363"/>
                    <a:pt x="142975" y="18712"/>
                  </a:cubicBezTo>
                  <a:cubicBezTo>
                    <a:pt x="143026" y="18749"/>
                    <a:pt x="143087" y="18771"/>
                    <a:pt x="143150" y="18771"/>
                  </a:cubicBezTo>
                  <a:cubicBezTo>
                    <a:pt x="143274" y="18771"/>
                    <a:pt x="143384" y="18693"/>
                    <a:pt x="143424" y="18576"/>
                  </a:cubicBezTo>
                  <a:cubicBezTo>
                    <a:pt x="143463" y="18458"/>
                    <a:pt x="143423" y="18328"/>
                    <a:pt x="143324" y="18254"/>
                  </a:cubicBezTo>
                  <a:cubicBezTo>
                    <a:pt x="142864" y="17903"/>
                    <a:pt x="142400" y="17557"/>
                    <a:pt x="141931" y="17214"/>
                  </a:cubicBezTo>
                  <a:cubicBezTo>
                    <a:pt x="141877" y="17172"/>
                    <a:pt x="141814" y="17151"/>
                    <a:pt x="141751" y="17151"/>
                  </a:cubicBezTo>
                  <a:close/>
                  <a:moveTo>
                    <a:pt x="36436" y="17196"/>
                  </a:moveTo>
                  <a:cubicBezTo>
                    <a:pt x="36381" y="17196"/>
                    <a:pt x="36326" y="17212"/>
                    <a:pt x="36277" y="17244"/>
                  </a:cubicBezTo>
                  <a:cubicBezTo>
                    <a:pt x="35809" y="17586"/>
                    <a:pt x="35344" y="17933"/>
                    <a:pt x="34883" y="18283"/>
                  </a:cubicBezTo>
                  <a:cubicBezTo>
                    <a:pt x="34663" y="18451"/>
                    <a:pt x="34782" y="18801"/>
                    <a:pt x="35058" y="18801"/>
                  </a:cubicBezTo>
                  <a:cubicBezTo>
                    <a:pt x="35120" y="18801"/>
                    <a:pt x="35182" y="18779"/>
                    <a:pt x="35232" y="18741"/>
                  </a:cubicBezTo>
                  <a:cubicBezTo>
                    <a:pt x="35690" y="18393"/>
                    <a:pt x="36152" y="18049"/>
                    <a:pt x="36617" y="17708"/>
                  </a:cubicBezTo>
                  <a:cubicBezTo>
                    <a:pt x="36737" y="17612"/>
                    <a:pt x="36760" y="17438"/>
                    <a:pt x="36669" y="17314"/>
                  </a:cubicBezTo>
                  <a:cubicBezTo>
                    <a:pt x="36612" y="17237"/>
                    <a:pt x="36525" y="17196"/>
                    <a:pt x="36436" y="17196"/>
                  </a:cubicBezTo>
                  <a:close/>
                  <a:moveTo>
                    <a:pt x="144520" y="19256"/>
                  </a:moveTo>
                  <a:cubicBezTo>
                    <a:pt x="144435" y="19256"/>
                    <a:pt x="144350" y="19294"/>
                    <a:pt x="144294" y="19366"/>
                  </a:cubicBezTo>
                  <a:cubicBezTo>
                    <a:pt x="144195" y="19491"/>
                    <a:pt x="144217" y="19672"/>
                    <a:pt x="144341" y="19770"/>
                  </a:cubicBezTo>
                  <a:cubicBezTo>
                    <a:pt x="144792" y="20128"/>
                    <a:pt x="145241" y="20489"/>
                    <a:pt x="145686" y="20856"/>
                  </a:cubicBezTo>
                  <a:cubicBezTo>
                    <a:pt x="145738" y="20898"/>
                    <a:pt x="145802" y="20920"/>
                    <a:pt x="145870" y="20920"/>
                  </a:cubicBezTo>
                  <a:cubicBezTo>
                    <a:pt x="146139" y="20920"/>
                    <a:pt x="146261" y="20582"/>
                    <a:pt x="146052" y="20411"/>
                  </a:cubicBezTo>
                  <a:cubicBezTo>
                    <a:pt x="145604" y="20042"/>
                    <a:pt x="145153" y="19678"/>
                    <a:pt x="144698" y="19318"/>
                  </a:cubicBezTo>
                  <a:cubicBezTo>
                    <a:pt x="144645" y="19276"/>
                    <a:pt x="144582" y="19256"/>
                    <a:pt x="144520" y="19256"/>
                  </a:cubicBezTo>
                  <a:close/>
                  <a:moveTo>
                    <a:pt x="33689" y="19287"/>
                  </a:moveTo>
                  <a:cubicBezTo>
                    <a:pt x="33626" y="19287"/>
                    <a:pt x="33563" y="19307"/>
                    <a:pt x="33510" y="19349"/>
                  </a:cubicBezTo>
                  <a:cubicBezTo>
                    <a:pt x="33055" y="19709"/>
                    <a:pt x="32604" y="20072"/>
                    <a:pt x="32157" y="20441"/>
                  </a:cubicBezTo>
                  <a:cubicBezTo>
                    <a:pt x="31948" y="20613"/>
                    <a:pt x="32069" y="20952"/>
                    <a:pt x="32340" y="20952"/>
                  </a:cubicBezTo>
                  <a:cubicBezTo>
                    <a:pt x="32406" y="20952"/>
                    <a:pt x="32471" y="20929"/>
                    <a:pt x="32522" y="20886"/>
                  </a:cubicBezTo>
                  <a:cubicBezTo>
                    <a:pt x="32967" y="20520"/>
                    <a:pt x="33416" y="20158"/>
                    <a:pt x="33867" y="19801"/>
                  </a:cubicBezTo>
                  <a:cubicBezTo>
                    <a:pt x="33992" y="19702"/>
                    <a:pt x="34013" y="19521"/>
                    <a:pt x="33915" y="19396"/>
                  </a:cubicBezTo>
                  <a:cubicBezTo>
                    <a:pt x="33858" y="19324"/>
                    <a:pt x="33774" y="19287"/>
                    <a:pt x="33689" y="19287"/>
                  </a:cubicBezTo>
                  <a:close/>
                  <a:moveTo>
                    <a:pt x="147197" y="21459"/>
                  </a:moveTo>
                  <a:cubicBezTo>
                    <a:pt x="147115" y="21459"/>
                    <a:pt x="147034" y="21493"/>
                    <a:pt x="146977" y="21560"/>
                  </a:cubicBezTo>
                  <a:cubicBezTo>
                    <a:pt x="146873" y="21680"/>
                    <a:pt x="146888" y="21862"/>
                    <a:pt x="147009" y="21965"/>
                  </a:cubicBezTo>
                  <a:cubicBezTo>
                    <a:pt x="147447" y="22341"/>
                    <a:pt x="147881" y="22718"/>
                    <a:pt x="148312" y="23101"/>
                  </a:cubicBezTo>
                  <a:cubicBezTo>
                    <a:pt x="148363" y="23148"/>
                    <a:pt x="148432" y="23174"/>
                    <a:pt x="148502" y="23174"/>
                  </a:cubicBezTo>
                  <a:cubicBezTo>
                    <a:pt x="148767" y="23174"/>
                    <a:pt x="148891" y="22847"/>
                    <a:pt x="148694" y="22670"/>
                  </a:cubicBezTo>
                  <a:cubicBezTo>
                    <a:pt x="148261" y="22285"/>
                    <a:pt x="147823" y="21904"/>
                    <a:pt x="147383" y="21527"/>
                  </a:cubicBezTo>
                  <a:cubicBezTo>
                    <a:pt x="147329" y="21481"/>
                    <a:pt x="147263" y="21459"/>
                    <a:pt x="147197" y="21459"/>
                  </a:cubicBezTo>
                  <a:close/>
                  <a:moveTo>
                    <a:pt x="31012" y="21490"/>
                  </a:moveTo>
                  <a:cubicBezTo>
                    <a:pt x="30946" y="21490"/>
                    <a:pt x="30879" y="21512"/>
                    <a:pt x="30825" y="21559"/>
                  </a:cubicBezTo>
                  <a:cubicBezTo>
                    <a:pt x="30385" y="21936"/>
                    <a:pt x="29948" y="22317"/>
                    <a:pt x="29515" y="22703"/>
                  </a:cubicBezTo>
                  <a:cubicBezTo>
                    <a:pt x="29318" y="22879"/>
                    <a:pt x="29442" y="23205"/>
                    <a:pt x="29707" y="23205"/>
                  </a:cubicBezTo>
                  <a:cubicBezTo>
                    <a:pt x="29778" y="23205"/>
                    <a:pt x="29845" y="23180"/>
                    <a:pt x="29898" y="23133"/>
                  </a:cubicBezTo>
                  <a:cubicBezTo>
                    <a:pt x="30329" y="22750"/>
                    <a:pt x="30763" y="22372"/>
                    <a:pt x="31199" y="21996"/>
                  </a:cubicBezTo>
                  <a:cubicBezTo>
                    <a:pt x="31321" y="21893"/>
                    <a:pt x="31335" y="21711"/>
                    <a:pt x="31231" y="21591"/>
                  </a:cubicBezTo>
                  <a:cubicBezTo>
                    <a:pt x="31174" y="21524"/>
                    <a:pt x="31093" y="21490"/>
                    <a:pt x="31012" y="21490"/>
                  </a:cubicBezTo>
                  <a:close/>
                  <a:moveTo>
                    <a:pt x="149788" y="23763"/>
                  </a:moveTo>
                  <a:cubicBezTo>
                    <a:pt x="149710" y="23763"/>
                    <a:pt x="149633" y="23794"/>
                    <a:pt x="149577" y="23856"/>
                  </a:cubicBezTo>
                  <a:cubicBezTo>
                    <a:pt x="149469" y="23972"/>
                    <a:pt x="149475" y="24154"/>
                    <a:pt x="149591" y="24262"/>
                  </a:cubicBezTo>
                  <a:cubicBezTo>
                    <a:pt x="150015" y="24653"/>
                    <a:pt x="150433" y="25048"/>
                    <a:pt x="150848" y="25447"/>
                  </a:cubicBezTo>
                  <a:cubicBezTo>
                    <a:pt x="150902" y="25499"/>
                    <a:pt x="150973" y="25528"/>
                    <a:pt x="151049" y="25528"/>
                  </a:cubicBezTo>
                  <a:cubicBezTo>
                    <a:pt x="151308" y="25528"/>
                    <a:pt x="151435" y="25212"/>
                    <a:pt x="151248" y="25032"/>
                  </a:cubicBezTo>
                  <a:cubicBezTo>
                    <a:pt x="150830" y="24630"/>
                    <a:pt x="150408" y="24233"/>
                    <a:pt x="149982" y="23839"/>
                  </a:cubicBezTo>
                  <a:cubicBezTo>
                    <a:pt x="149927" y="23788"/>
                    <a:pt x="149858" y="23763"/>
                    <a:pt x="149788" y="23763"/>
                  </a:cubicBezTo>
                  <a:close/>
                  <a:moveTo>
                    <a:pt x="28420" y="23798"/>
                  </a:moveTo>
                  <a:cubicBezTo>
                    <a:pt x="28352" y="23798"/>
                    <a:pt x="28284" y="23822"/>
                    <a:pt x="28228" y="23871"/>
                  </a:cubicBezTo>
                  <a:cubicBezTo>
                    <a:pt x="27804" y="24265"/>
                    <a:pt x="27382" y="24662"/>
                    <a:pt x="26964" y="25065"/>
                  </a:cubicBezTo>
                  <a:cubicBezTo>
                    <a:pt x="26777" y="25244"/>
                    <a:pt x="26904" y="25560"/>
                    <a:pt x="27165" y="25560"/>
                  </a:cubicBezTo>
                  <a:cubicBezTo>
                    <a:pt x="27239" y="25560"/>
                    <a:pt x="27310" y="25531"/>
                    <a:pt x="27364" y="25480"/>
                  </a:cubicBezTo>
                  <a:cubicBezTo>
                    <a:pt x="27779" y="25080"/>
                    <a:pt x="28197" y="24684"/>
                    <a:pt x="28619" y="24294"/>
                  </a:cubicBezTo>
                  <a:cubicBezTo>
                    <a:pt x="28733" y="24185"/>
                    <a:pt x="28738" y="24005"/>
                    <a:pt x="28631" y="23890"/>
                  </a:cubicBezTo>
                  <a:cubicBezTo>
                    <a:pt x="28575" y="23829"/>
                    <a:pt x="28498" y="23798"/>
                    <a:pt x="28420" y="23798"/>
                  </a:cubicBezTo>
                  <a:close/>
                  <a:moveTo>
                    <a:pt x="152285" y="26163"/>
                  </a:moveTo>
                  <a:cubicBezTo>
                    <a:pt x="152212" y="26163"/>
                    <a:pt x="152139" y="26191"/>
                    <a:pt x="152083" y="26247"/>
                  </a:cubicBezTo>
                  <a:cubicBezTo>
                    <a:pt x="151970" y="26360"/>
                    <a:pt x="151970" y="26543"/>
                    <a:pt x="152083" y="26656"/>
                  </a:cubicBezTo>
                  <a:cubicBezTo>
                    <a:pt x="152489" y="27063"/>
                    <a:pt x="152893" y="27473"/>
                    <a:pt x="153293" y="27888"/>
                  </a:cubicBezTo>
                  <a:cubicBezTo>
                    <a:pt x="153347" y="27944"/>
                    <a:pt x="153422" y="27977"/>
                    <a:pt x="153500" y="27977"/>
                  </a:cubicBezTo>
                  <a:lnTo>
                    <a:pt x="153502" y="27977"/>
                  </a:lnTo>
                  <a:cubicBezTo>
                    <a:pt x="153755" y="27977"/>
                    <a:pt x="153885" y="27671"/>
                    <a:pt x="153709" y="27489"/>
                  </a:cubicBezTo>
                  <a:cubicBezTo>
                    <a:pt x="153306" y="27071"/>
                    <a:pt x="152901" y="26657"/>
                    <a:pt x="152490" y="26248"/>
                  </a:cubicBezTo>
                  <a:cubicBezTo>
                    <a:pt x="152434" y="26192"/>
                    <a:pt x="152360" y="26163"/>
                    <a:pt x="152285" y="26163"/>
                  </a:cubicBezTo>
                  <a:close/>
                  <a:moveTo>
                    <a:pt x="25927" y="26197"/>
                  </a:moveTo>
                  <a:cubicBezTo>
                    <a:pt x="25853" y="26197"/>
                    <a:pt x="25779" y="26226"/>
                    <a:pt x="25723" y="26282"/>
                  </a:cubicBezTo>
                  <a:cubicBezTo>
                    <a:pt x="25314" y="26691"/>
                    <a:pt x="24907" y="27105"/>
                    <a:pt x="24505" y="27523"/>
                  </a:cubicBezTo>
                  <a:cubicBezTo>
                    <a:pt x="24329" y="27706"/>
                    <a:pt x="24459" y="28010"/>
                    <a:pt x="24713" y="28010"/>
                  </a:cubicBezTo>
                  <a:cubicBezTo>
                    <a:pt x="24791" y="28010"/>
                    <a:pt x="24866" y="27979"/>
                    <a:pt x="24920" y="27923"/>
                  </a:cubicBezTo>
                  <a:cubicBezTo>
                    <a:pt x="25320" y="27507"/>
                    <a:pt x="25723" y="27096"/>
                    <a:pt x="26129" y="26689"/>
                  </a:cubicBezTo>
                  <a:cubicBezTo>
                    <a:pt x="26242" y="26576"/>
                    <a:pt x="26242" y="26394"/>
                    <a:pt x="26129" y="26282"/>
                  </a:cubicBezTo>
                  <a:cubicBezTo>
                    <a:pt x="26074" y="26226"/>
                    <a:pt x="26000" y="26197"/>
                    <a:pt x="25927" y="26197"/>
                  </a:cubicBezTo>
                  <a:close/>
                  <a:moveTo>
                    <a:pt x="154687" y="28655"/>
                  </a:moveTo>
                  <a:cubicBezTo>
                    <a:pt x="154617" y="28655"/>
                    <a:pt x="154547" y="28681"/>
                    <a:pt x="154491" y="28732"/>
                  </a:cubicBezTo>
                  <a:cubicBezTo>
                    <a:pt x="154372" y="28843"/>
                    <a:pt x="154368" y="29028"/>
                    <a:pt x="154480" y="29144"/>
                  </a:cubicBezTo>
                  <a:cubicBezTo>
                    <a:pt x="154871" y="29567"/>
                    <a:pt x="155259" y="29993"/>
                    <a:pt x="155641" y="30422"/>
                  </a:cubicBezTo>
                  <a:cubicBezTo>
                    <a:pt x="155697" y="30484"/>
                    <a:pt x="155775" y="30520"/>
                    <a:pt x="155857" y="30520"/>
                  </a:cubicBezTo>
                  <a:cubicBezTo>
                    <a:pt x="156106" y="30520"/>
                    <a:pt x="156238" y="30225"/>
                    <a:pt x="156072" y="30040"/>
                  </a:cubicBezTo>
                  <a:cubicBezTo>
                    <a:pt x="155686" y="29607"/>
                    <a:pt x="155296" y="29177"/>
                    <a:pt x="154903" y="28753"/>
                  </a:cubicBezTo>
                  <a:cubicBezTo>
                    <a:pt x="154846" y="28688"/>
                    <a:pt x="154766" y="28655"/>
                    <a:pt x="154687" y="28655"/>
                  </a:cubicBezTo>
                  <a:close/>
                  <a:moveTo>
                    <a:pt x="23524" y="28695"/>
                  </a:moveTo>
                  <a:cubicBezTo>
                    <a:pt x="23447" y="28695"/>
                    <a:pt x="23370" y="28726"/>
                    <a:pt x="23313" y="28788"/>
                  </a:cubicBezTo>
                  <a:cubicBezTo>
                    <a:pt x="22946" y="29185"/>
                    <a:pt x="22581" y="29585"/>
                    <a:pt x="22222" y="29989"/>
                  </a:cubicBezTo>
                  <a:lnTo>
                    <a:pt x="22145" y="30075"/>
                  </a:lnTo>
                  <a:cubicBezTo>
                    <a:pt x="21979" y="30261"/>
                    <a:pt x="22111" y="30554"/>
                    <a:pt x="22361" y="30554"/>
                  </a:cubicBezTo>
                  <a:cubicBezTo>
                    <a:pt x="22442" y="30554"/>
                    <a:pt x="22520" y="30520"/>
                    <a:pt x="22575" y="30458"/>
                  </a:cubicBezTo>
                  <a:lnTo>
                    <a:pt x="22651" y="30373"/>
                  </a:lnTo>
                  <a:cubicBezTo>
                    <a:pt x="23010" y="29971"/>
                    <a:pt x="23371" y="29573"/>
                    <a:pt x="23735" y="29179"/>
                  </a:cubicBezTo>
                  <a:cubicBezTo>
                    <a:pt x="23844" y="29062"/>
                    <a:pt x="23837" y="28880"/>
                    <a:pt x="23720" y="28772"/>
                  </a:cubicBezTo>
                  <a:cubicBezTo>
                    <a:pt x="23665" y="28721"/>
                    <a:pt x="23594" y="28695"/>
                    <a:pt x="23524" y="28695"/>
                  </a:cubicBezTo>
                  <a:close/>
                  <a:moveTo>
                    <a:pt x="156997" y="31247"/>
                  </a:moveTo>
                  <a:cubicBezTo>
                    <a:pt x="156931" y="31247"/>
                    <a:pt x="156864" y="31270"/>
                    <a:pt x="156810" y="31317"/>
                  </a:cubicBezTo>
                  <a:cubicBezTo>
                    <a:pt x="156689" y="31420"/>
                    <a:pt x="156674" y="31603"/>
                    <a:pt x="156778" y="31723"/>
                  </a:cubicBezTo>
                  <a:cubicBezTo>
                    <a:pt x="157153" y="32160"/>
                    <a:pt x="157523" y="32602"/>
                    <a:pt x="157890" y="33046"/>
                  </a:cubicBezTo>
                  <a:cubicBezTo>
                    <a:pt x="157944" y="33113"/>
                    <a:pt x="158026" y="33151"/>
                    <a:pt x="158112" y="33151"/>
                  </a:cubicBezTo>
                  <a:cubicBezTo>
                    <a:pt x="158356" y="33151"/>
                    <a:pt x="158490" y="32867"/>
                    <a:pt x="158334" y="32680"/>
                  </a:cubicBezTo>
                  <a:cubicBezTo>
                    <a:pt x="157966" y="32232"/>
                    <a:pt x="157593" y="31789"/>
                    <a:pt x="157216" y="31348"/>
                  </a:cubicBezTo>
                  <a:cubicBezTo>
                    <a:pt x="157159" y="31282"/>
                    <a:pt x="157078" y="31247"/>
                    <a:pt x="156997" y="31247"/>
                  </a:cubicBezTo>
                  <a:close/>
                  <a:moveTo>
                    <a:pt x="21221" y="31286"/>
                  </a:moveTo>
                  <a:cubicBezTo>
                    <a:pt x="21140" y="31286"/>
                    <a:pt x="21060" y="31320"/>
                    <a:pt x="21003" y="31387"/>
                  </a:cubicBezTo>
                  <a:cubicBezTo>
                    <a:pt x="20625" y="31827"/>
                    <a:pt x="20253" y="32272"/>
                    <a:pt x="19885" y="32719"/>
                  </a:cubicBezTo>
                  <a:cubicBezTo>
                    <a:pt x="19732" y="32908"/>
                    <a:pt x="19865" y="33190"/>
                    <a:pt x="20108" y="33191"/>
                  </a:cubicBezTo>
                  <a:cubicBezTo>
                    <a:pt x="20193" y="33191"/>
                    <a:pt x="20276" y="33152"/>
                    <a:pt x="20331" y="33086"/>
                  </a:cubicBezTo>
                  <a:cubicBezTo>
                    <a:pt x="20696" y="32641"/>
                    <a:pt x="21067" y="32199"/>
                    <a:pt x="21441" y="31761"/>
                  </a:cubicBezTo>
                  <a:cubicBezTo>
                    <a:pt x="21544" y="31640"/>
                    <a:pt x="21530" y="31459"/>
                    <a:pt x="21408" y="31356"/>
                  </a:cubicBezTo>
                  <a:cubicBezTo>
                    <a:pt x="21354" y="31309"/>
                    <a:pt x="21287" y="31286"/>
                    <a:pt x="21221" y="31286"/>
                  </a:cubicBezTo>
                  <a:close/>
                  <a:moveTo>
                    <a:pt x="159203" y="33927"/>
                  </a:moveTo>
                  <a:cubicBezTo>
                    <a:pt x="159140" y="33927"/>
                    <a:pt x="159077" y="33948"/>
                    <a:pt x="159025" y="33990"/>
                  </a:cubicBezTo>
                  <a:cubicBezTo>
                    <a:pt x="158901" y="34088"/>
                    <a:pt x="158879" y="34267"/>
                    <a:pt x="158976" y="34391"/>
                  </a:cubicBezTo>
                  <a:lnTo>
                    <a:pt x="159259" y="34750"/>
                  </a:lnTo>
                  <a:cubicBezTo>
                    <a:pt x="159519" y="35083"/>
                    <a:pt x="159778" y="35419"/>
                    <a:pt x="160034" y="35756"/>
                  </a:cubicBezTo>
                  <a:cubicBezTo>
                    <a:pt x="160088" y="35828"/>
                    <a:pt x="160173" y="35870"/>
                    <a:pt x="160263" y="35870"/>
                  </a:cubicBezTo>
                  <a:cubicBezTo>
                    <a:pt x="160502" y="35869"/>
                    <a:pt x="160636" y="35597"/>
                    <a:pt x="160492" y="35407"/>
                  </a:cubicBezTo>
                  <a:cubicBezTo>
                    <a:pt x="160234" y="35068"/>
                    <a:pt x="159974" y="34731"/>
                    <a:pt x="159711" y="34395"/>
                  </a:cubicBezTo>
                  <a:lnTo>
                    <a:pt x="159427" y="34033"/>
                  </a:lnTo>
                  <a:cubicBezTo>
                    <a:pt x="159370" y="33963"/>
                    <a:pt x="159287" y="33927"/>
                    <a:pt x="159203" y="33927"/>
                  </a:cubicBezTo>
                  <a:close/>
                  <a:moveTo>
                    <a:pt x="19021" y="33965"/>
                  </a:moveTo>
                  <a:cubicBezTo>
                    <a:pt x="18936" y="33965"/>
                    <a:pt x="18851" y="34002"/>
                    <a:pt x="18795" y="34075"/>
                  </a:cubicBezTo>
                  <a:cubicBezTo>
                    <a:pt x="18436" y="34529"/>
                    <a:pt x="18081" y="34988"/>
                    <a:pt x="17731" y="35449"/>
                  </a:cubicBezTo>
                  <a:cubicBezTo>
                    <a:pt x="17587" y="35639"/>
                    <a:pt x="17723" y="35911"/>
                    <a:pt x="17960" y="35912"/>
                  </a:cubicBezTo>
                  <a:cubicBezTo>
                    <a:pt x="18051" y="35912"/>
                    <a:pt x="18136" y="35870"/>
                    <a:pt x="18190" y="35798"/>
                  </a:cubicBezTo>
                  <a:cubicBezTo>
                    <a:pt x="18538" y="35339"/>
                    <a:pt x="18891" y="34883"/>
                    <a:pt x="19247" y="34431"/>
                  </a:cubicBezTo>
                  <a:cubicBezTo>
                    <a:pt x="19345" y="34306"/>
                    <a:pt x="19325" y="34125"/>
                    <a:pt x="19199" y="34027"/>
                  </a:cubicBezTo>
                  <a:cubicBezTo>
                    <a:pt x="19146" y="33985"/>
                    <a:pt x="19083" y="33965"/>
                    <a:pt x="19021" y="33965"/>
                  </a:cubicBezTo>
                  <a:close/>
                  <a:moveTo>
                    <a:pt x="161297" y="36683"/>
                  </a:moveTo>
                  <a:cubicBezTo>
                    <a:pt x="161238" y="36683"/>
                    <a:pt x="161179" y="36701"/>
                    <a:pt x="161128" y="36739"/>
                  </a:cubicBezTo>
                  <a:cubicBezTo>
                    <a:pt x="160999" y="36832"/>
                    <a:pt x="160971" y="37012"/>
                    <a:pt x="161064" y="37141"/>
                  </a:cubicBezTo>
                  <a:cubicBezTo>
                    <a:pt x="161405" y="37606"/>
                    <a:pt x="161739" y="38075"/>
                    <a:pt x="162069" y="38546"/>
                  </a:cubicBezTo>
                  <a:cubicBezTo>
                    <a:pt x="162123" y="38624"/>
                    <a:pt x="162211" y="38670"/>
                    <a:pt x="162306" y="38670"/>
                  </a:cubicBezTo>
                  <a:cubicBezTo>
                    <a:pt x="162364" y="38670"/>
                    <a:pt x="162422" y="38652"/>
                    <a:pt x="162470" y="38617"/>
                  </a:cubicBezTo>
                  <a:cubicBezTo>
                    <a:pt x="162601" y="38527"/>
                    <a:pt x="162632" y="38347"/>
                    <a:pt x="162541" y="38216"/>
                  </a:cubicBezTo>
                  <a:cubicBezTo>
                    <a:pt x="162208" y="37741"/>
                    <a:pt x="161871" y="37270"/>
                    <a:pt x="161531" y="36802"/>
                  </a:cubicBezTo>
                  <a:cubicBezTo>
                    <a:pt x="161474" y="36724"/>
                    <a:pt x="161387" y="36683"/>
                    <a:pt x="161297" y="36683"/>
                  </a:cubicBezTo>
                  <a:close/>
                  <a:moveTo>
                    <a:pt x="16925" y="36729"/>
                  </a:moveTo>
                  <a:cubicBezTo>
                    <a:pt x="16837" y="36729"/>
                    <a:pt x="16750" y="36769"/>
                    <a:pt x="16693" y="36845"/>
                  </a:cubicBezTo>
                  <a:cubicBezTo>
                    <a:pt x="16353" y="37314"/>
                    <a:pt x="16016" y="37786"/>
                    <a:pt x="15685" y="38261"/>
                  </a:cubicBezTo>
                  <a:cubicBezTo>
                    <a:pt x="15552" y="38452"/>
                    <a:pt x="15687" y="38714"/>
                    <a:pt x="15920" y="38714"/>
                  </a:cubicBezTo>
                  <a:cubicBezTo>
                    <a:pt x="16015" y="38714"/>
                    <a:pt x="16102" y="38669"/>
                    <a:pt x="16156" y="38592"/>
                  </a:cubicBezTo>
                  <a:cubicBezTo>
                    <a:pt x="16486" y="38119"/>
                    <a:pt x="16821" y="37650"/>
                    <a:pt x="17160" y="37185"/>
                  </a:cubicBezTo>
                  <a:cubicBezTo>
                    <a:pt x="17251" y="37057"/>
                    <a:pt x="17222" y="36878"/>
                    <a:pt x="17094" y="36784"/>
                  </a:cubicBezTo>
                  <a:cubicBezTo>
                    <a:pt x="17043" y="36747"/>
                    <a:pt x="16984" y="36729"/>
                    <a:pt x="16925" y="36729"/>
                  </a:cubicBezTo>
                  <a:close/>
                  <a:moveTo>
                    <a:pt x="163285" y="39523"/>
                  </a:moveTo>
                  <a:cubicBezTo>
                    <a:pt x="163230" y="39523"/>
                    <a:pt x="163173" y="39539"/>
                    <a:pt x="163124" y="39572"/>
                  </a:cubicBezTo>
                  <a:cubicBezTo>
                    <a:pt x="162992" y="39661"/>
                    <a:pt x="162957" y="39839"/>
                    <a:pt x="163046" y="39971"/>
                  </a:cubicBezTo>
                  <a:cubicBezTo>
                    <a:pt x="163366" y="40450"/>
                    <a:pt x="163682" y="40931"/>
                    <a:pt x="163993" y="41415"/>
                  </a:cubicBezTo>
                  <a:cubicBezTo>
                    <a:pt x="164046" y="41497"/>
                    <a:pt x="164138" y="41547"/>
                    <a:pt x="164235" y="41547"/>
                  </a:cubicBezTo>
                  <a:cubicBezTo>
                    <a:pt x="164463" y="41547"/>
                    <a:pt x="164601" y="41295"/>
                    <a:pt x="164479" y="41104"/>
                  </a:cubicBezTo>
                  <a:cubicBezTo>
                    <a:pt x="164165" y="40617"/>
                    <a:pt x="163847" y="40132"/>
                    <a:pt x="163524" y="39650"/>
                  </a:cubicBezTo>
                  <a:cubicBezTo>
                    <a:pt x="163469" y="39567"/>
                    <a:pt x="163378" y="39523"/>
                    <a:pt x="163285" y="39523"/>
                  </a:cubicBezTo>
                  <a:close/>
                  <a:moveTo>
                    <a:pt x="14941" y="39570"/>
                  </a:moveTo>
                  <a:cubicBezTo>
                    <a:pt x="14849" y="39570"/>
                    <a:pt x="14758" y="39614"/>
                    <a:pt x="14702" y="39698"/>
                  </a:cubicBezTo>
                  <a:cubicBezTo>
                    <a:pt x="14380" y="40179"/>
                    <a:pt x="14062" y="40663"/>
                    <a:pt x="13749" y="41151"/>
                  </a:cubicBezTo>
                  <a:cubicBezTo>
                    <a:pt x="13625" y="41343"/>
                    <a:pt x="13763" y="41595"/>
                    <a:pt x="13991" y="41595"/>
                  </a:cubicBezTo>
                  <a:cubicBezTo>
                    <a:pt x="14089" y="41595"/>
                    <a:pt x="14181" y="41545"/>
                    <a:pt x="14233" y="41462"/>
                  </a:cubicBezTo>
                  <a:cubicBezTo>
                    <a:pt x="14545" y="40978"/>
                    <a:pt x="14861" y="40497"/>
                    <a:pt x="15181" y="40018"/>
                  </a:cubicBezTo>
                  <a:cubicBezTo>
                    <a:pt x="15270" y="39886"/>
                    <a:pt x="15235" y="39706"/>
                    <a:pt x="15102" y="39619"/>
                  </a:cubicBezTo>
                  <a:cubicBezTo>
                    <a:pt x="15052" y="39585"/>
                    <a:pt x="14997" y="39570"/>
                    <a:pt x="14941" y="39570"/>
                  </a:cubicBezTo>
                  <a:close/>
                  <a:moveTo>
                    <a:pt x="165160" y="42437"/>
                  </a:moveTo>
                  <a:cubicBezTo>
                    <a:pt x="165109" y="42437"/>
                    <a:pt x="165056" y="42451"/>
                    <a:pt x="165009" y="42480"/>
                  </a:cubicBezTo>
                  <a:cubicBezTo>
                    <a:pt x="164874" y="42563"/>
                    <a:pt x="164832" y="42741"/>
                    <a:pt x="164914" y="42876"/>
                  </a:cubicBezTo>
                  <a:cubicBezTo>
                    <a:pt x="165217" y="43367"/>
                    <a:pt x="165514" y="43860"/>
                    <a:pt x="165805" y="44356"/>
                  </a:cubicBezTo>
                  <a:cubicBezTo>
                    <a:pt x="165857" y="44444"/>
                    <a:pt x="165952" y="44498"/>
                    <a:pt x="166054" y="44498"/>
                  </a:cubicBezTo>
                  <a:lnTo>
                    <a:pt x="166054" y="44499"/>
                  </a:lnTo>
                  <a:cubicBezTo>
                    <a:pt x="166277" y="44499"/>
                    <a:pt x="166416" y="44256"/>
                    <a:pt x="166302" y="44064"/>
                  </a:cubicBezTo>
                  <a:cubicBezTo>
                    <a:pt x="166008" y="43565"/>
                    <a:pt x="165710" y="43068"/>
                    <a:pt x="165405" y="42574"/>
                  </a:cubicBezTo>
                  <a:cubicBezTo>
                    <a:pt x="165351" y="42486"/>
                    <a:pt x="165257" y="42437"/>
                    <a:pt x="165160" y="42437"/>
                  </a:cubicBezTo>
                  <a:close/>
                  <a:moveTo>
                    <a:pt x="13072" y="42480"/>
                  </a:moveTo>
                  <a:cubicBezTo>
                    <a:pt x="12973" y="42480"/>
                    <a:pt x="12877" y="42531"/>
                    <a:pt x="12824" y="42622"/>
                  </a:cubicBezTo>
                  <a:cubicBezTo>
                    <a:pt x="12519" y="43116"/>
                    <a:pt x="12221" y="43613"/>
                    <a:pt x="11927" y="44112"/>
                  </a:cubicBezTo>
                  <a:cubicBezTo>
                    <a:pt x="11813" y="44304"/>
                    <a:pt x="11951" y="44547"/>
                    <a:pt x="12174" y="44547"/>
                  </a:cubicBezTo>
                  <a:cubicBezTo>
                    <a:pt x="12277" y="44547"/>
                    <a:pt x="12371" y="44493"/>
                    <a:pt x="12422" y="44404"/>
                  </a:cubicBezTo>
                  <a:cubicBezTo>
                    <a:pt x="12716" y="43908"/>
                    <a:pt x="13012" y="43415"/>
                    <a:pt x="13313" y="42924"/>
                  </a:cubicBezTo>
                  <a:cubicBezTo>
                    <a:pt x="13401" y="42789"/>
                    <a:pt x="13360" y="42608"/>
                    <a:pt x="13223" y="42524"/>
                  </a:cubicBezTo>
                  <a:cubicBezTo>
                    <a:pt x="13176" y="42494"/>
                    <a:pt x="13123" y="42480"/>
                    <a:pt x="13072" y="42480"/>
                  </a:cubicBezTo>
                  <a:close/>
                  <a:moveTo>
                    <a:pt x="166919" y="45423"/>
                  </a:moveTo>
                  <a:cubicBezTo>
                    <a:pt x="166871" y="45423"/>
                    <a:pt x="166823" y="45435"/>
                    <a:pt x="166778" y="45460"/>
                  </a:cubicBezTo>
                  <a:cubicBezTo>
                    <a:pt x="166639" y="45539"/>
                    <a:pt x="166590" y="45714"/>
                    <a:pt x="166669" y="45853"/>
                  </a:cubicBezTo>
                  <a:cubicBezTo>
                    <a:pt x="166951" y="46355"/>
                    <a:pt x="167229" y="46858"/>
                    <a:pt x="167501" y="47366"/>
                  </a:cubicBezTo>
                  <a:cubicBezTo>
                    <a:pt x="167552" y="47459"/>
                    <a:pt x="167649" y="47517"/>
                    <a:pt x="167755" y="47517"/>
                  </a:cubicBezTo>
                  <a:cubicBezTo>
                    <a:pt x="167973" y="47517"/>
                    <a:pt x="168112" y="47284"/>
                    <a:pt x="168009" y="47092"/>
                  </a:cubicBezTo>
                  <a:cubicBezTo>
                    <a:pt x="167734" y="46583"/>
                    <a:pt x="167455" y="46074"/>
                    <a:pt x="167170" y="45570"/>
                  </a:cubicBezTo>
                  <a:cubicBezTo>
                    <a:pt x="167118" y="45476"/>
                    <a:pt x="167019" y="45423"/>
                    <a:pt x="166919" y="45423"/>
                  </a:cubicBezTo>
                  <a:close/>
                  <a:moveTo>
                    <a:pt x="11312" y="45469"/>
                  </a:moveTo>
                  <a:cubicBezTo>
                    <a:pt x="11210" y="45469"/>
                    <a:pt x="11112" y="45523"/>
                    <a:pt x="11060" y="45619"/>
                  </a:cubicBezTo>
                  <a:cubicBezTo>
                    <a:pt x="10774" y="46124"/>
                    <a:pt x="10495" y="46632"/>
                    <a:pt x="10220" y="47143"/>
                  </a:cubicBezTo>
                  <a:cubicBezTo>
                    <a:pt x="10117" y="47335"/>
                    <a:pt x="10256" y="47567"/>
                    <a:pt x="10473" y="47567"/>
                  </a:cubicBezTo>
                  <a:cubicBezTo>
                    <a:pt x="10580" y="47567"/>
                    <a:pt x="10677" y="47509"/>
                    <a:pt x="10727" y="47415"/>
                  </a:cubicBezTo>
                  <a:cubicBezTo>
                    <a:pt x="11001" y="46908"/>
                    <a:pt x="11278" y="46404"/>
                    <a:pt x="11561" y="45902"/>
                  </a:cubicBezTo>
                  <a:cubicBezTo>
                    <a:pt x="11643" y="45763"/>
                    <a:pt x="11593" y="45585"/>
                    <a:pt x="11454" y="45507"/>
                  </a:cubicBezTo>
                  <a:cubicBezTo>
                    <a:pt x="11409" y="45481"/>
                    <a:pt x="11360" y="45469"/>
                    <a:pt x="11312" y="45469"/>
                  </a:cubicBezTo>
                  <a:close/>
                  <a:moveTo>
                    <a:pt x="168562" y="48476"/>
                  </a:moveTo>
                  <a:cubicBezTo>
                    <a:pt x="168518" y="48476"/>
                    <a:pt x="168473" y="48486"/>
                    <a:pt x="168431" y="48508"/>
                  </a:cubicBezTo>
                  <a:cubicBezTo>
                    <a:pt x="168288" y="48580"/>
                    <a:pt x="168233" y="48754"/>
                    <a:pt x="168305" y="48895"/>
                  </a:cubicBezTo>
                  <a:cubicBezTo>
                    <a:pt x="168568" y="49407"/>
                    <a:pt x="168827" y="49922"/>
                    <a:pt x="169079" y="50439"/>
                  </a:cubicBezTo>
                  <a:cubicBezTo>
                    <a:pt x="169128" y="50538"/>
                    <a:pt x="169227" y="50601"/>
                    <a:pt x="169338" y="50601"/>
                  </a:cubicBezTo>
                  <a:cubicBezTo>
                    <a:pt x="169382" y="50601"/>
                    <a:pt x="169425" y="50591"/>
                    <a:pt x="169465" y="50572"/>
                  </a:cubicBezTo>
                  <a:cubicBezTo>
                    <a:pt x="169608" y="50502"/>
                    <a:pt x="169668" y="50330"/>
                    <a:pt x="169598" y="50187"/>
                  </a:cubicBezTo>
                  <a:cubicBezTo>
                    <a:pt x="169343" y="49666"/>
                    <a:pt x="169084" y="49148"/>
                    <a:pt x="168818" y="48632"/>
                  </a:cubicBezTo>
                  <a:cubicBezTo>
                    <a:pt x="168767" y="48533"/>
                    <a:pt x="168667" y="48476"/>
                    <a:pt x="168562" y="48476"/>
                  </a:cubicBezTo>
                  <a:close/>
                  <a:moveTo>
                    <a:pt x="9667" y="48525"/>
                  </a:moveTo>
                  <a:cubicBezTo>
                    <a:pt x="9562" y="48525"/>
                    <a:pt x="9462" y="48581"/>
                    <a:pt x="9412" y="48680"/>
                  </a:cubicBezTo>
                  <a:cubicBezTo>
                    <a:pt x="9145" y="49196"/>
                    <a:pt x="8886" y="49714"/>
                    <a:pt x="8632" y="50235"/>
                  </a:cubicBezTo>
                  <a:cubicBezTo>
                    <a:pt x="8537" y="50427"/>
                    <a:pt x="8676" y="50650"/>
                    <a:pt x="8890" y="50650"/>
                  </a:cubicBezTo>
                  <a:cubicBezTo>
                    <a:pt x="9000" y="50650"/>
                    <a:pt x="9101" y="50588"/>
                    <a:pt x="9149" y="50488"/>
                  </a:cubicBezTo>
                  <a:cubicBezTo>
                    <a:pt x="9402" y="49971"/>
                    <a:pt x="9660" y="49456"/>
                    <a:pt x="9924" y="48944"/>
                  </a:cubicBezTo>
                  <a:cubicBezTo>
                    <a:pt x="9997" y="48803"/>
                    <a:pt x="9941" y="48629"/>
                    <a:pt x="9799" y="48557"/>
                  </a:cubicBezTo>
                  <a:cubicBezTo>
                    <a:pt x="9757" y="48535"/>
                    <a:pt x="9711" y="48525"/>
                    <a:pt x="9667" y="48525"/>
                  </a:cubicBezTo>
                  <a:close/>
                  <a:moveTo>
                    <a:pt x="170086" y="51593"/>
                  </a:moveTo>
                  <a:cubicBezTo>
                    <a:pt x="170045" y="51593"/>
                    <a:pt x="170004" y="51602"/>
                    <a:pt x="169964" y="51620"/>
                  </a:cubicBezTo>
                  <a:cubicBezTo>
                    <a:pt x="169821" y="51686"/>
                    <a:pt x="169759" y="51854"/>
                    <a:pt x="169822" y="51998"/>
                  </a:cubicBezTo>
                  <a:cubicBezTo>
                    <a:pt x="170066" y="52520"/>
                    <a:pt x="170305" y="53044"/>
                    <a:pt x="170537" y="53571"/>
                  </a:cubicBezTo>
                  <a:cubicBezTo>
                    <a:pt x="170583" y="53675"/>
                    <a:pt x="170686" y="53742"/>
                    <a:pt x="170800" y="53742"/>
                  </a:cubicBezTo>
                  <a:lnTo>
                    <a:pt x="170800" y="53743"/>
                  </a:lnTo>
                  <a:cubicBezTo>
                    <a:pt x="171009" y="53743"/>
                    <a:pt x="171149" y="53529"/>
                    <a:pt x="171064" y="53338"/>
                  </a:cubicBezTo>
                  <a:cubicBezTo>
                    <a:pt x="170829" y="52808"/>
                    <a:pt x="170590" y="52280"/>
                    <a:pt x="170345" y="51755"/>
                  </a:cubicBezTo>
                  <a:cubicBezTo>
                    <a:pt x="170295" y="51652"/>
                    <a:pt x="170193" y="51593"/>
                    <a:pt x="170086" y="51593"/>
                  </a:cubicBezTo>
                  <a:close/>
                  <a:moveTo>
                    <a:pt x="8144" y="51638"/>
                  </a:moveTo>
                  <a:cubicBezTo>
                    <a:pt x="8035" y="51638"/>
                    <a:pt x="7931" y="51699"/>
                    <a:pt x="7884" y="51804"/>
                  </a:cubicBezTo>
                  <a:cubicBezTo>
                    <a:pt x="7638" y="52330"/>
                    <a:pt x="7398" y="52858"/>
                    <a:pt x="7164" y="53387"/>
                  </a:cubicBezTo>
                  <a:cubicBezTo>
                    <a:pt x="7079" y="53578"/>
                    <a:pt x="7218" y="53791"/>
                    <a:pt x="7427" y="53792"/>
                  </a:cubicBezTo>
                  <a:cubicBezTo>
                    <a:pt x="7540" y="53792"/>
                    <a:pt x="7645" y="53725"/>
                    <a:pt x="7690" y="53621"/>
                  </a:cubicBezTo>
                  <a:cubicBezTo>
                    <a:pt x="7924" y="53093"/>
                    <a:pt x="8162" y="52569"/>
                    <a:pt x="8405" y="52047"/>
                  </a:cubicBezTo>
                  <a:cubicBezTo>
                    <a:pt x="8472" y="51903"/>
                    <a:pt x="8410" y="51732"/>
                    <a:pt x="8265" y="51665"/>
                  </a:cubicBezTo>
                  <a:cubicBezTo>
                    <a:pt x="8226" y="51646"/>
                    <a:pt x="8184" y="51638"/>
                    <a:pt x="8144" y="51638"/>
                  </a:cubicBezTo>
                  <a:close/>
                  <a:moveTo>
                    <a:pt x="171485" y="54757"/>
                  </a:moveTo>
                  <a:cubicBezTo>
                    <a:pt x="171448" y="54757"/>
                    <a:pt x="171411" y="54764"/>
                    <a:pt x="171374" y="54780"/>
                  </a:cubicBezTo>
                  <a:cubicBezTo>
                    <a:pt x="171228" y="54842"/>
                    <a:pt x="171159" y="55010"/>
                    <a:pt x="171220" y="55157"/>
                  </a:cubicBezTo>
                  <a:cubicBezTo>
                    <a:pt x="171443" y="55689"/>
                    <a:pt x="171660" y="56221"/>
                    <a:pt x="171872" y="56757"/>
                  </a:cubicBezTo>
                  <a:cubicBezTo>
                    <a:pt x="171917" y="56867"/>
                    <a:pt x="172022" y="56939"/>
                    <a:pt x="172141" y="56939"/>
                  </a:cubicBezTo>
                  <a:cubicBezTo>
                    <a:pt x="172344" y="56939"/>
                    <a:pt x="172484" y="56733"/>
                    <a:pt x="172408" y="56544"/>
                  </a:cubicBezTo>
                  <a:cubicBezTo>
                    <a:pt x="172194" y="56005"/>
                    <a:pt x="171975" y="55469"/>
                    <a:pt x="171751" y="54934"/>
                  </a:cubicBezTo>
                  <a:cubicBezTo>
                    <a:pt x="171705" y="54824"/>
                    <a:pt x="171598" y="54757"/>
                    <a:pt x="171485" y="54757"/>
                  </a:cubicBezTo>
                  <a:close/>
                  <a:moveTo>
                    <a:pt x="6741" y="54808"/>
                  </a:moveTo>
                  <a:cubicBezTo>
                    <a:pt x="6628" y="54808"/>
                    <a:pt x="6521" y="54874"/>
                    <a:pt x="6475" y="54985"/>
                  </a:cubicBezTo>
                  <a:cubicBezTo>
                    <a:pt x="6251" y="55518"/>
                    <a:pt x="6033" y="56055"/>
                    <a:pt x="5818" y="56594"/>
                  </a:cubicBezTo>
                  <a:cubicBezTo>
                    <a:pt x="5743" y="56782"/>
                    <a:pt x="5882" y="56988"/>
                    <a:pt x="6084" y="56988"/>
                  </a:cubicBezTo>
                  <a:cubicBezTo>
                    <a:pt x="6084" y="56988"/>
                    <a:pt x="6085" y="56988"/>
                    <a:pt x="6086" y="56988"/>
                  </a:cubicBezTo>
                  <a:cubicBezTo>
                    <a:pt x="6204" y="56988"/>
                    <a:pt x="6310" y="56916"/>
                    <a:pt x="6354" y="56807"/>
                  </a:cubicBezTo>
                  <a:cubicBezTo>
                    <a:pt x="6567" y="56270"/>
                    <a:pt x="6784" y="55738"/>
                    <a:pt x="7007" y="55207"/>
                  </a:cubicBezTo>
                  <a:cubicBezTo>
                    <a:pt x="7068" y="55060"/>
                    <a:pt x="7000" y="54891"/>
                    <a:pt x="6852" y="54830"/>
                  </a:cubicBezTo>
                  <a:cubicBezTo>
                    <a:pt x="6816" y="54815"/>
                    <a:pt x="6778" y="54808"/>
                    <a:pt x="6741" y="54808"/>
                  </a:cubicBezTo>
                  <a:close/>
                  <a:moveTo>
                    <a:pt x="172761" y="57973"/>
                  </a:moveTo>
                  <a:cubicBezTo>
                    <a:pt x="172727" y="57973"/>
                    <a:pt x="172693" y="57979"/>
                    <a:pt x="172660" y="57992"/>
                  </a:cubicBezTo>
                  <a:cubicBezTo>
                    <a:pt x="172509" y="58049"/>
                    <a:pt x="172434" y="58218"/>
                    <a:pt x="172495" y="58368"/>
                  </a:cubicBezTo>
                  <a:cubicBezTo>
                    <a:pt x="172696" y="58908"/>
                    <a:pt x="172893" y="59449"/>
                    <a:pt x="173085" y="59992"/>
                  </a:cubicBezTo>
                  <a:cubicBezTo>
                    <a:pt x="173126" y="60107"/>
                    <a:pt x="173234" y="60184"/>
                    <a:pt x="173356" y="60184"/>
                  </a:cubicBezTo>
                  <a:lnTo>
                    <a:pt x="173356" y="60185"/>
                  </a:lnTo>
                  <a:cubicBezTo>
                    <a:pt x="173555" y="60185"/>
                    <a:pt x="173694" y="59989"/>
                    <a:pt x="173628" y="59802"/>
                  </a:cubicBezTo>
                  <a:cubicBezTo>
                    <a:pt x="173435" y="59255"/>
                    <a:pt x="173237" y="58709"/>
                    <a:pt x="173033" y="58167"/>
                  </a:cubicBezTo>
                  <a:cubicBezTo>
                    <a:pt x="172991" y="58048"/>
                    <a:pt x="172879" y="57973"/>
                    <a:pt x="172761" y="57973"/>
                  </a:cubicBezTo>
                  <a:close/>
                  <a:moveTo>
                    <a:pt x="5461" y="58028"/>
                  </a:moveTo>
                  <a:cubicBezTo>
                    <a:pt x="5345" y="58028"/>
                    <a:pt x="5236" y="58099"/>
                    <a:pt x="5192" y="58215"/>
                  </a:cubicBezTo>
                  <a:cubicBezTo>
                    <a:pt x="4989" y="58758"/>
                    <a:pt x="4790" y="59303"/>
                    <a:pt x="4597" y="59850"/>
                  </a:cubicBezTo>
                  <a:cubicBezTo>
                    <a:pt x="4544" y="60000"/>
                    <a:pt x="4623" y="60164"/>
                    <a:pt x="4773" y="60218"/>
                  </a:cubicBezTo>
                  <a:cubicBezTo>
                    <a:pt x="4805" y="60227"/>
                    <a:pt x="4837" y="60233"/>
                    <a:pt x="4869" y="60233"/>
                  </a:cubicBezTo>
                  <a:cubicBezTo>
                    <a:pt x="4992" y="60233"/>
                    <a:pt x="5101" y="60157"/>
                    <a:pt x="5142" y="60042"/>
                  </a:cubicBezTo>
                  <a:cubicBezTo>
                    <a:pt x="5332" y="59498"/>
                    <a:pt x="5529" y="58957"/>
                    <a:pt x="5732" y="58417"/>
                  </a:cubicBezTo>
                  <a:cubicBezTo>
                    <a:pt x="5788" y="58269"/>
                    <a:pt x="5713" y="58102"/>
                    <a:pt x="5563" y="58047"/>
                  </a:cubicBezTo>
                  <a:cubicBezTo>
                    <a:pt x="5529" y="58034"/>
                    <a:pt x="5495" y="58028"/>
                    <a:pt x="5461" y="58028"/>
                  </a:cubicBezTo>
                  <a:close/>
                  <a:moveTo>
                    <a:pt x="173919" y="61254"/>
                  </a:moveTo>
                  <a:cubicBezTo>
                    <a:pt x="173889" y="61254"/>
                    <a:pt x="173858" y="61259"/>
                    <a:pt x="173829" y="61269"/>
                  </a:cubicBezTo>
                  <a:cubicBezTo>
                    <a:pt x="173680" y="61318"/>
                    <a:pt x="173598" y="61477"/>
                    <a:pt x="173644" y="61627"/>
                  </a:cubicBezTo>
                  <a:cubicBezTo>
                    <a:pt x="173825" y="62174"/>
                    <a:pt x="174001" y="62722"/>
                    <a:pt x="174172" y="63273"/>
                  </a:cubicBezTo>
                  <a:cubicBezTo>
                    <a:pt x="174209" y="63393"/>
                    <a:pt x="174320" y="63476"/>
                    <a:pt x="174446" y="63476"/>
                  </a:cubicBezTo>
                  <a:cubicBezTo>
                    <a:pt x="174641" y="63476"/>
                    <a:pt x="174778" y="63287"/>
                    <a:pt x="174722" y="63103"/>
                  </a:cubicBezTo>
                  <a:cubicBezTo>
                    <a:pt x="174551" y="62548"/>
                    <a:pt x="174373" y="61995"/>
                    <a:pt x="174191" y="61446"/>
                  </a:cubicBezTo>
                  <a:cubicBezTo>
                    <a:pt x="174149" y="61328"/>
                    <a:pt x="174038" y="61254"/>
                    <a:pt x="173919" y="61254"/>
                  </a:cubicBezTo>
                  <a:close/>
                  <a:moveTo>
                    <a:pt x="4309" y="61297"/>
                  </a:moveTo>
                  <a:cubicBezTo>
                    <a:pt x="4188" y="61297"/>
                    <a:pt x="4075" y="61374"/>
                    <a:pt x="4036" y="61495"/>
                  </a:cubicBezTo>
                  <a:cubicBezTo>
                    <a:pt x="3853" y="62045"/>
                    <a:pt x="3676" y="62598"/>
                    <a:pt x="3504" y="63150"/>
                  </a:cubicBezTo>
                  <a:cubicBezTo>
                    <a:pt x="3459" y="63303"/>
                    <a:pt x="3543" y="63464"/>
                    <a:pt x="3695" y="63510"/>
                  </a:cubicBezTo>
                  <a:cubicBezTo>
                    <a:pt x="3723" y="63519"/>
                    <a:pt x="3751" y="63524"/>
                    <a:pt x="3780" y="63524"/>
                  </a:cubicBezTo>
                  <a:cubicBezTo>
                    <a:pt x="3906" y="63524"/>
                    <a:pt x="4018" y="63442"/>
                    <a:pt x="4055" y="63321"/>
                  </a:cubicBezTo>
                  <a:cubicBezTo>
                    <a:pt x="4225" y="62771"/>
                    <a:pt x="4402" y="62223"/>
                    <a:pt x="4583" y="61676"/>
                  </a:cubicBezTo>
                  <a:cubicBezTo>
                    <a:pt x="4632" y="61525"/>
                    <a:pt x="4550" y="61362"/>
                    <a:pt x="4399" y="61312"/>
                  </a:cubicBezTo>
                  <a:cubicBezTo>
                    <a:pt x="4369" y="61302"/>
                    <a:pt x="4339" y="61297"/>
                    <a:pt x="4309" y="61297"/>
                  </a:cubicBezTo>
                  <a:close/>
                  <a:moveTo>
                    <a:pt x="174942" y="64555"/>
                  </a:moveTo>
                  <a:cubicBezTo>
                    <a:pt x="174916" y="64555"/>
                    <a:pt x="174889" y="64558"/>
                    <a:pt x="174862" y="64566"/>
                  </a:cubicBezTo>
                  <a:cubicBezTo>
                    <a:pt x="174708" y="64610"/>
                    <a:pt x="174620" y="64773"/>
                    <a:pt x="174667" y="64927"/>
                  </a:cubicBezTo>
                  <a:cubicBezTo>
                    <a:pt x="174826" y="65481"/>
                    <a:pt x="174981" y="66035"/>
                    <a:pt x="175130" y="66592"/>
                  </a:cubicBezTo>
                  <a:cubicBezTo>
                    <a:pt x="175165" y="66718"/>
                    <a:pt x="175279" y="66805"/>
                    <a:pt x="175408" y="66805"/>
                  </a:cubicBezTo>
                  <a:cubicBezTo>
                    <a:pt x="175598" y="66805"/>
                    <a:pt x="175736" y="66625"/>
                    <a:pt x="175688" y="66443"/>
                  </a:cubicBezTo>
                  <a:cubicBezTo>
                    <a:pt x="175538" y="65883"/>
                    <a:pt x="175382" y="65324"/>
                    <a:pt x="175221" y="64767"/>
                  </a:cubicBezTo>
                  <a:cubicBezTo>
                    <a:pt x="175186" y="64639"/>
                    <a:pt x="175069" y="64555"/>
                    <a:pt x="174942" y="64555"/>
                  </a:cubicBezTo>
                  <a:close/>
                  <a:moveTo>
                    <a:pt x="3281" y="64611"/>
                  </a:moveTo>
                  <a:cubicBezTo>
                    <a:pt x="3157" y="64611"/>
                    <a:pt x="3043" y="64691"/>
                    <a:pt x="3005" y="64815"/>
                  </a:cubicBezTo>
                  <a:cubicBezTo>
                    <a:pt x="2845" y="65373"/>
                    <a:pt x="2690" y="65931"/>
                    <a:pt x="2541" y="66491"/>
                  </a:cubicBezTo>
                  <a:cubicBezTo>
                    <a:pt x="2500" y="66644"/>
                    <a:pt x="2592" y="66803"/>
                    <a:pt x="2745" y="66844"/>
                  </a:cubicBezTo>
                  <a:cubicBezTo>
                    <a:pt x="2769" y="66850"/>
                    <a:pt x="2794" y="66853"/>
                    <a:pt x="2819" y="66853"/>
                  </a:cubicBezTo>
                  <a:cubicBezTo>
                    <a:pt x="2950" y="66853"/>
                    <a:pt x="3063" y="66766"/>
                    <a:pt x="3097" y="66640"/>
                  </a:cubicBezTo>
                  <a:cubicBezTo>
                    <a:pt x="3245" y="66083"/>
                    <a:pt x="3400" y="65528"/>
                    <a:pt x="3560" y="64976"/>
                  </a:cubicBezTo>
                  <a:cubicBezTo>
                    <a:pt x="3602" y="64824"/>
                    <a:pt x="3513" y="64665"/>
                    <a:pt x="3362" y="64622"/>
                  </a:cubicBezTo>
                  <a:cubicBezTo>
                    <a:pt x="3335" y="64614"/>
                    <a:pt x="3307" y="64611"/>
                    <a:pt x="3281" y="64611"/>
                  </a:cubicBezTo>
                  <a:close/>
                  <a:moveTo>
                    <a:pt x="175845" y="67906"/>
                  </a:moveTo>
                  <a:cubicBezTo>
                    <a:pt x="175821" y="67906"/>
                    <a:pt x="175796" y="67909"/>
                    <a:pt x="175772" y="67916"/>
                  </a:cubicBezTo>
                  <a:cubicBezTo>
                    <a:pt x="175618" y="67953"/>
                    <a:pt x="175523" y="68110"/>
                    <a:pt x="175562" y="68264"/>
                  </a:cubicBezTo>
                  <a:cubicBezTo>
                    <a:pt x="175700" y="68823"/>
                    <a:pt x="175833" y="69384"/>
                    <a:pt x="175960" y="69945"/>
                  </a:cubicBezTo>
                  <a:cubicBezTo>
                    <a:pt x="175990" y="70076"/>
                    <a:pt x="176106" y="70170"/>
                    <a:pt x="176241" y="70170"/>
                  </a:cubicBezTo>
                  <a:cubicBezTo>
                    <a:pt x="176425" y="70170"/>
                    <a:pt x="176562" y="69998"/>
                    <a:pt x="176521" y="69818"/>
                  </a:cubicBezTo>
                  <a:cubicBezTo>
                    <a:pt x="176393" y="69252"/>
                    <a:pt x="176260" y="68688"/>
                    <a:pt x="176121" y="68126"/>
                  </a:cubicBezTo>
                  <a:cubicBezTo>
                    <a:pt x="176090" y="67995"/>
                    <a:pt x="175974" y="67906"/>
                    <a:pt x="175845" y="67906"/>
                  </a:cubicBezTo>
                  <a:close/>
                  <a:moveTo>
                    <a:pt x="2390" y="67951"/>
                  </a:moveTo>
                  <a:cubicBezTo>
                    <a:pt x="2259" y="67951"/>
                    <a:pt x="2140" y="68041"/>
                    <a:pt x="2109" y="68175"/>
                  </a:cubicBezTo>
                  <a:cubicBezTo>
                    <a:pt x="1970" y="68737"/>
                    <a:pt x="1837" y="69301"/>
                    <a:pt x="1709" y="69866"/>
                  </a:cubicBezTo>
                  <a:cubicBezTo>
                    <a:pt x="1668" y="70047"/>
                    <a:pt x="1806" y="70219"/>
                    <a:pt x="1991" y="70219"/>
                  </a:cubicBezTo>
                  <a:cubicBezTo>
                    <a:pt x="2125" y="70218"/>
                    <a:pt x="2241" y="70125"/>
                    <a:pt x="2271" y="69993"/>
                  </a:cubicBezTo>
                  <a:cubicBezTo>
                    <a:pt x="2398" y="69432"/>
                    <a:pt x="2530" y="68872"/>
                    <a:pt x="2668" y="68313"/>
                  </a:cubicBezTo>
                  <a:cubicBezTo>
                    <a:pt x="2709" y="68157"/>
                    <a:pt x="2614" y="67997"/>
                    <a:pt x="2458" y="67959"/>
                  </a:cubicBezTo>
                  <a:cubicBezTo>
                    <a:pt x="2435" y="67953"/>
                    <a:pt x="2412" y="67951"/>
                    <a:pt x="2390" y="67951"/>
                  </a:cubicBezTo>
                  <a:close/>
                  <a:moveTo>
                    <a:pt x="176608" y="71289"/>
                  </a:moveTo>
                  <a:cubicBezTo>
                    <a:pt x="176588" y="71289"/>
                    <a:pt x="176569" y="71291"/>
                    <a:pt x="176549" y="71295"/>
                  </a:cubicBezTo>
                  <a:cubicBezTo>
                    <a:pt x="176393" y="71326"/>
                    <a:pt x="176292" y="71478"/>
                    <a:pt x="176325" y="71634"/>
                  </a:cubicBezTo>
                  <a:cubicBezTo>
                    <a:pt x="176441" y="72199"/>
                    <a:pt x="176551" y="72764"/>
                    <a:pt x="176657" y="73330"/>
                  </a:cubicBezTo>
                  <a:cubicBezTo>
                    <a:pt x="176683" y="73467"/>
                    <a:pt x="176801" y="73565"/>
                    <a:pt x="176940" y="73566"/>
                  </a:cubicBezTo>
                  <a:cubicBezTo>
                    <a:pt x="176958" y="73565"/>
                    <a:pt x="176976" y="73564"/>
                    <a:pt x="176994" y="73562"/>
                  </a:cubicBezTo>
                  <a:cubicBezTo>
                    <a:pt x="177150" y="73532"/>
                    <a:pt x="177253" y="73382"/>
                    <a:pt x="177223" y="73225"/>
                  </a:cubicBezTo>
                  <a:cubicBezTo>
                    <a:pt x="177117" y="72655"/>
                    <a:pt x="177006" y="72086"/>
                    <a:pt x="176888" y="71519"/>
                  </a:cubicBezTo>
                  <a:cubicBezTo>
                    <a:pt x="176861" y="71383"/>
                    <a:pt x="176741" y="71289"/>
                    <a:pt x="176608" y="71289"/>
                  </a:cubicBezTo>
                  <a:close/>
                  <a:moveTo>
                    <a:pt x="1625" y="71335"/>
                  </a:moveTo>
                  <a:cubicBezTo>
                    <a:pt x="1492" y="71335"/>
                    <a:pt x="1371" y="71428"/>
                    <a:pt x="1343" y="71565"/>
                  </a:cubicBezTo>
                  <a:cubicBezTo>
                    <a:pt x="1227" y="72132"/>
                    <a:pt x="1115" y="72702"/>
                    <a:pt x="1011" y="73271"/>
                  </a:cubicBezTo>
                  <a:cubicBezTo>
                    <a:pt x="981" y="73427"/>
                    <a:pt x="1085" y="73578"/>
                    <a:pt x="1241" y="73607"/>
                  </a:cubicBezTo>
                  <a:cubicBezTo>
                    <a:pt x="1259" y="73610"/>
                    <a:pt x="1276" y="73612"/>
                    <a:pt x="1294" y="73612"/>
                  </a:cubicBezTo>
                  <a:cubicBezTo>
                    <a:pt x="1433" y="73612"/>
                    <a:pt x="1552" y="73512"/>
                    <a:pt x="1577" y="73376"/>
                  </a:cubicBezTo>
                  <a:cubicBezTo>
                    <a:pt x="1682" y="72810"/>
                    <a:pt x="1792" y="72245"/>
                    <a:pt x="1907" y="71681"/>
                  </a:cubicBezTo>
                  <a:cubicBezTo>
                    <a:pt x="1939" y="71525"/>
                    <a:pt x="1838" y="71373"/>
                    <a:pt x="1682" y="71340"/>
                  </a:cubicBezTo>
                  <a:cubicBezTo>
                    <a:pt x="1663" y="71336"/>
                    <a:pt x="1644" y="71335"/>
                    <a:pt x="1625" y="71335"/>
                  </a:cubicBezTo>
                  <a:close/>
                  <a:moveTo>
                    <a:pt x="177241" y="74696"/>
                  </a:moveTo>
                  <a:cubicBezTo>
                    <a:pt x="177225" y="74696"/>
                    <a:pt x="177209" y="74697"/>
                    <a:pt x="177193" y="74700"/>
                  </a:cubicBezTo>
                  <a:cubicBezTo>
                    <a:pt x="177036" y="74726"/>
                    <a:pt x="176930" y="74875"/>
                    <a:pt x="176957" y="75032"/>
                  </a:cubicBezTo>
                  <a:cubicBezTo>
                    <a:pt x="177051" y="75600"/>
                    <a:pt x="177140" y="76169"/>
                    <a:pt x="177223" y="76739"/>
                  </a:cubicBezTo>
                  <a:cubicBezTo>
                    <a:pt x="177243" y="76881"/>
                    <a:pt x="177364" y="76985"/>
                    <a:pt x="177507" y="76985"/>
                  </a:cubicBezTo>
                  <a:cubicBezTo>
                    <a:pt x="177522" y="76985"/>
                    <a:pt x="177536" y="76984"/>
                    <a:pt x="177549" y="76982"/>
                  </a:cubicBezTo>
                  <a:cubicBezTo>
                    <a:pt x="177708" y="76958"/>
                    <a:pt x="177815" y="76813"/>
                    <a:pt x="177794" y="76655"/>
                  </a:cubicBezTo>
                  <a:cubicBezTo>
                    <a:pt x="177710" y="76082"/>
                    <a:pt x="177620" y="75508"/>
                    <a:pt x="177525" y="74936"/>
                  </a:cubicBezTo>
                  <a:cubicBezTo>
                    <a:pt x="177502" y="74796"/>
                    <a:pt x="177379" y="74696"/>
                    <a:pt x="177241" y="74696"/>
                  </a:cubicBezTo>
                  <a:close/>
                  <a:moveTo>
                    <a:pt x="997" y="74743"/>
                  </a:moveTo>
                  <a:cubicBezTo>
                    <a:pt x="858" y="74743"/>
                    <a:pt x="736" y="74843"/>
                    <a:pt x="712" y="74984"/>
                  </a:cubicBezTo>
                  <a:cubicBezTo>
                    <a:pt x="650" y="75363"/>
                    <a:pt x="590" y="75742"/>
                    <a:pt x="532" y="76122"/>
                  </a:cubicBezTo>
                  <a:lnTo>
                    <a:pt x="447" y="76703"/>
                  </a:lnTo>
                  <a:cubicBezTo>
                    <a:pt x="424" y="76861"/>
                    <a:pt x="533" y="77006"/>
                    <a:pt x="690" y="77029"/>
                  </a:cubicBezTo>
                  <a:cubicBezTo>
                    <a:pt x="705" y="77032"/>
                    <a:pt x="718" y="77033"/>
                    <a:pt x="732" y="77033"/>
                  </a:cubicBezTo>
                  <a:cubicBezTo>
                    <a:pt x="875" y="77033"/>
                    <a:pt x="998" y="76927"/>
                    <a:pt x="1018" y="76786"/>
                  </a:cubicBezTo>
                  <a:lnTo>
                    <a:pt x="1103" y="76209"/>
                  </a:lnTo>
                  <a:cubicBezTo>
                    <a:pt x="1159" y="75831"/>
                    <a:pt x="1219" y="75454"/>
                    <a:pt x="1281" y="75078"/>
                  </a:cubicBezTo>
                  <a:cubicBezTo>
                    <a:pt x="1307" y="74921"/>
                    <a:pt x="1200" y="74773"/>
                    <a:pt x="1043" y="74747"/>
                  </a:cubicBezTo>
                  <a:cubicBezTo>
                    <a:pt x="1027" y="74744"/>
                    <a:pt x="1012" y="74743"/>
                    <a:pt x="997" y="74743"/>
                  </a:cubicBezTo>
                  <a:close/>
                  <a:moveTo>
                    <a:pt x="177742" y="78132"/>
                  </a:moveTo>
                  <a:cubicBezTo>
                    <a:pt x="177730" y="78132"/>
                    <a:pt x="177718" y="78132"/>
                    <a:pt x="177706" y="78134"/>
                  </a:cubicBezTo>
                  <a:cubicBezTo>
                    <a:pt x="177550" y="78154"/>
                    <a:pt x="177439" y="78295"/>
                    <a:pt x="177456" y="78451"/>
                  </a:cubicBezTo>
                  <a:cubicBezTo>
                    <a:pt x="177528" y="79022"/>
                    <a:pt x="177594" y="79594"/>
                    <a:pt x="177655" y="80167"/>
                  </a:cubicBezTo>
                  <a:cubicBezTo>
                    <a:pt x="177670" y="80313"/>
                    <a:pt x="177793" y="80424"/>
                    <a:pt x="177940" y="80425"/>
                  </a:cubicBezTo>
                  <a:cubicBezTo>
                    <a:pt x="177951" y="80425"/>
                    <a:pt x="177961" y="80424"/>
                    <a:pt x="177971" y="80422"/>
                  </a:cubicBezTo>
                  <a:cubicBezTo>
                    <a:pt x="178130" y="80406"/>
                    <a:pt x="178244" y="80264"/>
                    <a:pt x="178227" y="80106"/>
                  </a:cubicBezTo>
                  <a:cubicBezTo>
                    <a:pt x="178166" y="79530"/>
                    <a:pt x="178100" y="78954"/>
                    <a:pt x="178028" y="78379"/>
                  </a:cubicBezTo>
                  <a:cubicBezTo>
                    <a:pt x="178007" y="78235"/>
                    <a:pt x="177884" y="78132"/>
                    <a:pt x="177742" y="78132"/>
                  </a:cubicBezTo>
                  <a:close/>
                  <a:moveTo>
                    <a:pt x="501" y="78180"/>
                  </a:moveTo>
                  <a:cubicBezTo>
                    <a:pt x="360" y="78180"/>
                    <a:pt x="237" y="78283"/>
                    <a:pt x="215" y="78427"/>
                  </a:cubicBezTo>
                  <a:cubicBezTo>
                    <a:pt x="145" y="79001"/>
                    <a:pt x="79" y="79577"/>
                    <a:pt x="19" y="80154"/>
                  </a:cubicBezTo>
                  <a:cubicBezTo>
                    <a:pt x="1" y="80312"/>
                    <a:pt x="116" y="80455"/>
                    <a:pt x="274" y="80470"/>
                  </a:cubicBezTo>
                  <a:cubicBezTo>
                    <a:pt x="285" y="80472"/>
                    <a:pt x="295" y="80473"/>
                    <a:pt x="304" y="80473"/>
                  </a:cubicBezTo>
                  <a:cubicBezTo>
                    <a:pt x="452" y="80473"/>
                    <a:pt x="575" y="80361"/>
                    <a:pt x="591" y="80215"/>
                  </a:cubicBezTo>
                  <a:cubicBezTo>
                    <a:pt x="651" y="79642"/>
                    <a:pt x="717" y="79069"/>
                    <a:pt x="788" y="78497"/>
                  </a:cubicBezTo>
                  <a:cubicBezTo>
                    <a:pt x="804" y="78341"/>
                    <a:pt x="693" y="78201"/>
                    <a:pt x="537" y="78182"/>
                  </a:cubicBezTo>
                  <a:cubicBezTo>
                    <a:pt x="525" y="78180"/>
                    <a:pt x="513" y="78180"/>
                    <a:pt x="501" y="78180"/>
                  </a:cubicBezTo>
                  <a:close/>
                </a:path>
              </a:pathLst>
            </a:custGeom>
            <a:solidFill>
              <a:schemeClr val="accent1"/>
            </a:solidFill>
            <a:ln>
              <a:solidFill>
                <a:schemeClr val="tx2">
                  <a:lumMod val="50000"/>
                </a:schemeClr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Google Shape;3887;p64">
              <a:extLst>
                <a:ext uri="{FF2B5EF4-FFF2-40B4-BE49-F238E27FC236}">
                  <a16:creationId xmlns:a16="http://schemas.microsoft.com/office/drawing/2014/main" id="{37135EAB-2D35-C7A5-0169-163E21249C5E}"/>
                </a:ext>
              </a:extLst>
            </p:cNvPr>
            <p:cNvSpPr/>
            <p:nvPr/>
          </p:nvSpPr>
          <p:spPr>
            <a:xfrm>
              <a:off x="1526800" y="2928150"/>
              <a:ext cx="16750" cy="35925"/>
            </a:xfrm>
            <a:custGeom>
              <a:avLst/>
              <a:gdLst/>
              <a:ahLst/>
              <a:cxnLst/>
              <a:rect l="l" t="t" r="r" b="b"/>
              <a:pathLst>
                <a:path w="670" h="1437" extrusionOk="0">
                  <a:moveTo>
                    <a:pt x="370" y="0"/>
                  </a:moveTo>
                  <a:cubicBezTo>
                    <a:pt x="215" y="0"/>
                    <a:pt x="94" y="113"/>
                    <a:pt x="82" y="264"/>
                  </a:cubicBezTo>
                  <a:cubicBezTo>
                    <a:pt x="58" y="552"/>
                    <a:pt x="34" y="840"/>
                    <a:pt x="12" y="1127"/>
                  </a:cubicBezTo>
                  <a:cubicBezTo>
                    <a:pt x="0" y="1287"/>
                    <a:pt x="119" y="1425"/>
                    <a:pt x="279" y="1437"/>
                  </a:cubicBezTo>
                  <a:lnTo>
                    <a:pt x="300" y="1437"/>
                  </a:lnTo>
                  <a:cubicBezTo>
                    <a:pt x="450" y="1437"/>
                    <a:pt x="575" y="1322"/>
                    <a:pt x="587" y="1172"/>
                  </a:cubicBezTo>
                  <a:cubicBezTo>
                    <a:pt x="608" y="885"/>
                    <a:pt x="631" y="598"/>
                    <a:pt x="655" y="313"/>
                  </a:cubicBezTo>
                  <a:cubicBezTo>
                    <a:pt x="670" y="155"/>
                    <a:pt x="552" y="14"/>
                    <a:pt x="394" y="1"/>
                  </a:cubicBezTo>
                  <a:cubicBezTo>
                    <a:pt x="386" y="1"/>
                    <a:pt x="378" y="0"/>
                    <a:pt x="37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solidFill>
                <a:schemeClr val="tx2">
                  <a:lumMod val="50000"/>
                </a:schemeClr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Google Shape;3888;p64">
              <a:extLst>
                <a:ext uri="{FF2B5EF4-FFF2-40B4-BE49-F238E27FC236}">
                  <a16:creationId xmlns:a16="http://schemas.microsoft.com/office/drawing/2014/main" id="{97E25B85-EF9C-E14C-0A77-3C891D302430}"/>
                </a:ext>
              </a:extLst>
            </p:cNvPr>
            <p:cNvSpPr/>
            <p:nvPr/>
          </p:nvSpPr>
          <p:spPr>
            <a:xfrm>
              <a:off x="1772350" y="2060100"/>
              <a:ext cx="387300" cy="519325"/>
            </a:xfrm>
            <a:custGeom>
              <a:avLst/>
              <a:gdLst/>
              <a:ahLst/>
              <a:cxnLst/>
              <a:rect l="l" t="t" r="r" b="b"/>
              <a:pathLst>
                <a:path w="15492" h="20773" extrusionOk="0">
                  <a:moveTo>
                    <a:pt x="1" y="0"/>
                  </a:moveTo>
                  <a:lnTo>
                    <a:pt x="10386" y="20772"/>
                  </a:lnTo>
                  <a:lnTo>
                    <a:pt x="15491" y="0"/>
                  </a:lnTo>
                  <a:close/>
                </a:path>
              </a:pathLst>
            </a:custGeom>
            <a:solidFill>
              <a:schemeClr val="accent1"/>
            </a:solidFill>
            <a:ln>
              <a:solidFill>
                <a:schemeClr val="tx2">
                  <a:lumMod val="50000"/>
                </a:schemeClr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Google Shape;3889;p64">
              <a:extLst>
                <a:ext uri="{FF2B5EF4-FFF2-40B4-BE49-F238E27FC236}">
                  <a16:creationId xmlns:a16="http://schemas.microsoft.com/office/drawing/2014/main" id="{DFDDEB89-709E-F097-1DBB-9A5561C8CD9F}"/>
                </a:ext>
              </a:extLst>
            </p:cNvPr>
            <p:cNvSpPr/>
            <p:nvPr/>
          </p:nvSpPr>
          <p:spPr>
            <a:xfrm>
              <a:off x="1763500" y="2052900"/>
              <a:ext cx="404250" cy="533725"/>
            </a:xfrm>
            <a:custGeom>
              <a:avLst/>
              <a:gdLst/>
              <a:ahLst/>
              <a:cxnLst/>
              <a:rect l="l" t="t" r="r" b="b"/>
              <a:pathLst>
                <a:path w="16170" h="21349" extrusionOk="0">
                  <a:moveTo>
                    <a:pt x="15478" y="576"/>
                  </a:moveTo>
                  <a:lnTo>
                    <a:pt x="10647" y="20232"/>
                  </a:lnTo>
                  <a:lnTo>
                    <a:pt x="820" y="576"/>
                  </a:lnTo>
                  <a:close/>
                  <a:moveTo>
                    <a:pt x="355" y="1"/>
                  </a:moveTo>
                  <a:cubicBezTo>
                    <a:pt x="140" y="1"/>
                    <a:pt x="1" y="226"/>
                    <a:pt x="97" y="417"/>
                  </a:cubicBezTo>
                  <a:lnTo>
                    <a:pt x="10483" y="21190"/>
                  </a:lnTo>
                  <a:cubicBezTo>
                    <a:pt x="10532" y="21287"/>
                    <a:pt x="10631" y="21348"/>
                    <a:pt x="10740" y="21348"/>
                  </a:cubicBezTo>
                  <a:cubicBezTo>
                    <a:pt x="10750" y="21348"/>
                    <a:pt x="10762" y="21348"/>
                    <a:pt x="10773" y="21347"/>
                  </a:cubicBezTo>
                  <a:cubicBezTo>
                    <a:pt x="10893" y="21334"/>
                    <a:pt x="10991" y="21246"/>
                    <a:pt x="11020" y="21129"/>
                  </a:cubicBezTo>
                  <a:lnTo>
                    <a:pt x="16125" y="357"/>
                  </a:lnTo>
                  <a:cubicBezTo>
                    <a:pt x="16169" y="176"/>
                    <a:pt x="16032" y="1"/>
                    <a:pt x="1584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solidFill>
                <a:schemeClr val="tx2">
                  <a:lumMod val="50000"/>
                </a:schemeClr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Google Shape;3890;p64">
              <a:extLst>
                <a:ext uri="{FF2B5EF4-FFF2-40B4-BE49-F238E27FC236}">
                  <a16:creationId xmlns:a16="http://schemas.microsoft.com/office/drawing/2014/main" id="{3E0557D6-9692-3154-B0C5-E9F70F18D25C}"/>
                </a:ext>
              </a:extLst>
            </p:cNvPr>
            <p:cNvSpPr/>
            <p:nvPr/>
          </p:nvSpPr>
          <p:spPr>
            <a:xfrm>
              <a:off x="1813950" y="2079800"/>
              <a:ext cx="246475" cy="499625"/>
            </a:xfrm>
            <a:custGeom>
              <a:avLst/>
              <a:gdLst/>
              <a:ahLst/>
              <a:cxnLst/>
              <a:rect l="l" t="t" r="r" b="b"/>
              <a:pathLst>
                <a:path w="9859" h="19985" extrusionOk="0">
                  <a:moveTo>
                    <a:pt x="0" y="0"/>
                  </a:moveTo>
                  <a:lnTo>
                    <a:pt x="8722" y="19984"/>
                  </a:lnTo>
                  <a:lnTo>
                    <a:pt x="9858" y="0"/>
                  </a:lnTo>
                  <a:close/>
                </a:path>
              </a:pathLst>
            </a:custGeom>
            <a:solidFill>
              <a:schemeClr val="accent2"/>
            </a:solidFill>
            <a:ln>
              <a:solidFill>
                <a:schemeClr val="tx2">
                  <a:lumMod val="50000"/>
                </a:schemeClr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" name="Google Shape;3891;p64">
              <a:extLst>
                <a:ext uri="{FF2B5EF4-FFF2-40B4-BE49-F238E27FC236}">
                  <a16:creationId xmlns:a16="http://schemas.microsoft.com/office/drawing/2014/main" id="{8B19BC12-A17A-824A-38F6-F214861ADD2C}"/>
                </a:ext>
              </a:extLst>
            </p:cNvPr>
            <p:cNvSpPr/>
            <p:nvPr/>
          </p:nvSpPr>
          <p:spPr>
            <a:xfrm>
              <a:off x="1805275" y="2072600"/>
              <a:ext cx="262550" cy="514025"/>
            </a:xfrm>
            <a:custGeom>
              <a:avLst/>
              <a:gdLst/>
              <a:ahLst/>
              <a:cxnLst/>
              <a:rect l="l" t="t" r="r" b="b"/>
              <a:pathLst>
                <a:path w="10502" h="20561" extrusionOk="0">
                  <a:moveTo>
                    <a:pt x="9899" y="576"/>
                  </a:moveTo>
                  <a:lnTo>
                    <a:pt x="8850" y="19050"/>
                  </a:lnTo>
                  <a:lnTo>
                    <a:pt x="787" y="576"/>
                  </a:lnTo>
                  <a:close/>
                  <a:moveTo>
                    <a:pt x="345" y="1"/>
                  </a:moveTo>
                  <a:cubicBezTo>
                    <a:pt x="139" y="1"/>
                    <a:pt x="1" y="213"/>
                    <a:pt x="83" y="404"/>
                  </a:cubicBezTo>
                  <a:lnTo>
                    <a:pt x="8804" y="20388"/>
                  </a:lnTo>
                  <a:cubicBezTo>
                    <a:pt x="8850" y="20492"/>
                    <a:pt x="8953" y="20560"/>
                    <a:pt x="9066" y="20560"/>
                  </a:cubicBezTo>
                  <a:cubicBezTo>
                    <a:pt x="9067" y="20560"/>
                    <a:pt x="9068" y="20560"/>
                    <a:pt x="9069" y="20560"/>
                  </a:cubicBezTo>
                  <a:cubicBezTo>
                    <a:pt x="9086" y="20560"/>
                    <a:pt x="9103" y="20559"/>
                    <a:pt x="9120" y="20557"/>
                  </a:cubicBezTo>
                  <a:cubicBezTo>
                    <a:pt x="9252" y="20533"/>
                    <a:pt x="9349" y="20422"/>
                    <a:pt x="9357" y="20289"/>
                  </a:cubicBezTo>
                  <a:lnTo>
                    <a:pt x="10493" y="304"/>
                  </a:lnTo>
                  <a:cubicBezTo>
                    <a:pt x="10502" y="140"/>
                    <a:pt x="10371" y="1"/>
                    <a:pt x="10205" y="1"/>
                  </a:cubicBezTo>
                  <a:lnTo>
                    <a:pt x="347" y="1"/>
                  </a:lnTo>
                  <a:cubicBezTo>
                    <a:pt x="347" y="1"/>
                    <a:pt x="346" y="1"/>
                    <a:pt x="34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solidFill>
                <a:schemeClr val="tx2">
                  <a:lumMod val="50000"/>
                </a:schemeClr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" name="Google Shape;3892;p64">
              <a:extLst>
                <a:ext uri="{FF2B5EF4-FFF2-40B4-BE49-F238E27FC236}">
                  <a16:creationId xmlns:a16="http://schemas.microsoft.com/office/drawing/2014/main" id="{DCB6DB3C-4E22-8D4E-223C-EEF57F401480}"/>
                </a:ext>
              </a:extLst>
            </p:cNvPr>
            <p:cNvSpPr/>
            <p:nvPr/>
          </p:nvSpPr>
          <p:spPr>
            <a:xfrm>
              <a:off x="1759225" y="2040900"/>
              <a:ext cx="272800" cy="538525"/>
            </a:xfrm>
            <a:custGeom>
              <a:avLst/>
              <a:gdLst/>
              <a:ahLst/>
              <a:cxnLst/>
              <a:rect l="l" t="t" r="r" b="b"/>
              <a:pathLst>
                <a:path w="10912" h="21541" extrusionOk="0">
                  <a:moveTo>
                    <a:pt x="0" y="1"/>
                  </a:moveTo>
                  <a:lnTo>
                    <a:pt x="10911" y="21540"/>
                  </a:lnTo>
                  <a:lnTo>
                    <a:pt x="9858" y="1"/>
                  </a:lnTo>
                  <a:close/>
                </a:path>
              </a:pathLst>
            </a:custGeom>
            <a:solidFill>
              <a:schemeClr val="accent2"/>
            </a:solidFill>
            <a:ln>
              <a:solidFill>
                <a:schemeClr val="tx2">
                  <a:lumMod val="50000"/>
                </a:schemeClr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" name="Google Shape;3893;p64">
              <a:extLst>
                <a:ext uri="{FF2B5EF4-FFF2-40B4-BE49-F238E27FC236}">
                  <a16:creationId xmlns:a16="http://schemas.microsoft.com/office/drawing/2014/main" id="{329C4CBA-E5DE-73CB-3EB8-8A50B36C629E}"/>
                </a:ext>
              </a:extLst>
            </p:cNvPr>
            <p:cNvSpPr/>
            <p:nvPr/>
          </p:nvSpPr>
          <p:spPr>
            <a:xfrm>
              <a:off x="1750375" y="2033700"/>
              <a:ext cx="289025" cy="552925"/>
            </a:xfrm>
            <a:custGeom>
              <a:avLst/>
              <a:gdLst/>
              <a:ahLst/>
              <a:cxnLst/>
              <a:rect l="l" t="t" r="r" b="b"/>
              <a:pathLst>
                <a:path w="11561" h="22117" extrusionOk="0">
                  <a:moveTo>
                    <a:pt x="9936" y="578"/>
                  </a:moveTo>
                  <a:lnTo>
                    <a:pt x="10912" y="20493"/>
                  </a:lnTo>
                  <a:lnTo>
                    <a:pt x="823" y="578"/>
                  </a:lnTo>
                  <a:close/>
                  <a:moveTo>
                    <a:pt x="354" y="1"/>
                  </a:moveTo>
                  <a:cubicBezTo>
                    <a:pt x="139" y="1"/>
                    <a:pt x="0" y="228"/>
                    <a:pt x="97" y="419"/>
                  </a:cubicBezTo>
                  <a:lnTo>
                    <a:pt x="11009" y="21959"/>
                  </a:lnTo>
                  <a:cubicBezTo>
                    <a:pt x="11057" y="22055"/>
                    <a:pt x="11156" y="22116"/>
                    <a:pt x="11265" y="22116"/>
                  </a:cubicBezTo>
                  <a:cubicBezTo>
                    <a:pt x="11430" y="22116"/>
                    <a:pt x="11561" y="21979"/>
                    <a:pt x="11553" y="21815"/>
                  </a:cubicBezTo>
                  <a:lnTo>
                    <a:pt x="10500" y="276"/>
                  </a:lnTo>
                  <a:cubicBezTo>
                    <a:pt x="10492" y="122"/>
                    <a:pt x="10366" y="1"/>
                    <a:pt x="1021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solidFill>
                <a:schemeClr val="tx2">
                  <a:lumMod val="50000"/>
                </a:schemeClr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" name="Google Shape;3894;p64">
              <a:extLst>
                <a:ext uri="{FF2B5EF4-FFF2-40B4-BE49-F238E27FC236}">
                  <a16:creationId xmlns:a16="http://schemas.microsoft.com/office/drawing/2014/main" id="{7AB1FDB6-131A-C3FA-466E-433AEC6EF859}"/>
                </a:ext>
              </a:extLst>
            </p:cNvPr>
            <p:cNvSpPr/>
            <p:nvPr/>
          </p:nvSpPr>
          <p:spPr>
            <a:xfrm>
              <a:off x="1173825" y="1944100"/>
              <a:ext cx="858200" cy="635325"/>
            </a:xfrm>
            <a:custGeom>
              <a:avLst/>
              <a:gdLst/>
              <a:ahLst/>
              <a:cxnLst/>
              <a:rect l="l" t="t" r="r" b="b"/>
              <a:pathLst>
                <a:path w="34328" h="25413" extrusionOk="0">
                  <a:moveTo>
                    <a:pt x="1" y="1"/>
                  </a:moveTo>
                  <a:lnTo>
                    <a:pt x="6279" y="25412"/>
                  </a:lnTo>
                  <a:lnTo>
                    <a:pt x="34327" y="25412"/>
                  </a:lnTo>
                  <a:lnTo>
                    <a:pt x="29880" y="2880"/>
                  </a:lnTo>
                  <a:lnTo>
                    <a:pt x="15923" y="2880"/>
                  </a:lnTo>
                  <a:lnTo>
                    <a:pt x="13379" y="1"/>
                  </a:lnTo>
                  <a:close/>
                </a:path>
              </a:pathLst>
            </a:custGeom>
            <a:solidFill>
              <a:schemeClr val="accent1"/>
            </a:solidFill>
            <a:ln>
              <a:solidFill>
                <a:schemeClr val="tx2">
                  <a:lumMod val="50000"/>
                </a:schemeClr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" name="Google Shape;3895;p64">
              <a:extLst>
                <a:ext uri="{FF2B5EF4-FFF2-40B4-BE49-F238E27FC236}">
                  <a16:creationId xmlns:a16="http://schemas.microsoft.com/office/drawing/2014/main" id="{C4B35D6B-D6FC-A9BA-FBEE-7415EF393390}"/>
                </a:ext>
              </a:extLst>
            </p:cNvPr>
            <p:cNvSpPr/>
            <p:nvPr/>
          </p:nvSpPr>
          <p:spPr>
            <a:xfrm>
              <a:off x="1165700" y="1936875"/>
              <a:ext cx="874250" cy="649750"/>
            </a:xfrm>
            <a:custGeom>
              <a:avLst/>
              <a:gdLst/>
              <a:ahLst/>
              <a:cxnLst/>
              <a:rect l="l" t="t" r="r" b="b"/>
              <a:pathLst>
                <a:path w="34970" h="25990" extrusionOk="0">
                  <a:moveTo>
                    <a:pt x="13573" y="578"/>
                  </a:moveTo>
                  <a:lnTo>
                    <a:pt x="16032" y="3361"/>
                  </a:lnTo>
                  <a:cubicBezTo>
                    <a:pt x="16088" y="3422"/>
                    <a:pt x="16165" y="3458"/>
                    <a:pt x="16248" y="3458"/>
                  </a:cubicBezTo>
                  <a:lnTo>
                    <a:pt x="29969" y="3458"/>
                  </a:lnTo>
                  <a:lnTo>
                    <a:pt x="34302" y="25413"/>
                  </a:lnTo>
                  <a:lnTo>
                    <a:pt x="6829" y="25413"/>
                  </a:lnTo>
                  <a:lnTo>
                    <a:pt x="694" y="578"/>
                  </a:lnTo>
                  <a:close/>
                  <a:moveTo>
                    <a:pt x="326" y="1"/>
                  </a:moveTo>
                  <a:cubicBezTo>
                    <a:pt x="139" y="1"/>
                    <a:pt x="1" y="177"/>
                    <a:pt x="46" y="358"/>
                  </a:cubicBezTo>
                  <a:lnTo>
                    <a:pt x="6324" y="25772"/>
                  </a:lnTo>
                  <a:cubicBezTo>
                    <a:pt x="6355" y="25899"/>
                    <a:pt x="6470" y="25989"/>
                    <a:pt x="6604" y="25989"/>
                  </a:cubicBezTo>
                  <a:lnTo>
                    <a:pt x="34651" y="25989"/>
                  </a:lnTo>
                  <a:cubicBezTo>
                    <a:pt x="34832" y="25989"/>
                    <a:pt x="34969" y="25824"/>
                    <a:pt x="34934" y="25645"/>
                  </a:cubicBezTo>
                  <a:lnTo>
                    <a:pt x="30487" y="3113"/>
                  </a:lnTo>
                  <a:cubicBezTo>
                    <a:pt x="30460" y="2978"/>
                    <a:pt x="30342" y="2881"/>
                    <a:pt x="30205" y="2881"/>
                  </a:cubicBezTo>
                  <a:lnTo>
                    <a:pt x="16379" y="2881"/>
                  </a:lnTo>
                  <a:lnTo>
                    <a:pt x="13920" y="98"/>
                  </a:lnTo>
                  <a:cubicBezTo>
                    <a:pt x="13865" y="37"/>
                    <a:pt x="13787" y="1"/>
                    <a:pt x="1370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solidFill>
                <a:schemeClr val="tx2">
                  <a:lumMod val="50000"/>
                </a:schemeClr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" name="Google Shape;3896;p64">
              <a:extLst>
                <a:ext uri="{FF2B5EF4-FFF2-40B4-BE49-F238E27FC236}">
                  <a16:creationId xmlns:a16="http://schemas.microsoft.com/office/drawing/2014/main" id="{397757AC-D680-3CA5-3224-41C2044E4FB5}"/>
                </a:ext>
              </a:extLst>
            </p:cNvPr>
            <p:cNvSpPr/>
            <p:nvPr/>
          </p:nvSpPr>
          <p:spPr>
            <a:xfrm>
              <a:off x="1888075" y="1032825"/>
              <a:ext cx="941125" cy="557025"/>
            </a:xfrm>
            <a:custGeom>
              <a:avLst/>
              <a:gdLst/>
              <a:ahLst/>
              <a:cxnLst/>
              <a:rect l="l" t="t" r="r" b="b"/>
              <a:pathLst>
                <a:path w="37645" h="22281" extrusionOk="0">
                  <a:moveTo>
                    <a:pt x="55" y="1"/>
                  </a:moveTo>
                  <a:cubicBezTo>
                    <a:pt x="25" y="1"/>
                    <a:pt x="0" y="26"/>
                    <a:pt x="0" y="56"/>
                  </a:cubicBezTo>
                  <a:lnTo>
                    <a:pt x="0" y="22225"/>
                  </a:lnTo>
                  <a:cubicBezTo>
                    <a:pt x="0" y="22257"/>
                    <a:pt x="25" y="22281"/>
                    <a:pt x="55" y="22281"/>
                  </a:cubicBezTo>
                  <a:lnTo>
                    <a:pt x="37591" y="22281"/>
                  </a:lnTo>
                  <a:cubicBezTo>
                    <a:pt x="37621" y="22281"/>
                    <a:pt x="37645" y="22257"/>
                    <a:pt x="37645" y="22225"/>
                  </a:cubicBezTo>
                  <a:lnTo>
                    <a:pt x="37645" y="56"/>
                  </a:lnTo>
                  <a:cubicBezTo>
                    <a:pt x="37645" y="26"/>
                    <a:pt x="37621" y="1"/>
                    <a:pt x="3759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solidFill>
                <a:schemeClr val="tx2">
                  <a:lumMod val="50000"/>
                </a:schemeClr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" name="Google Shape;3897;p64">
              <a:extLst>
                <a:ext uri="{FF2B5EF4-FFF2-40B4-BE49-F238E27FC236}">
                  <a16:creationId xmlns:a16="http://schemas.microsoft.com/office/drawing/2014/main" id="{0B2B3B2C-C9FD-FBA1-D457-675E279AE965}"/>
                </a:ext>
              </a:extLst>
            </p:cNvPr>
            <p:cNvSpPr/>
            <p:nvPr/>
          </p:nvSpPr>
          <p:spPr>
            <a:xfrm>
              <a:off x="1880875" y="1025625"/>
              <a:ext cx="955550" cy="571450"/>
            </a:xfrm>
            <a:custGeom>
              <a:avLst/>
              <a:gdLst/>
              <a:ahLst/>
              <a:cxnLst/>
              <a:rect l="l" t="t" r="r" b="b"/>
              <a:pathLst>
                <a:path w="38222" h="22858" extrusionOk="0">
                  <a:moveTo>
                    <a:pt x="35820" y="578"/>
                  </a:moveTo>
                  <a:cubicBezTo>
                    <a:pt x="36828" y="579"/>
                    <a:pt x="37644" y="1395"/>
                    <a:pt x="37645" y="2402"/>
                  </a:cubicBezTo>
                  <a:lnTo>
                    <a:pt x="37645" y="20456"/>
                  </a:lnTo>
                  <a:cubicBezTo>
                    <a:pt x="37644" y="21464"/>
                    <a:pt x="36828" y="22279"/>
                    <a:pt x="35820" y="22281"/>
                  </a:cubicBezTo>
                  <a:lnTo>
                    <a:pt x="2400" y="22281"/>
                  </a:lnTo>
                  <a:cubicBezTo>
                    <a:pt x="1394" y="22279"/>
                    <a:pt x="577" y="21464"/>
                    <a:pt x="576" y="20456"/>
                  </a:cubicBezTo>
                  <a:lnTo>
                    <a:pt x="576" y="2402"/>
                  </a:lnTo>
                  <a:cubicBezTo>
                    <a:pt x="577" y="1395"/>
                    <a:pt x="1394" y="579"/>
                    <a:pt x="2400" y="578"/>
                  </a:cubicBezTo>
                  <a:close/>
                  <a:moveTo>
                    <a:pt x="2400" y="1"/>
                  </a:moveTo>
                  <a:cubicBezTo>
                    <a:pt x="1077" y="1"/>
                    <a:pt x="0" y="1078"/>
                    <a:pt x="0" y="2402"/>
                  </a:cubicBezTo>
                  <a:lnTo>
                    <a:pt x="0" y="20456"/>
                  </a:lnTo>
                  <a:cubicBezTo>
                    <a:pt x="0" y="21780"/>
                    <a:pt x="1077" y="22858"/>
                    <a:pt x="2400" y="22858"/>
                  </a:cubicBezTo>
                  <a:lnTo>
                    <a:pt x="35820" y="22858"/>
                  </a:lnTo>
                  <a:cubicBezTo>
                    <a:pt x="37145" y="22858"/>
                    <a:pt x="38222" y="21780"/>
                    <a:pt x="38222" y="20456"/>
                  </a:cubicBezTo>
                  <a:lnTo>
                    <a:pt x="38222" y="2402"/>
                  </a:lnTo>
                  <a:cubicBezTo>
                    <a:pt x="38222" y="1078"/>
                    <a:pt x="37145" y="1"/>
                    <a:pt x="3582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solidFill>
                <a:schemeClr val="tx2">
                  <a:lumMod val="50000"/>
                </a:schemeClr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" name="Google Shape;3898;p64">
              <a:extLst>
                <a:ext uri="{FF2B5EF4-FFF2-40B4-BE49-F238E27FC236}">
                  <a16:creationId xmlns:a16="http://schemas.microsoft.com/office/drawing/2014/main" id="{8908CBAE-C4FA-6D1A-3AE4-279005ECB985}"/>
                </a:ext>
              </a:extLst>
            </p:cNvPr>
            <p:cNvSpPr/>
            <p:nvPr/>
          </p:nvSpPr>
          <p:spPr>
            <a:xfrm>
              <a:off x="1888075" y="1138475"/>
              <a:ext cx="941125" cy="201700"/>
            </a:xfrm>
            <a:custGeom>
              <a:avLst/>
              <a:gdLst/>
              <a:ahLst/>
              <a:cxnLst/>
              <a:rect l="l" t="t" r="r" b="b"/>
              <a:pathLst>
                <a:path w="37645" h="8068" extrusionOk="0">
                  <a:moveTo>
                    <a:pt x="0" y="0"/>
                  </a:moveTo>
                  <a:lnTo>
                    <a:pt x="0" y="8068"/>
                  </a:lnTo>
                  <a:lnTo>
                    <a:pt x="37645" y="8068"/>
                  </a:lnTo>
                  <a:lnTo>
                    <a:pt x="37645" y="0"/>
                  </a:lnTo>
                  <a:close/>
                </a:path>
              </a:pathLst>
            </a:custGeom>
            <a:solidFill>
              <a:schemeClr val="accent2"/>
            </a:solidFill>
            <a:ln>
              <a:solidFill>
                <a:schemeClr val="tx2">
                  <a:lumMod val="50000"/>
                </a:schemeClr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" name="Google Shape;3899;p64">
              <a:extLst>
                <a:ext uri="{FF2B5EF4-FFF2-40B4-BE49-F238E27FC236}">
                  <a16:creationId xmlns:a16="http://schemas.microsoft.com/office/drawing/2014/main" id="{3C018088-8C3D-480C-352A-05DE112BE214}"/>
                </a:ext>
              </a:extLst>
            </p:cNvPr>
            <p:cNvSpPr/>
            <p:nvPr/>
          </p:nvSpPr>
          <p:spPr>
            <a:xfrm>
              <a:off x="1880875" y="1131300"/>
              <a:ext cx="955550" cy="216075"/>
            </a:xfrm>
            <a:custGeom>
              <a:avLst/>
              <a:gdLst/>
              <a:ahLst/>
              <a:cxnLst/>
              <a:rect l="l" t="t" r="r" b="b"/>
              <a:pathLst>
                <a:path w="38222" h="8643" extrusionOk="0">
                  <a:moveTo>
                    <a:pt x="37645" y="575"/>
                  </a:moveTo>
                  <a:lnTo>
                    <a:pt x="37645" y="8066"/>
                  </a:lnTo>
                  <a:lnTo>
                    <a:pt x="576" y="8066"/>
                  </a:lnTo>
                  <a:lnTo>
                    <a:pt x="576" y="575"/>
                  </a:lnTo>
                  <a:close/>
                  <a:moveTo>
                    <a:pt x="286" y="1"/>
                  </a:moveTo>
                  <a:cubicBezTo>
                    <a:pt x="127" y="1"/>
                    <a:pt x="0" y="130"/>
                    <a:pt x="0" y="289"/>
                  </a:cubicBezTo>
                  <a:lnTo>
                    <a:pt x="0" y="8355"/>
                  </a:lnTo>
                  <a:cubicBezTo>
                    <a:pt x="0" y="8513"/>
                    <a:pt x="129" y="8643"/>
                    <a:pt x="288" y="8643"/>
                  </a:cubicBezTo>
                  <a:lnTo>
                    <a:pt x="37933" y="8643"/>
                  </a:lnTo>
                  <a:cubicBezTo>
                    <a:pt x="38092" y="8643"/>
                    <a:pt x="38222" y="8513"/>
                    <a:pt x="38222" y="8355"/>
                  </a:cubicBezTo>
                  <a:lnTo>
                    <a:pt x="38222" y="289"/>
                  </a:lnTo>
                  <a:cubicBezTo>
                    <a:pt x="38222" y="130"/>
                    <a:pt x="38093" y="1"/>
                    <a:pt x="37935" y="1"/>
                  </a:cubicBezTo>
                  <a:cubicBezTo>
                    <a:pt x="37934" y="1"/>
                    <a:pt x="37933" y="1"/>
                    <a:pt x="37933" y="1"/>
                  </a:cubicBezTo>
                  <a:lnTo>
                    <a:pt x="288" y="1"/>
                  </a:lnTo>
                  <a:cubicBezTo>
                    <a:pt x="287" y="1"/>
                    <a:pt x="287" y="1"/>
                    <a:pt x="28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solidFill>
                <a:schemeClr val="tx2">
                  <a:lumMod val="50000"/>
                </a:schemeClr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" name="Google Shape;3900;p64">
              <a:extLst>
                <a:ext uri="{FF2B5EF4-FFF2-40B4-BE49-F238E27FC236}">
                  <a16:creationId xmlns:a16="http://schemas.microsoft.com/office/drawing/2014/main" id="{810C6419-B27B-6E08-D8BE-F14E9EE61088}"/>
                </a:ext>
              </a:extLst>
            </p:cNvPr>
            <p:cNvSpPr/>
            <p:nvPr/>
          </p:nvSpPr>
          <p:spPr>
            <a:xfrm>
              <a:off x="2548725" y="1461550"/>
              <a:ext cx="81825" cy="78725"/>
            </a:xfrm>
            <a:custGeom>
              <a:avLst/>
              <a:gdLst/>
              <a:ahLst/>
              <a:cxnLst/>
              <a:rect l="l" t="t" r="r" b="b"/>
              <a:pathLst>
                <a:path w="3273" h="3149" extrusionOk="0">
                  <a:moveTo>
                    <a:pt x="1698" y="0"/>
                  </a:moveTo>
                  <a:cubicBezTo>
                    <a:pt x="1288" y="0"/>
                    <a:pt x="886" y="160"/>
                    <a:pt x="586" y="461"/>
                  </a:cubicBezTo>
                  <a:cubicBezTo>
                    <a:pt x="135" y="912"/>
                    <a:pt x="0" y="1588"/>
                    <a:pt x="244" y="2177"/>
                  </a:cubicBezTo>
                  <a:cubicBezTo>
                    <a:pt x="487" y="2765"/>
                    <a:pt x="1062" y="3149"/>
                    <a:pt x="1699" y="3149"/>
                  </a:cubicBezTo>
                  <a:cubicBezTo>
                    <a:pt x="2567" y="3149"/>
                    <a:pt x="3272" y="2444"/>
                    <a:pt x="3272" y="1575"/>
                  </a:cubicBezTo>
                  <a:cubicBezTo>
                    <a:pt x="3272" y="938"/>
                    <a:pt x="2888" y="364"/>
                    <a:pt x="2301" y="120"/>
                  </a:cubicBezTo>
                  <a:cubicBezTo>
                    <a:pt x="2106" y="40"/>
                    <a:pt x="1901" y="0"/>
                    <a:pt x="169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solidFill>
                <a:schemeClr val="tx2">
                  <a:lumMod val="50000"/>
                </a:schemeClr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" name="Google Shape;3901;p64">
              <a:extLst>
                <a:ext uri="{FF2B5EF4-FFF2-40B4-BE49-F238E27FC236}">
                  <a16:creationId xmlns:a16="http://schemas.microsoft.com/office/drawing/2014/main" id="{390A173F-D7EE-C97E-20DB-6F3FB20DEEB3}"/>
                </a:ext>
              </a:extLst>
            </p:cNvPr>
            <p:cNvSpPr/>
            <p:nvPr/>
          </p:nvSpPr>
          <p:spPr>
            <a:xfrm>
              <a:off x="2540950" y="1454350"/>
              <a:ext cx="96800" cy="93150"/>
            </a:xfrm>
            <a:custGeom>
              <a:avLst/>
              <a:gdLst/>
              <a:ahLst/>
              <a:cxnLst/>
              <a:rect l="l" t="t" r="r" b="b"/>
              <a:pathLst>
                <a:path w="3872" h="3726" extrusionOk="0">
                  <a:moveTo>
                    <a:pt x="2008" y="577"/>
                  </a:moveTo>
                  <a:cubicBezTo>
                    <a:pt x="2719" y="577"/>
                    <a:pt x="3294" y="1153"/>
                    <a:pt x="3295" y="1863"/>
                  </a:cubicBezTo>
                  <a:cubicBezTo>
                    <a:pt x="3295" y="2384"/>
                    <a:pt x="2982" y="2853"/>
                    <a:pt x="2501" y="3052"/>
                  </a:cubicBezTo>
                  <a:cubicBezTo>
                    <a:pt x="2342" y="3118"/>
                    <a:pt x="2174" y="3150"/>
                    <a:pt x="2008" y="3150"/>
                  </a:cubicBezTo>
                  <a:cubicBezTo>
                    <a:pt x="1674" y="3150"/>
                    <a:pt x="1345" y="3020"/>
                    <a:pt x="1099" y="2774"/>
                  </a:cubicBezTo>
                  <a:cubicBezTo>
                    <a:pt x="732" y="2405"/>
                    <a:pt x="622" y="1852"/>
                    <a:pt x="821" y="1371"/>
                  </a:cubicBezTo>
                  <a:cubicBezTo>
                    <a:pt x="1019" y="890"/>
                    <a:pt x="1488" y="577"/>
                    <a:pt x="2008" y="577"/>
                  </a:cubicBezTo>
                  <a:close/>
                  <a:moveTo>
                    <a:pt x="2009" y="0"/>
                  </a:moveTo>
                  <a:cubicBezTo>
                    <a:pt x="1525" y="0"/>
                    <a:pt x="1048" y="190"/>
                    <a:pt x="691" y="546"/>
                  </a:cubicBezTo>
                  <a:cubicBezTo>
                    <a:pt x="159" y="1079"/>
                    <a:pt x="1" y="1880"/>
                    <a:pt x="288" y="2576"/>
                  </a:cubicBezTo>
                  <a:cubicBezTo>
                    <a:pt x="576" y="3271"/>
                    <a:pt x="1255" y="3726"/>
                    <a:pt x="2008" y="3726"/>
                  </a:cubicBezTo>
                  <a:cubicBezTo>
                    <a:pt x="3038" y="3725"/>
                    <a:pt x="3871" y="2891"/>
                    <a:pt x="3871" y="1863"/>
                  </a:cubicBezTo>
                  <a:cubicBezTo>
                    <a:pt x="3871" y="1109"/>
                    <a:pt x="3418" y="430"/>
                    <a:pt x="2721" y="142"/>
                  </a:cubicBezTo>
                  <a:cubicBezTo>
                    <a:pt x="2491" y="47"/>
                    <a:pt x="2249" y="0"/>
                    <a:pt x="200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solidFill>
                <a:schemeClr val="tx2">
                  <a:lumMod val="50000"/>
                </a:schemeClr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" name="Google Shape;3902;p64">
              <a:extLst>
                <a:ext uri="{FF2B5EF4-FFF2-40B4-BE49-F238E27FC236}">
                  <a16:creationId xmlns:a16="http://schemas.microsoft.com/office/drawing/2014/main" id="{B418A995-01E9-7160-F0E8-FAA8E59EDBBF}"/>
                </a:ext>
              </a:extLst>
            </p:cNvPr>
            <p:cNvSpPr/>
            <p:nvPr/>
          </p:nvSpPr>
          <p:spPr>
            <a:xfrm>
              <a:off x="2658050" y="1461550"/>
              <a:ext cx="81850" cy="78725"/>
            </a:xfrm>
            <a:custGeom>
              <a:avLst/>
              <a:gdLst/>
              <a:ahLst/>
              <a:cxnLst/>
              <a:rect l="l" t="t" r="r" b="b"/>
              <a:pathLst>
                <a:path w="3274" h="3149" extrusionOk="0">
                  <a:moveTo>
                    <a:pt x="1699" y="0"/>
                  </a:moveTo>
                  <a:cubicBezTo>
                    <a:pt x="1289" y="0"/>
                    <a:pt x="887" y="160"/>
                    <a:pt x="586" y="461"/>
                  </a:cubicBezTo>
                  <a:cubicBezTo>
                    <a:pt x="136" y="912"/>
                    <a:pt x="0" y="1588"/>
                    <a:pt x="244" y="2177"/>
                  </a:cubicBezTo>
                  <a:cubicBezTo>
                    <a:pt x="489" y="2765"/>
                    <a:pt x="1062" y="3149"/>
                    <a:pt x="1699" y="3149"/>
                  </a:cubicBezTo>
                  <a:cubicBezTo>
                    <a:pt x="2568" y="3149"/>
                    <a:pt x="3274" y="2444"/>
                    <a:pt x="3274" y="1575"/>
                  </a:cubicBezTo>
                  <a:cubicBezTo>
                    <a:pt x="3274" y="938"/>
                    <a:pt x="2890" y="364"/>
                    <a:pt x="2301" y="120"/>
                  </a:cubicBezTo>
                  <a:cubicBezTo>
                    <a:pt x="2106" y="40"/>
                    <a:pt x="1902" y="0"/>
                    <a:pt x="1699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solidFill>
                <a:schemeClr val="tx2">
                  <a:lumMod val="50000"/>
                </a:schemeClr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" name="Google Shape;3903;p64">
              <a:extLst>
                <a:ext uri="{FF2B5EF4-FFF2-40B4-BE49-F238E27FC236}">
                  <a16:creationId xmlns:a16="http://schemas.microsoft.com/office/drawing/2014/main" id="{59675B68-17B2-F0DA-CA1F-9162F83B6CB0}"/>
                </a:ext>
              </a:extLst>
            </p:cNvPr>
            <p:cNvSpPr/>
            <p:nvPr/>
          </p:nvSpPr>
          <p:spPr>
            <a:xfrm>
              <a:off x="2650275" y="1454350"/>
              <a:ext cx="96825" cy="93150"/>
            </a:xfrm>
            <a:custGeom>
              <a:avLst/>
              <a:gdLst/>
              <a:ahLst/>
              <a:cxnLst/>
              <a:rect l="l" t="t" r="r" b="b"/>
              <a:pathLst>
                <a:path w="3873" h="3726" extrusionOk="0">
                  <a:moveTo>
                    <a:pt x="2010" y="577"/>
                  </a:moveTo>
                  <a:cubicBezTo>
                    <a:pt x="2720" y="577"/>
                    <a:pt x="3294" y="1153"/>
                    <a:pt x="3297" y="1863"/>
                  </a:cubicBezTo>
                  <a:cubicBezTo>
                    <a:pt x="3297" y="2383"/>
                    <a:pt x="2984" y="2853"/>
                    <a:pt x="2503" y="3052"/>
                  </a:cubicBezTo>
                  <a:cubicBezTo>
                    <a:pt x="2343" y="3118"/>
                    <a:pt x="2176" y="3150"/>
                    <a:pt x="2010" y="3150"/>
                  </a:cubicBezTo>
                  <a:cubicBezTo>
                    <a:pt x="1675" y="3150"/>
                    <a:pt x="1347" y="3020"/>
                    <a:pt x="1101" y="2774"/>
                  </a:cubicBezTo>
                  <a:cubicBezTo>
                    <a:pt x="732" y="2405"/>
                    <a:pt x="622" y="1852"/>
                    <a:pt x="821" y="1371"/>
                  </a:cubicBezTo>
                  <a:cubicBezTo>
                    <a:pt x="1020" y="890"/>
                    <a:pt x="1489" y="577"/>
                    <a:pt x="2010" y="577"/>
                  </a:cubicBezTo>
                  <a:close/>
                  <a:moveTo>
                    <a:pt x="2010" y="0"/>
                  </a:moveTo>
                  <a:cubicBezTo>
                    <a:pt x="1525" y="0"/>
                    <a:pt x="1049" y="190"/>
                    <a:pt x="693" y="546"/>
                  </a:cubicBezTo>
                  <a:cubicBezTo>
                    <a:pt x="160" y="1079"/>
                    <a:pt x="1" y="1880"/>
                    <a:pt x="289" y="2576"/>
                  </a:cubicBezTo>
                  <a:cubicBezTo>
                    <a:pt x="578" y="3273"/>
                    <a:pt x="1257" y="3726"/>
                    <a:pt x="2010" y="3726"/>
                  </a:cubicBezTo>
                  <a:cubicBezTo>
                    <a:pt x="3038" y="3725"/>
                    <a:pt x="3871" y="2891"/>
                    <a:pt x="3873" y="1863"/>
                  </a:cubicBezTo>
                  <a:cubicBezTo>
                    <a:pt x="3871" y="1109"/>
                    <a:pt x="3418" y="430"/>
                    <a:pt x="2722" y="142"/>
                  </a:cubicBezTo>
                  <a:cubicBezTo>
                    <a:pt x="2492" y="47"/>
                    <a:pt x="2250" y="0"/>
                    <a:pt x="201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solidFill>
                <a:schemeClr val="tx2">
                  <a:lumMod val="50000"/>
                </a:schemeClr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" name="Google Shape;3904;p64">
              <a:extLst>
                <a:ext uri="{FF2B5EF4-FFF2-40B4-BE49-F238E27FC236}">
                  <a16:creationId xmlns:a16="http://schemas.microsoft.com/office/drawing/2014/main" id="{54B82F97-DAC7-502A-4BCD-B886EAA125E5}"/>
                </a:ext>
              </a:extLst>
            </p:cNvPr>
            <p:cNvSpPr/>
            <p:nvPr/>
          </p:nvSpPr>
          <p:spPr>
            <a:xfrm>
              <a:off x="3330175" y="659725"/>
              <a:ext cx="1007825" cy="653450"/>
            </a:xfrm>
            <a:custGeom>
              <a:avLst/>
              <a:gdLst/>
              <a:ahLst/>
              <a:cxnLst/>
              <a:rect l="l" t="t" r="r" b="b"/>
              <a:pathLst>
                <a:path w="40313" h="26138" extrusionOk="0">
                  <a:moveTo>
                    <a:pt x="1" y="0"/>
                  </a:moveTo>
                  <a:lnTo>
                    <a:pt x="1" y="26137"/>
                  </a:lnTo>
                  <a:lnTo>
                    <a:pt x="40313" y="26137"/>
                  </a:lnTo>
                  <a:lnTo>
                    <a:pt x="40313" y="0"/>
                  </a:lnTo>
                  <a:close/>
                </a:path>
              </a:pathLst>
            </a:custGeom>
            <a:solidFill>
              <a:schemeClr val="accent2"/>
            </a:solidFill>
            <a:ln>
              <a:solidFill>
                <a:schemeClr val="tx2">
                  <a:lumMod val="50000"/>
                </a:schemeClr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" name="Google Shape;3905;p64">
              <a:extLst>
                <a:ext uri="{FF2B5EF4-FFF2-40B4-BE49-F238E27FC236}">
                  <a16:creationId xmlns:a16="http://schemas.microsoft.com/office/drawing/2014/main" id="{7CB6D8A0-1EA1-8CBF-0D77-1FD65CEDCB06}"/>
                </a:ext>
              </a:extLst>
            </p:cNvPr>
            <p:cNvSpPr/>
            <p:nvPr/>
          </p:nvSpPr>
          <p:spPr>
            <a:xfrm>
              <a:off x="3322950" y="652525"/>
              <a:ext cx="1022250" cy="667850"/>
            </a:xfrm>
            <a:custGeom>
              <a:avLst/>
              <a:gdLst/>
              <a:ahLst/>
              <a:cxnLst/>
              <a:rect l="l" t="t" r="r" b="b"/>
              <a:pathLst>
                <a:path w="40890" h="26714" extrusionOk="0">
                  <a:moveTo>
                    <a:pt x="40313" y="576"/>
                  </a:moveTo>
                  <a:lnTo>
                    <a:pt x="40313" y="26137"/>
                  </a:lnTo>
                  <a:lnTo>
                    <a:pt x="578" y="26137"/>
                  </a:lnTo>
                  <a:lnTo>
                    <a:pt x="578" y="576"/>
                  </a:lnTo>
                  <a:close/>
                  <a:moveTo>
                    <a:pt x="290" y="0"/>
                  </a:moveTo>
                  <a:cubicBezTo>
                    <a:pt x="130" y="0"/>
                    <a:pt x="1" y="130"/>
                    <a:pt x="1" y="288"/>
                  </a:cubicBezTo>
                  <a:lnTo>
                    <a:pt x="1" y="26425"/>
                  </a:lnTo>
                  <a:cubicBezTo>
                    <a:pt x="1" y="26584"/>
                    <a:pt x="130" y="26713"/>
                    <a:pt x="290" y="26713"/>
                  </a:cubicBezTo>
                  <a:lnTo>
                    <a:pt x="40601" y="26713"/>
                  </a:lnTo>
                  <a:cubicBezTo>
                    <a:pt x="40760" y="26713"/>
                    <a:pt x="40890" y="26584"/>
                    <a:pt x="40890" y="26425"/>
                  </a:cubicBezTo>
                  <a:lnTo>
                    <a:pt x="40890" y="288"/>
                  </a:lnTo>
                  <a:cubicBezTo>
                    <a:pt x="40890" y="130"/>
                    <a:pt x="40760" y="0"/>
                    <a:pt x="4060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solidFill>
                <a:schemeClr val="tx2">
                  <a:lumMod val="50000"/>
                </a:schemeClr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" name="Google Shape;3906;p64">
              <a:extLst>
                <a:ext uri="{FF2B5EF4-FFF2-40B4-BE49-F238E27FC236}">
                  <a16:creationId xmlns:a16="http://schemas.microsoft.com/office/drawing/2014/main" id="{E8F93255-7728-E1C0-B87A-082A3BCB9990}"/>
                </a:ext>
              </a:extLst>
            </p:cNvPr>
            <p:cNvSpPr/>
            <p:nvPr/>
          </p:nvSpPr>
          <p:spPr>
            <a:xfrm>
              <a:off x="3379200" y="701150"/>
              <a:ext cx="912950" cy="565175"/>
            </a:xfrm>
            <a:custGeom>
              <a:avLst/>
              <a:gdLst/>
              <a:ahLst/>
              <a:cxnLst/>
              <a:rect l="l" t="t" r="r" b="b"/>
              <a:pathLst>
                <a:path w="36518" h="22607" extrusionOk="0">
                  <a:moveTo>
                    <a:pt x="1" y="1"/>
                  </a:moveTo>
                  <a:lnTo>
                    <a:pt x="1" y="22607"/>
                  </a:lnTo>
                  <a:lnTo>
                    <a:pt x="36518" y="22607"/>
                  </a:lnTo>
                  <a:lnTo>
                    <a:pt x="365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solidFill>
                <a:schemeClr val="tx2">
                  <a:lumMod val="50000"/>
                </a:schemeClr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" name="Google Shape;3907;p64">
              <a:extLst>
                <a:ext uri="{FF2B5EF4-FFF2-40B4-BE49-F238E27FC236}">
                  <a16:creationId xmlns:a16="http://schemas.microsoft.com/office/drawing/2014/main" id="{DADD20E9-4C57-AADE-DC51-B7A20822B72D}"/>
                </a:ext>
              </a:extLst>
            </p:cNvPr>
            <p:cNvSpPr/>
            <p:nvPr/>
          </p:nvSpPr>
          <p:spPr>
            <a:xfrm>
              <a:off x="3372050" y="693950"/>
              <a:ext cx="927300" cy="579575"/>
            </a:xfrm>
            <a:custGeom>
              <a:avLst/>
              <a:gdLst/>
              <a:ahLst/>
              <a:cxnLst/>
              <a:rect l="l" t="t" r="r" b="b"/>
              <a:pathLst>
                <a:path w="37092" h="23183" extrusionOk="0">
                  <a:moveTo>
                    <a:pt x="36516" y="577"/>
                  </a:moveTo>
                  <a:lnTo>
                    <a:pt x="36516" y="22607"/>
                  </a:lnTo>
                  <a:lnTo>
                    <a:pt x="576" y="22607"/>
                  </a:lnTo>
                  <a:lnTo>
                    <a:pt x="576" y="577"/>
                  </a:lnTo>
                  <a:close/>
                  <a:moveTo>
                    <a:pt x="288" y="1"/>
                  </a:moveTo>
                  <a:cubicBezTo>
                    <a:pt x="129" y="1"/>
                    <a:pt x="0" y="129"/>
                    <a:pt x="0" y="289"/>
                  </a:cubicBezTo>
                  <a:lnTo>
                    <a:pt x="0" y="22895"/>
                  </a:lnTo>
                  <a:cubicBezTo>
                    <a:pt x="0" y="23053"/>
                    <a:pt x="129" y="23183"/>
                    <a:pt x="288" y="23183"/>
                  </a:cubicBezTo>
                  <a:lnTo>
                    <a:pt x="36804" y="23183"/>
                  </a:lnTo>
                  <a:cubicBezTo>
                    <a:pt x="36963" y="23183"/>
                    <a:pt x="37092" y="23053"/>
                    <a:pt x="37092" y="22895"/>
                  </a:cubicBezTo>
                  <a:lnTo>
                    <a:pt x="37092" y="289"/>
                  </a:lnTo>
                  <a:cubicBezTo>
                    <a:pt x="37092" y="129"/>
                    <a:pt x="36963" y="1"/>
                    <a:pt x="3680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solidFill>
                <a:schemeClr val="tx2">
                  <a:lumMod val="50000"/>
                </a:schemeClr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" name="Google Shape;3908;p64">
              <a:extLst>
                <a:ext uri="{FF2B5EF4-FFF2-40B4-BE49-F238E27FC236}">
                  <a16:creationId xmlns:a16="http://schemas.microsoft.com/office/drawing/2014/main" id="{2897D04F-1137-5A64-0BDC-F6EF4BC1E329}"/>
                </a:ext>
              </a:extLst>
            </p:cNvPr>
            <p:cNvSpPr/>
            <p:nvPr/>
          </p:nvSpPr>
          <p:spPr>
            <a:xfrm>
              <a:off x="3422700" y="927050"/>
              <a:ext cx="223600" cy="244550"/>
            </a:xfrm>
            <a:custGeom>
              <a:avLst/>
              <a:gdLst/>
              <a:ahLst/>
              <a:cxnLst/>
              <a:rect l="l" t="t" r="r" b="b"/>
              <a:pathLst>
                <a:path w="8944" h="9782" extrusionOk="0">
                  <a:moveTo>
                    <a:pt x="4472" y="0"/>
                  </a:moveTo>
                  <a:cubicBezTo>
                    <a:pt x="2002" y="0"/>
                    <a:pt x="0" y="4238"/>
                    <a:pt x="0" y="6708"/>
                  </a:cubicBezTo>
                  <a:cubicBezTo>
                    <a:pt x="0" y="9177"/>
                    <a:pt x="2002" y="9782"/>
                    <a:pt x="4472" y="9782"/>
                  </a:cubicBezTo>
                  <a:cubicBezTo>
                    <a:pt x="6941" y="9782"/>
                    <a:pt x="8943" y="9177"/>
                    <a:pt x="8943" y="6708"/>
                  </a:cubicBezTo>
                  <a:cubicBezTo>
                    <a:pt x="8943" y="4238"/>
                    <a:pt x="6941" y="0"/>
                    <a:pt x="447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solidFill>
                <a:schemeClr val="tx2">
                  <a:lumMod val="50000"/>
                </a:schemeClr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" name="Google Shape;3909;p64">
              <a:extLst>
                <a:ext uri="{FF2B5EF4-FFF2-40B4-BE49-F238E27FC236}">
                  <a16:creationId xmlns:a16="http://schemas.microsoft.com/office/drawing/2014/main" id="{812FB7F4-5AFB-2D0C-0FA9-05FB1ED2C674}"/>
                </a:ext>
              </a:extLst>
            </p:cNvPr>
            <p:cNvSpPr/>
            <p:nvPr/>
          </p:nvSpPr>
          <p:spPr>
            <a:xfrm>
              <a:off x="3415500" y="919850"/>
              <a:ext cx="238000" cy="258975"/>
            </a:xfrm>
            <a:custGeom>
              <a:avLst/>
              <a:gdLst/>
              <a:ahLst/>
              <a:cxnLst/>
              <a:rect l="l" t="t" r="r" b="b"/>
              <a:pathLst>
                <a:path w="9520" h="10359" extrusionOk="0">
                  <a:moveTo>
                    <a:pt x="4760" y="577"/>
                  </a:moveTo>
                  <a:cubicBezTo>
                    <a:pt x="6988" y="577"/>
                    <a:pt x="8943" y="4577"/>
                    <a:pt x="8943" y="6996"/>
                  </a:cubicBezTo>
                  <a:cubicBezTo>
                    <a:pt x="8943" y="8923"/>
                    <a:pt x="7653" y="9782"/>
                    <a:pt x="4760" y="9782"/>
                  </a:cubicBezTo>
                  <a:cubicBezTo>
                    <a:pt x="1867" y="9782"/>
                    <a:pt x="577" y="8923"/>
                    <a:pt x="577" y="6996"/>
                  </a:cubicBezTo>
                  <a:cubicBezTo>
                    <a:pt x="577" y="4577"/>
                    <a:pt x="2531" y="577"/>
                    <a:pt x="4760" y="577"/>
                  </a:cubicBezTo>
                  <a:close/>
                  <a:moveTo>
                    <a:pt x="4760" y="0"/>
                  </a:moveTo>
                  <a:cubicBezTo>
                    <a:pt x="2178" y="0"/>
                    <a:pt x="0" y="4297"/>
                    <a:pt x="0" y="6996"/>
                  </a:cubicBezTo>
                  <a:cubicBezTo>
                    <a:pt x="0" y="10359"/>
                    <a:pt x="3583" y="10359"/>
                    <a:pt x="4760" y="10359"/>
                  </a:cubicBezTo>
                  <a:cubicBezTo>
                    <a:pt x="5937" y="10359"/>
                    <a:pt x="9519" y="10359"/>
                    <a:pt x="9519" y="6996"/>
                  </a:cubicBezTo>
                  <a:cubicBezTo>
                    <a:pt x="9519" y="4298"/>
                    <a:pt x="7341" y="0"/>
                    <a:pt x="476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solidFill>
                <a:schemeClr val="tx2">
                  <a:lumMod val="50000"/>
                </a:schemeClr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" name="Google Shape;3910;p64">
              <a:extLst>
                <a:ext uri="{FF2B5EF4-FFF2-40B4-BE49-F238E27FC236}">
                  <a16:creationId xmlns:a16="http://schemas.microsoft.com/office/drawing/2014/main" id="{EC314690-E097-EBAE-500F-5D94AE22BC84}"/>
                </a:ext>
              </a:extLst>
            </p:cNvPr>
            <p:cNvSpPr/>
            <p:nvPr/>
          </p:nvSpPr>
          <p:spPr>
            <a:xfrm>
              <a:off x="3457625" y="794325"/>
              <a:ext cx="153725" cy="153725"/>
            </a:xfrm>
            <a:custGeom>
              <a:avLst/>
              <a:gdLst/>
              <a:ahLst/>
              <a:cxnLst/>
              <a:rect l="l" t="t" r="r" b="b"/>
              <a:pathLst>
                <a:path w="6149" h="6149" extrusionOk="0">
                  <a:moveTo>
                    <a:pt x="3075" y="0"/>
                  </a:moveTo>
                  <a:cubicBezTo>
                    <a:pt x="1376" y="0"/>
                    <a:pt x="0" y="1376"/>
                    <a:pt x="0" y="3075"/>
                  </a:cubicBezTo>
                  <a:cubicBezTo>
                    <a:pt x="0" y="4772"/>
                    <a:pt x="1376" y="6149"/>
                    <a:pt x="3075" y="6149"/>
                  </a:cubicBezTo>
                  <a:cubicBezTo>
                    <a:pt x="4773" y="6149"/>
                    <a:pt x="6149" y="4772"/>
                    <a:pt x="6149" y="3075"/>
                  </a:cubicBezTo>
                  <a:cubicBezTo>
                    <a:pt x="6149" y="1376"/>
                    <a:pt x="4773" y="0"/>
                    <a:pt x="307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solidFill>
                <a:schemeClr val="tx2">
                  <a:lumMod val="50000"/>
                </a:schemeClr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" name="Google Shape;3911;p64">
              <a:extLst>
                <a:ext uri="{FF2B5EF4-FFF2-40B4-BE49-F238E27FC236}">
                  <a16:creationId xmlns:a16="http://schemas.microsoft.com/office/drawing/2014/main" id="{D9605907-6544-515D-7829-73FFD2951AB9}"/>
                </a:ext>
              </a:extLst>
            </p:cNvPr>
            <p:cNvSpPr/>
            <p:nvPr/>
          </p:nvSpPr>
          <p:spPr>
            <a:xfrm>
              <a:off x="3450425" y="787100"/>
              <a:ext cx="168125" cy="168150"/>
            </a:xfrm>
            <a:custGeom>
              <a:avLst/>
              <a:gdLst/>
              <a:ahLst/>
              <a:cxnLst/>
              <a:rect l="l" t="t" r="r" b="b"/>
              <a:pathLst>
                <a:path w="6725" h="6726" extrusionOk="0">
                  <a:moveTo>
                    <a:pt x="3363" y="577"/>
                  </a:moveTo>
                  <a:cubicBezTo>
                    <a:pt x="4899" y="577"/>
                    <a:pt x="6149" y="1827"/>
                    <a:pt x="6149" y="3362"/>
                  </a:cubicBezTo>
                  <a:cubicBezTo>
                    <a:pt x="6149" y="4899"/>
                    <a:pt x="4899" y="6149"/>
                    <a:pt x="3363" y="6149"/>
                  </a:cubicBezTo>
                  <a:cubicBezTo>
                    <a:pt x="1826" y="6149"/>
                    <a:pt x="576" y="4899"/>
                    <a:pt x="576" y="3362"/>
                  </a:cubicBezTo>
                  <a:cubicBezTo>
                    <a:pt x="576" y="1827"/>
                    <a:pt x="1826" y="577"/>
                    <a:pt x="3363" y="577"/>
                  </a:cubicBezTo>
                  <a:close/>
                  <a:moveTo>
                    <a:pt x="3363" y="0"/>
                  </a:moveTo>
                  <a:cubicBezTo>
                    <a:pt x="1508" y="0"/>
                    <a:pt x="1" y="1509"/>
                    <a:pt x="1" y="3362"/>
                  </a:cubicBezTo>
                  <a:cubicBezTo>
                    <a:pt x="1" y="5217"/>
                    <a:pt x="1508" y="6726"/>
                    <a:pt x="3363" y="6726"/>
                  </a:cubicBezTo>
                  <a:cubicBezTo>
                    <a:pt x="5217" y="6726"/>
                    <a:pt x="6725" y="5217"/>
                    <a:pt x="6725" y="3362"/>
                  </a:cubicBezTo>
                  <a:cubicBezTo>
                    <a:pt x="6725" y="1509"/>
                    <a:pt x="5217" y="0"/>
                    <a:pt x="336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solidFill>
                <a:schemeClr val="tx2">
                  <a:lumMod val="50000"/>
                </a:schemeClr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" name="Google Shape;3912;p64">
              <a:extLst>
                <a:ext uri="{FF2B5EF4-FFF2-40B4-BE49-F238E27FC236}">
                  <a16:creationId xmlns:a16="http://schemas.microsoft.com/office/drawing/2014/main" id="{6E319C77-C87E-71C4-BD12-D9DBDF68048B}"/>
                </a:ext>
              </a:extLst>
            </p:cNvPr>
            <p:cNvSpPr/>
            <p:nvPr/>
          </p:nvSpPr>
          <p:spPr>
            <a:xfrm>
              <a:off x="3743650" y="794325"/>
              <a:ext cx="215150" cy="28800"/>
            </a:xfrm>
            <a:custGeom>
              <a:avLst/>
              <a:gdLst/>
              <a:ahLst/>
              <a:cxnLst/>
              <a:rect l="l" t="t" r="r" b="b"/>
              <a:pathLst>
                <a:path w="8606" h="1152" extrusionOk="0">
                  <a:moveTo>
                    <a:pt x="8031" y="0"/>
                  </a:moveTo>
                  <a:cubicBezTo>
                    <a:pt x="8030" y="0"/>
                    <a:pt x="8030" y="0"/>
                    <a:pt x="8029" y="0"/>
                  </a:cubicBezTo>
                  <a:lnTo>
                    <a:pt x="577" y="0"/>
                  </a:lnTo>
                  <a:cubicBezTo>
                    <a:pt x="259" y="0"/>
                    <a:pt x="1" y="258"/>
                    <a:pt x="1" y="576"/>
                  </a:cubicBezTo>
                  <a:cubicBezTo>
                    <a:pt x="1" y="894"/>
                    <a:pt x="259" y="1152"/>
                    <a:pt x="577" y="1152"/>
                  </a:cubicBezTo>
                  <a:lnTo>
                    <a:pt x="8029" y="1152"/>
                  </a:lnTo>
                  <a:cubicBezTo>
                    <a:pt x="8348" y="1152"/>
                    <a:pt x="8606" y="894"/>
                    <a:pt x="8606" y="576"/>
                  </a:cubicBezTo>
                  <a:cubicBezTo>
                    <a:pt x="8606" y="259"/>
                    <a:pt x="8349" y="0"/>
                    <a:pt x="803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solidFill>
                <a:schemeClr val="tx2">
                  <a:lumMod val="50000"/>
                </a:schemeClr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" name="Google Shape;3913;p64">
              <a:extLst>
                <a:ext uri="{FF2B5EF4-FFF2-40B4-BE49-F238E27FC236}">
                  <a16:creationId xmlns:a16="http://schemas.microsoft.com/office/drawing/2014/main" id="{AC277277-3BF5-8782-5033-E710F3BC1F65}"/>
                </a:ext>
              </a:extLst>
            </p:cNvPr>
            <p:cNvSpPr/>
            <p:nvPr/>
          </p:nvSpPr>
          <p:spPr>
            <a:xfrm>
              <a:off x="3743650" y="875050"/>
              <a:ext cx="215150" cy="28850"/>
            </a:xfrm>
            <a:custGeom>
              <a:avLst/>
              <a:gdLst/>
              <a:ahLst/>
              <a:cxnLst/>
              <a:rect l="l" t="t" r="r" b="b"/>
              <a:pathLst>
                <a:path w="8606" h="1154" extrusionOk="0">
                  <a:moveTo>
                    <a:pt x="577" y="0"/>
                  </a:moveTo>
                  <a:cubicBezTo>
                    <a:pt x="259" y="0"/>
                    <a:pt x="1" y="258"/>
                    <a:pt x="1" y="576"/>
                  </a:cubicBezTo>
                  <a:cubicBezTo>
                    <a:pt x="1" y="895"/>
                    <a:pt x="259" y="1153"/>
                    <a:pt x="577" y="1153"/>
                  </a:cubicBezTo>
                  <a:lnTo>
                    <a:pt x="8029" y="1153"/>
                  </a:lnTo>
                  <a:cubicBezTo>
                    <a:pt x="8348" y="1153"/>
                    <a:pt x="8606" y="895"/>
                    <a:pt x="8606" y="576"/>
                  </a:cubicBezTo>
                  <a:cubicBezTo>
                    <a:pt x="8606" y="258"/>
                    <a:pt x="8348" y="0"/>
                    <a:pt x="8029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solidFill>
                <a:schemeClr val="tx2">
                  <a:lumMod val="50000"/>
                </a:schemeClr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" name="Google Shape;3914;p64">
              <a:extLst>
                <a:ext uri="{FF2B5EF4-FFF2-40B4-BE49-F238E27FC236}">
                  <a16:creationId xmlns:a16="http://schemas.microsoft.com/office/drawing/2014/main" id="{5BDA4A71-42DC-7BE0-8097-CB4A149DB621}"/>
                </a:ext>
              </a:extLst>
            </p:cNvPr>
            <p:cNvSpPr/>
            <p:nvPr/>
          </p:nvSpPr>
          <p:spPr>
            <a:xfrm>
              <a:off x="3743650" y="1017875"/>
              <a:ext cx="463550" cy="28825"/>
            </a:xfrm>
            <a:custGeom>
              <a:avLst/>
              <a:gdLst/>
              <a:ahLst/>
              <a:cxnLst/>
              <a:rect l="l" t="t" r="r" b="b"/>
              <a:pathLst>
                <a:path w="18542" h="1153" extrusionOk="0">
                  <a:moveTo>
                    <a:pt x="577" y="0"/>
                  </a:moveTo>
                  <a:cubicBezTo>
                    <a:pt x="259" y="0"/>
                    <a:pt x="1" y="258"/>
                    <a:pt x="1" y="577"/>
                  </a:cubicBezTo>
                  <a:cubicBezTo>
                    <a:pt x="1" y="895"/>
                    <a:pt x="259" y="1153"/>
                    <a:pt x="577" y="1153"/>
                  </a:cubicBezTo>
                  <a:lnTo>
                    <a:pt x="17966" y="1153"/>
                  </a:lnTo>
                  <a:cubicBezTo>
                    <a:pt x="18284" y="1153"/>
                    <a:pt x="18542" y="895"/>
                    <a:pt x="18542" y="577"/>
                  </a:cubicBezTo>
                  <a:cubicBezTo>
                    <a:pt x="18542" y="258"/>
                    <a:pt x="18284" y="0"/>
                    <a:pt x="17966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solidFill>
                <a:schemeClr val="tx2">
                  <a:lumMod val="50000"/>
                </a:schemeClr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" name="Google Shape;3915;p64">
              <a:extLst>
                <a:ext uri="{FF2B5EF4-FFF2-40B4-BE49-F238E27FC236}">
                  <a16:creationId xmlns:a16="http://schemas.microsoft.com/office/drawing/2014/main" id="{4BEFB4CC-06B1-9BFC-36BB-40C4F7F12D7B}"/>
                </a:ext>
              </a:extLst>
            </p:cNvPr>
            <p:cNvSpPr/>
            <p:nvPr/>
          </p:nvSpPr>
          <p:spPr>
            <a:xfrm>
              <a:off x="3743650" y="1123450"/>
              <a:ext cx="463550" cy="28850"/>
            </a:xfrm>
            <a:custGeom>
              <a:avLst/>
              <a:gdLst/>
              <a:ahLst/>
              <a:cxnLst/>
              <a:rect l="l" t="t" r="r" b="b"/>
              <a:pathLst>
                <a:path w="18542" h="1154" extrusionOk="0">
                  <a:moveTo>
                    <a:pt x="577" y="1"/>
                  </a:moveTo>
                  <a:cubicBezTo>
                    <a:pt x="259" y="1"/>
                    <a:pt x="1" y="258"/>
                    <a:pt x="1" y="576"/>
                  </a:cubicBezTo>
                  <a:cubicBezTo>
                    <a:pt x="1" y="895"/>
                    <a:pt x="259" y="1153"/>
                    <a:pt x="577" y="1153"/>
                  </a:cubicBezTo>
                  <a:lnTo>
                    <a:pt x="17966" y="1153"/>
                  </a:lnTo>
                  <a:cubicBezTo>
                    <a:pt x="18284" y="1153"/>
                    <a:pt x="18542" y="895"/>
                    <a:pt x="18542" y="576"/>
                  </a:cubicBezTo>
                  <a:cubicBezTo>
                    <a:pt x="18542" y="258"/>
                    <a:pt x="18284" y="1"/>
                    <a:pt x="17966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solidFill>
                <a:schemeClr val="tx2">
                  <a:lumMod val="50000"/>
                </a:schemeClr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" name="Google Shape;3916;p64">
              <a:extLst>
                <a:ext uri="{FF2B5EF4-FFF2-40B4-BE49-F238E27FC236}">
                  <a16:creationId xmlns:a16="http://schemas.microsoft.com/office/drawing/2014/main" id="{DE71446F-B777-A58F-AAD7-FBDC0E49FC46}"/>
                </a:ext>
              </a:extLst>
            </p:cNvPr>
            <p:cNvSpPr/>
            <p:nvPr/>
          </p:nvSpPr>
          <p:spPr>
            <a:xfrm>
              <a:off x="4883650" y="1032825"/>
              <a:ext cx="917400" cy="558175"/>
            </a:xfrm>
            <a:custGeom>
              <a:avLst/>
              <a:gdLst/>
              <a:ahLst/>
              <a:cxnLst/>
              <a:rect l="l" t="t" r="r" b="b"/>
              <a:pathLst>
                <a:path w="36696" h="22327" extrusionOk="0">
                  <a:moveTo>
                    <a:pt x="88" y="1"/>
                  </a:moveTo>
                  <a:cubicBezTo>
                    <a:pt x="38" y="1"/>
                    <a:pt x="0" y="40"/>
                    <a:pt x="0" y="88"/>
                  </a:cubicBezTo>
                  <a:lnTo>
                    <a:pt x="0" y="22239"/>
                  </a:lnTo>
                  <a:cubicBezTo>
                    <a:pt x="0" y="22287"/>
                    <a:pt x="38" y="22326"/>
                    <a:pt x="88" y="22326"/>
                  </a:cubicBezTo>
                  <a:lnTo>
                    <a:pt x="36608" y="22326"/>
                  </a:lnTo>
                  <a:cubicBezTo>
                    <a:pt x="36656" y="22326"/>
                    <a:pt x="36696" y="22287"/>
                    <a:pt x="36696" y="22239"/>
                  </a:cubicBezTo>
                  <a:lnTo>
                    <a:pt x="36696" y="88"/>
                  </a:lnTo>
                  <a:cubicBezTo>
                    <a:pt x="36696" y="40"/>
                    <a:pt x="36656" y="1"/>
                    <a:pt x="3660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solidFill>
                <a:schemeClr val="tx2">
                  <a:lumMod val="50000"/>
                </a:schemeClr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" name="Google Shape;3917;p64">
              <a:extLst>
                <a:ext uri="{FF2B5EF4-FFF2-40B4-BE49-F238E27FC236}">
                  <a16:creationId xmlns:a16="http://schemas.microsoft.com/office/drawing/2014/main" id="{70DA13FC-6D45-B50C-FF8B-B96D099DA33D}"/>
                </a:ext>
              </a:extLst>
            </p:cNvPr>
            <p:cNvSpPr/>
            <p:nvPr/>
          </p:nvSpPr>
          <p:spPr>
            <a:xfrm>
              <a:off x="4869250" y="1018450"/>
              <a:ext cx="946225" cy="586925"/>
            </a:xfrm>
            <a:custGeom>
              <a:avLst/>
              <a:gdLst/>
              <a:ahLst/>
              <a:cxnLst/>
              <a:rect l="l" t="t" r="r" b="b"/>
              <a:pathLst>
                <a:path w="37849" h="23477" extrusionOk="0">
                  <a:moveTo>
                    <a:pt x="33913" y="1153"/>
                  </a:moveTo>
                  <a:cubicBezTo>
                    <a:pt x="35447" y="1153"/>
                    <a:pt x="36696" y="2400"/>
                    <a:pt x="36696" y="3934"/>
                  </a:cubicBezTo>
                  <a:lnTo>
                    <a:pt x="36696" y="19543"/>
                  </a:lnTo>
                  <a:cubicBezTo>
                    <a:pt x="36696" y="21077"/>
                    <a:pt x="35447" y="22325"/>
                    <a:pt x="33913" y="22325"/>
                  </a:cubicBezTo>
                  <a:lnTo>
                    <a:pt x="3933" y="22325"/>
                  </a:lnTo>
                  <a:cubicBezTo>
                    <a:pt x="2399" y="22325"/>
                    <a:pt x="1152" y="21077"/>
                    <a:pt x="1152" y="19543"/>
                  </a:cubicBezTo>
                  <a:lnTo>
                    <a:pt x="1152" y="3934"/>
                  </a:lnTo>
                  <a:cubicBezTo>
                    <a:pt x="1152" y="2400"/>
                    <a:pt x="2399" y="1153"/>
                    <a:pt x="3933" y="1153"/>
                  </a:cubicBezTo>
                  <a:close/>
                  <a:moveTo>
                    <a:pt x="3933" y="0"/>
                  </a:moveTo>
                  <a:cubicBezTo>
                    <a:pt x="1765" y="0"/>
                    <a:pt x="0" y="1765"/>
                    <a:pt x="0" y="3934"/>
                  </a:cubicBezTo>
                  <a:lnTo>
                    <a:pt x="0" y="19543"/>
                  </a:lnTo>
                  <a:cubicBezTo>
                    <a:pt x="0" y="21712"/>
                    <a:pt x="1765" y="23477"/>
                    <a:pt x="3933" y="23477"/>
                  </a:cubicBezTo>
                  <a:lnTo>
                    <a:pt x="33913" y="23477"/>
                  </a:lnTo>
                  <a:cubicBezTo>
                    <a:pt x="36083" y="23477"/>
                    <a:pt x="37849" y="21712"/>
                    <a:pt x="37849" y="19543"/>
                  </a:cubicBezTo>
                  <a:lnTo>
                    <a:pt x="37849" y="3934"/>
                  </a:lnTo>
                  <a:cubicBezTo>
                    <a:pt x="37849" y="1765"/>
                    <a:pt x="36083" y="0"/>
                    <a:pt x="3391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solidFill>
                <a:schemeClr val="tx2">
                  <a:lumMod val="50000"/>
                </a:schemeClr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" name="Google Shape;3918;p64">
              <a:extLst>
                <a:ext uri="{FF2B5EF4-FFF2-40B4-BE49-F238E27FC236}">
                  <a16:creationId xmlns:a16="http://schemas.microsoft.com/office/drawing/2014/main" id="{CFA070B1-4DB3-A0A4-D81A-C6DA8E6E9AA5}"/>
                </a:ext>
              </a:extLst>
            </p:cNvPr>
            <p:cNvSpPr/>
            <p:nvPr/>
          </p:nvSpPr>
          <p:spPr>
            <a:xfrm>
              <a:off x="4883650" y="1032825"/>
              <a:ext cx="917400" cy="275225"/>
            </a:xfrm>
            <a:custGeom>
              <a:avLst/>
              <a:gdLst/>
              <a:ahLst/>
              <a:cxnLst/>
              <a:rect l="l" t="t" r="r" b="b"/>
              <a:pathLst>
                <a:path w="36696" h="11009" extrusionOk="0">
                  <a:moveTo>
                    <a:pt x="1674" y="1"/>
                  </a:moveTo>
                  <a:cubicBezTo>
                    <a:pt x="750" y="1"/>
                    <a:pt x="0" y="751"/>
                    <a:pt x="0" y="1675"/>
                  </a:cubicBezTo>
                  <a:lnTo>
                    <a:pt x="0" y="2139"/>
                  </a:lnTo>
                  <a:lnTo>
                    <a:pt x="16574" y="10645"/>
                  </a:lnTo>
                  <a:cubicBezTo>
                    <a:pt x="17073" y="10888"/>
                    <a:pt x="17613" y="11009"/>
                    <a:pt x="18154" y="11009"/>
                  </a:cubicBezTo>
                  <a:cubicBezTo>
                    <a:pt x="18724" y="11009"/>
                    <a:pt x="19293" y="10874"/>
                    <a:pt x="19812" y="10605"/>
                  </a:cubicBezTo>
                  <a:lnTo>
                    <a:pt x="36696" y="2065"/>
                  </a:lnTo>
                  <a:lnTo>
                    <a:pt x="36696" y="1675"/>
                  </a:lnTo>
                  <a:cubicBezTo>
                    <a:pt x="36696" y="751"/>
                    <a:pt x="35946" y="1"/>
                    <a:pt x="35021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solidFill>
                <a:schemeClr val="tx2">
                  <a:lumMod val="50000"/>
                </a:schemeClr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" name="Google Shape;3919;p64">
              <a:extLst>
                <a:ext uri="{FF2B5EF4-FFF2-40B4-BE49-F238E27FC236}">
                  <a16:creationId xmlns:a16="http://schemas.microsoft.com/office/drawing/2014/main" id="{A9A5398C-3C28-62A7-F40F-BCE335DB93E1}"/>
                </a:ext>
              </a:extLst>
            </p:cNvPr>
            <p:cNvSpPr/>
            <p:nvPr/>
          </p:nvSpPr>
          <p:spPr>
            <a:xfrm>
              <a:off x="4869225" y="1018400"/>
              <a:ext cx="946225" cy="304000"/>
            </a:xfrm>
            <a:custGeom>
              <a:avLst/>
              <a:gdLst/>
              <a:ahLst/>
              <a:cxnLst/>
              <a:rect l="l" t="t" r="r" b="b"/>
              <a:pathLst>
                <a:path w="37849" h="12160" extrusionOk="0">
                  <a:moveTo>
                    <a:pt x="35598" y="1155"/>
                  </a:moveTo>
                  <a:cubicBezTo>
                    <a:pt x="36205" y="1155"/>
                    <a:pt x="36696" y="1647"/>
                    <a:pt x="36697" y="2252"/>
                  </a:cubicBezTo>
                  <a:lnTo>
                    <a:pt x="36697" y="2288"/>
                  </a:lnTo>
                  <a:lnTo>
                    <a:pt x="20130" y="10669"/>
                  </a:lnTo>
                  <a:cubicBezTo>
                    <a:pt x="20128" y="10669"/>
                    <a:pt x="20127" y="10670"/>
                    <a:pt x="20126" y="10671"/>
                  </a:cubicBezTo>
                  <a:cubicBezTo>
                    <a:pt x="19689" y="10897"/>
                    <a:pt x="19207" y="11010"/>
                    <a:pt x="18727" y="11010"/>
                  </a:cubicBezTo>
                  <a:cubicBezTo>
                    <a:pt x="18275" y="11010"/>
                    <a:pt x="17824" y="10910"/>
                    <a:pt x="17414" y="10710"/>
                  </a:cubicBezTo>
                  <a:lnTo>
                    <a:pt x="1153" y="2365"/>
                  </a:lnTo>
                  <a:lnTo>
                    <a:pt x="1153" y="2252"/>
                  </a:lnTo>
                  <a:cubicBezTo>
                    <a:pt x="1154" y="1647"/>
                    <a:pt x="1645" y="1155"/>
                    <a:pt x="2251" y="1155"/>
                  </a:cubicBezTo>
                  <a:close/>
                  <a:moveTo>
                    <a:pt x="2250" y="1"/>
                  </a:moveTo>
                  <a:cubicBezTo>
                    <a:pt x="1010" y="1"/>
                    <a:pt x="0" y="1011"/>
                    <a:pt x="0" y="2252"/>
                  </a:cubicBezTo>
                  <a:lnTo>
                    <a:pt x="0" y="2716"/>
                  </a:lnTo>
                  <a:cubicBezTo>
                    <a:pt x="0" y="2932"/>
                    <a:pt x="121" y="3130"/>
                    <a:pt x="313" y="3229"/>
                  </a:cubicBezTo>
                  <a:lnTo>
                    <a:pt x="16899" y="11740"/>
                  </a:lnTo>
                  <a:cubicBezTo>
                    <a:pt x="17466" y="12016"/>
                    <a:pt x="18091" y="12160"/>
                    <a:pt x="18723" y="12160"/>
                  </a:cubicBezTo>
                  <a:cubicBezTo>
                    <a:pt x="18725" y="12160"/>
                    <a:pt x="18728" y="12160"/>
                    <a:pt x="18731" y="12160"/>
                  </a:cubicBezTo>
                  <a:cubicBezTo>
                    <a:pt x="18733" y="12160"/>
                    <a:pt x="18736" y="12160"/>
                    <a:pt x="18738" y="12160"/>
                  </a:cubicBezTo>
                  <a:cubicBezTo>
                    <a:pt x="19404" y="12160"/>
                    <a:pt x="20059" y="12000"/>
                    <a:pt x="20652" y="11694"/>
                  </a:cubicBezTo>
                  <a:lnTo>
                    <a:pt x="37533" y="3155"/>
                  </a:lnTo>
                  <a:cubicBezTo>
                    <a:pt x="37726" y="3057"/>
                    <a:pt x="37849" y="2859"/>
                    <a:pt x="37849" y="2642"/>
                  </a:cubicBezTo>
                  <a:lnTo>
                    <a:pt x="37849" y="2252"/>
                  </a:lnTo>
                  <a:cubicBezTo>
                    <a:pt x="37849" y="1011"/>
                    <a:pt x="36840" y="1"/>
                    <a:pt x="3559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solidFill>
                <a:schemeClr val="tx2">
                  <a:lumMod val="50000"/>
                </a:schemeClr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" name="Google Shape;3920;p64">
              <a:extLst>
                <a:ext uri="{FF2B5EF4-FFF2-40B4-BE49-F238E27FC236}">
                  <a16:creationId xmlns:a16="http://schemas.microsoft.com/office/drawing/2014/main" id="{35FC2FA4-AEDE-A8F8-DA9E-C3416B8993A2}"/>
                </a:ext>
              </a:extLst>
            </p:cNvPr>
            <p:cNvSpPr/>
            <p:nvPr/>
          </p:nvSpPr>
          <p:spPr>
            <a:xfrm>
              <a:off x="5394725" y="2005800"/>
              <a:ext cx="927275" cy="468050"/>
            </a:xfrm>
            <a:custGeom>
              <a:avLst/>
              <a:gdLst/>
              <a:ahLst/>
              <a:cxnLst/>
              <a:rect l="l" t="t" r="r" b="b"/>
              <a:pathLst>
                <a:path w="37091" h="18722" extrusionOk="0">
                  <a:moveTo>
                    <a:pt x="62" y="0"/>
                  </a:moveTo>
                  <a:cubicBezTo>
                    <a:pt x="28" y="0"/>
                    <a:pt x="0" y="28"/>
                    <a:pt x="0" y="61"/>
                  </a:cubicBezTo>
                  <a:lnTo>
                    <a:pt x="0" y="18661"/>
                  </a:lnTo>
                  <a:cubicBezTo>
                    <a:pt x="0" y="18695"/>
                    <a:pt x="28" y="18721"/>
                    <a:pt x="62" y="18721"/>
                  </a:cubicBezTo>
                  <a:lnTo>
                    <a:pt x="37031" y="18721"/>
                  </a:lnTo>
                  <a:cubicBezTo>
                    <a:pt x="37064" y="18721"/>
                    <a:pt x="37091" y="18695"/>
                    <a:pt x="37091" y="18661"/>
                  </a:cubicBezTo>
                  <a:lnTo>
                    <a:pt x="37091" y="61"/>
                  </a:lnTo>
                  <a:cubicBezTo>
                    <a:pt x="37091" y="28"/>
                    <a:pt x="37064" y="0"/>
                    <a:pt x="3703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solidFill>
                <a:schemeClr val="tx2">
                  <a:lumMod val="50000"/>
                </a:schemeClr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" name="Google Shape;3921;p64">
              <a:extLst>
                <a:ext uri="{FF2B5EF4-FFF2-40B4-BE49-F238E27FC236}">
                  <a16:creationId xmlns:a16="http://schemas.microsoft.com/office/drawing/2014/main" id="{11BB80C4-B969-CE6A-F4DD-1EBA6EBA54AE}"/>
                </a:ext>
              </a:extLst>
            </p:cNvPr>
            <p:cNvSpPr/>
            <p:nvPr/>
          </p:nvSpPr>
          <p:spPr>
            <a:xfrm>
              <a:off x="5394725" y="2351400"/>
              <a:ext cx="140275" cy="251400"/>
            </a:xfrm>
            <a:custGeom>
              <a:avLst/>
              <a:gdLst/>
              <a:ahLst/>
              <a:cxnLst/>
              <a:rect l="l" t="t" r="r" b="b"/>
              <a:pathLst>
                <a:path w="5611" h="10056" extrusionOk="0">
                  <a:moveTo>
                    <a:pt x="0" y="1"/>
                  </a:moveTo>
                  <a:lnTo>
                    <a:pt x="0" y="10056"/>
                  </a:lnTo>
                  <a:lnTo>
                    <a:pt x="5610" y="359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1"/>
            </a:solidFill>
            <a:ln>
              <a:solidFill>
                <a:schemeClr val="tx2">
                  <a:lumMod val="50000"/>
                </a:schemeClr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" name="Google Shape;3922;p64">
              <a:extLst>
                <a:ext uri="{FF2B5EF4-FFF2-40B4-BE49-F238E27FC236}">
                  <a16:creationId xmlns:a16="http://schemas.microsoft.com/office/drawing/2014/main" id="{F76DC511-4038-5C74-F9BD-5B183DD25E28}"/>
                </a:ext>
              </a:extLst>
            </p:cNvPr>
            <p:cNvSpPr/>
            <p:nvPr/>
          </p:nvSpPr>
          <p:spPr>
            <a:xfrm>
              <a:off x="5618200" y="2200325"/>
              <a:ext cx="99875" cy="96125"/>
            </a:xfrm>
            <a:custGeom>
              <a:avLst/>
              <a:gdLst/>
              <a:ahLst/>
              <a:cxnLst/>
              <a:rect l="l" t="t" r="r" b="b"/>
              <a:pathLst>
                <a:path w="3995" h="3845" extrusionOk="0">
                  <a:moveTo>
                    <a:pt x="2075" y="1"/>
                  </a:moveTo>
                  <a:cubicBezTo>
                    <a:pt x="1574" y="1"/>
                    <a:pt x="1082" y="196"/>
                    <a:pt x="714" y="564"/>
                  </a:cubicBezTo>
                  <a:cubicBezTo>
                    <a:pt x="165" y="1113"/>
                    <a:pt x="1" y="1939"/>
                    <a:pt x="297" y="2658"/>
                  </a:cubicBezTo>
                  <a:cubicBezTo>
                    <a:pt x="595" y="3375"/>
                    <a:pt x="1296" y="3844"/>
                    <a:pt x="2073" y="3844"/>
                  </a:cubicBezTo>
                  <a:cubicBezTo>
                    <a:pt x="3134" y="3844"/>
                    <a:pt x="3995" y="2983"/>
                    <a:pt x="3995" y="1923"/>
                  </a:cubicBezTo>
                  <a:cubicBezTo>
                    <a:pt x="3995" y="1145"/>
                    <a:pt x="3526" y="444"/>
                    <a:pt x="2809" y="146"/>
                  </a:cubicBezTo>
                  <a:cubicBezTo>
                    <a:pt x="2571" y="48"/>
                    <a:pt x="2322" y="1"/>
                    <a:pt x="207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solidFill>
                <a:schemeClr val="tx2">
                  <a:lumMod val="50000"/>
                </a:schemeClr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" name="Google Shape;3923;p64">
              <a:extLst>
                <a:ext uri="{FF2B5EF4-FFF2-40B4-BE49-F238E27FC236}">
                  <a16:creationId xmlns:a16="http://schemas.microsoft.com/office/drawing/2014/main" id="{D2FB2110-8B6B-4717-EA17-9707BA9BBAE2}"/>
                </a:ext>
              </a:extLst>
            </p:cNvPr>
            <p:cNvSpPr/>
            <p:nvPr/>
          </p:nvSpPr>
          <p:spPr>
            <a:xfrm>
              <a:off x="5824050" y="2200325"/>
              <a:ext cx="99925" cy="96125"/>
            </a:xfrm>
            <a:custGeom>
              <a:avLst/>
              <a:gdLst/>
              <a:ahLst/>
              <a:cxnLst/>
              <a:rect l="l" t="t" r="r" b="b"/>
              <a:pathLst>
                <a:path w="3997" h="3845" extrusionOk="0">
                  <a:moveTo>
                    <a:pt x="2076" y="1"/>
                  </a:moveTo>
                  <a:cubicBezTo>
                    <a:pt x="1575" y="1"/>
                    <a:pt x="1084" y="196"/>
                    <a:pt x="716" y="564"/>
                  </a:cubicBezTo>
                  <a:cubicBezTo>
                    <a:pt x="165" y="1113"/>
                    <a:pt x="1" y="1939"/>
                    <a:pt x="298" y="2658"/>
                  </a:cubicBezTo>
                  <a:cubicBezTo>
                    <a:pt x="596" y="3375"/>
                    <a:pt x="1296" y="3844"/>
                    <a:pt x="2074" y="3844"/>
                  </a:cubicBezTo>
                  <a:cubicBezTo>
                    <a:pt x="3135" y="3844"/>
                    <a:pt x="3996" y="2983"/>
                    <a:pt x="3996" y="1923"/>
                  </a:cubicBezTo>
                  <a:cubicBezTo>
                    <a:pt x="3996" y="1145"/>
                    <a:pt x="3527" y="444"/>
                    <a:pt x="2809" y="146"/>
                  </a:cubicBezTo>
                  <a:cubicBezTo>
                    <a:pt x="2572" y="48"/>
                    <a:pt x="2323" y="1"/>
                    <a:pt x="2076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solidFill>
                <a:schemeClr val="tx2">
                  <a:lumMod val="50000"/>
                </a:schemeClr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" name="Google Shape;3924;p64">
              <a:extLst>
                <a:ext uri="{FF2B5EF4-FFF2-40B4-BE49-F238E27FC236}">
                  <a16:creationId xmlns:a16="http://schemas.microsoft.com/office/drawing/2014/main" id="{D2DD2EC8-9DF7-F49F-CE54-B5C472814AE5}"/>
                </a:ext>
              </a:extLst>
            </p:cNvPr>
            <p:cNvSpPr/>
            <p:nvPr/>
          </p:nvSpPr>
          <p:spPr>
            <a:xfrm>
              <a:off x="6029975" y="2200325"/>
              <a:ext cx="99875" cy="96125"/>
            </a:xfrm>
            <a:custGeom>
              <a:avLst/>
              <a:gdLst/>
              <a:ahLst/>
              <a:cxnLst/>
              <a:rect l="l" t="t" r="r" b="b"/>
              <a:pathLst>
                <a:path w="3995" h="3845" extrusionOk="0">
                  <a:moveTo>
                    <a:pt x="2074" y="1"/>
                  </a:moveTo>
                  <a:cubicBezTo>
                    <a:pt x="1574" y="1"/>
                    <a:pt x="1082" y="196"/>
                    <a:pt x="714" y="564"/>
                  </a:cubicBezTo>
                  <a:cubicBezTo>
                    <a:pt x="165" y="1113"/>
                    <a:pt x="0" y="1939"/>
                    <a:pt x="298" y="2658"/>
                  </a:cubicBezTo>
                  <a:cubicBezTo>
                    <a:pt x="595" y="3375"/>
                    <a:pt x="1296" y="3844"/>
                    <a:pt x="2073" y="3844"/>
                  </a:cubicBezTo>
                  <a:cubicBezTo>
                    <a:pt x="3135" y="3844"/>
                    <a:pt x="3995" y="2983"/>
                    <a:pt x="3995" y="1923"/>
                  </a:cubicBezTo>
                  <a:cubicBezTo>
                    <a:pt x="3995" y="1145"/>
                    <a:pt x="3527" y="444"/>
                    <a:pt x="2808" y="146"/>
                  </a:cubicBezTo>
                  <a:cubicBezTo>
                    <a:pt x="2571" y="48"/>
                    <a:pt x="2322" y="1"/>
                    <a:pt x="207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solidFill>
                <a:schemeClr val="tx2">
                  <a:lumMod val="50000"/>
                </a:schemeClr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" name="Google Shape;3925;p64">
              <a:extLst>
                <a:ext uri="{FF2B5EF4-FFF2-40B4-BE49-F238E27FC236}">
                  <a16:creationId xmlns:a16="http://schemas.microsoft.com/office/drawing/2014/main" id="{7DA15C82-864D-9EBA-6B37-8312F5B6B3F5}"/>
                </a:ext>
              </a:extLst>
            </p:cNvPr>
            <p:cNvSpPr/>
            <p:nvPr/>
          </p:nvSpPr>
          <p:spPr>
            <a:xfrm>
              <a:off x="1157425" y="3075450"/>
              <a:ext cx="875850" cy="648650"/>
            </a:xfrm>
            <a:custGeom>
              <a:avLst/>
              <a:gdLst/>
              <a:ahLst/>
              <a:cxnLst/>
              <a:rect l="l" t="t" r="r" b="b"/>
              <a:pathLst>
                <a:path w="35034" h="25946" extrusionOk="0">
                  <a:moveTo>
                    <a:pt x="32761" y="5477"/>
                  </a:moveTo>
                  <a:lnTo>
                    <a:pt x="31445" y="10363"/>
                  </a:lnTo>
                  <a:lnTo>
                    <a:pt x="31445" y="5477"/>
                  </a:lnTo>
                  <a:close/>
                  <a:moveTo>
                    <a:pt x="12979" y="5477"/>
                  </a:moveTo>
                  <a:lnTo>
                    <a:pt x="12979" y="13779"/>
                  </a:lnTo>
                  <a:lnTo>
                    <a:pt x="12542" y="13779"/>
                  </a:lnTo>
                  <a:lnTo>
                    <a:pt x="9775" y="5477"/>
                  </a:lnTo>
                  <a:close/>
                  <a:moveTo>
                    <a:pt x="18491" y="5477"/>
                  </a:moveTo>
                  <a:lnTo>
                    <a:pt x="18490" y="13779"/>
                  </a:lnTo>
                  <a:lnTo>
                    <a:pt x="14913" y="13779"/>
                  </a:lnTo>
                  <a:lnTo>
                    <a:pt x="14913" y="5477"/>
                  </a:lnTo>
                  <a:close/>
                  <a:moveTo>
                    <a:pt x="24001" y="5477"/>
                  </a:moveTo>
                  <a:lnTo>
                    <a:pt x="24001" y="13779"/>
                  </a:lnTo>
                  <a:lnTo>
                    <a:pt x="20423" y="13779"/>
                  </a:lnTo>
                  <a:lnTo>
                    <a:pt x="20423" y="5477"/>
                  </a:lnTo>
                  <a:close/>
                  <a:moveTo>
                    <a:pt x="29513" y="5477"/>
                  </a:moveTo>
                  <a:lnTo>
                    <a:pt x="29513" y="13779"/>
                  </a:lnTo>
                  <a:lnTo>
                    <a:pt x="25935" y="13779"/>
                  </a:lnTo>
                  <a:lnTo>
                    <a:pt x="25935" y="5477"/>
                  </a:lnTo>
                  <a:close/>
                  <a:moveTo>
                    <a:pt x="16702" y="21222"/>
                  </a:moveTo>
                  <a:cubicBezTo>
                    <a:pt x="16881" y="21222"/>
                    <a:pt x="17063" y="21257"/>
                    <a:pt x="17235" y="21328"/>
                  </a:cubicBezTo>
                  <a:cubicBezTo>
                    <a:pt x="17757" y="21544"/>
                    <a:pt x="18097" y="22054"/>
                    <a:pt x="18097" y="22619"/>
                  </a:cubicBezTo>
                  <a:cubicBezTo>
                    <a:pt x="18095" y="23389"/>
                    <a:pt x="17472" y="24012"/>
                    <a:pt x="16702" y="24014"/>
                  </a:cubicBezTo>
                  <a:cubicBezTo>
                    <a:pt x="16137" y="24014"/>
                    <a:pt x="15627" y="23674"/>
                    <a:pt x="15411" y="23152"/>
                  </a:cubicBezTo>
                  <a:cubicBezTo>
                    <a:pt x="15195" y="22631"/>
                    <a:pt x="15315" y="22030"/>
                    <a:pt x="15713" y="21630"/>
                  </a:cubicBezTo>
                  <a:cubicBezTo>
                    <a:pt x="15981" y="21364"/>
                    <a:pt x="16338" y="21222"/>
                    <a:pt x="16702" y="21222"/>
                  </a:cubicBezTo>
                  <a:close/>
                  <a:moveTo>
                    <a:pt x="26937" y="21222"/>
                  </a:moveTo>
                  <a:cubicBezTo>
                    <a:pt x="27116" y="21222"/>
                    <a:pt x="27298" y="21257"/>
                    <a:pt x="27470" y="21328"/>
                  </a:cubicBezTo>
                  <a:cubicBezTo>
                    <a:pt x="27992" y="21544"/>
                    <a:pt x="28331" y="22054"/>
                    <a:pt x="28331" y="22619"/>
                  </a:cubicBezTo>
                  <a:cubicBezTo>
                    <a:pt x="28330" y="23388"/>
                    <a:pt x="27706" y="24012"/>
                    <a:pt x="26938" y="24014"/>
                  </a:cubicBezTo>
                  <a:lnTo>
                    <a:pt x="26936" y="24014"/>
                  </a:lnTo>
                  <a:cubicBezTo>
                    <a:pt x="26371" y="24014"/>
                    <a:pt x="25863" y="23674"/>
                    <a:pt x="25646" y="23152"/>
                  </a:cubicBezTo>
                  <a:cubicBezTo>
                    <a:pt x="25430" y="22631"/>
                    <a:pt x="25550" y="22030"/>
                    <a:pt x="25949" y="21630"/>
                  </a:cubicBezTo>
                  <a:cubicBezTo>
                    <a:pt x="26216" y="21364"/>
                    <a:pt x="26573" y="21222"/>
                    <a:pt x="26937" y="21222"/>
                  </a:cubicBezTo>
                  <a:close/>
                  <a:moveTo>
                    <a:pt x="955" y="1"/>
                  </a:moveTo>
                  <a:cubicBezTo>
                    <a:pt x="426" y="7"/>
                    <a:pt x="1" y="437"/>
                    <a:pt x="1" y="966"/>
                  </a:cubicBezTo>
                  <a:cubicBezTo>
                    <a:pt x="1" y="1496"/>
                    <a:pt x="426" y="1927"/>
                    <a:pt x="955" y="1933"/>
                  </a:cubicBezTo>
                  <a:lnTo>
                    <a:pt x="6557" y="1933"/>
                  </a:lnTo>
                  <a:lnTo>
                    <a:pt x="12635" y="20168"/>
                  </a:lnTo>
                  <a:cubicBezTo>
                    <a:pt x="12766" y="20563"/>
                    <a:pt x="13136" y="20829"/>
                    <a:pt x="13552" y="20829"/>
                  </a:cubicBezTo>
                  <a:lnTo>
                    <a:pt x="13903" y="20829"/>
                  </a:lnTo>
                  <a:cubicBezTo>
                    <a:pt x="13571" y="21347"/>
                    <a:pt x="13373" y="21959"/>
                    <a:pt x="13373" y="22617"/>
                  </a:cubicBezTo>
                  <a:cubicBezTo>
                    <a:pt x="13373" y="24454"/>
                    <a:pt x="14866" y="25946"/>
                    <a:pt x="16702" y="25946"/>
                  </a:cubicBezTo>
                  <a:cubicBezTo>
                    <a:pt x="18537" y="25946"/>
                    <a:pt x="20030" y="24454"/>
                    <a:pt x="20030" y="22617"/>
                  </a:cubicBezTo>
                  <a:cubicBezTo>
                    <a:pt x="20029" y="21983"/>
                    <a:pt x="19844" y="21362"/>
                    <a:pt x="19499" y="20829"/>
                  </a:cubicBezTo>
                  <a:lnTo>
                    <a:pt x="24139" y="20829"/>
                  </a:lnTo>
                  <a:cubicBezTo>
                    <a:pt x="23807" y="21347"/>
                    <a:pt x="23608" y="21959"/>
                    <a:pt x="23608" y="22617"/>
                  </a:cubicBezTo>
                  <a:cubicBezTo>
                    <a:pt x="23608" y="24454"/>
                    <a:pt x="25101" y="25946"/>
                    <a:pt x="26936" y="25946"/>
                  </a:cubicBezTo>
                  <a:cubicBezTo>
                    <a:pt x="28772" y="25946"/>
                    <a:pt x="30265" y="24454"/>
                    <a:pt x="30265" y="22617"/>
                  </a:cubicBezTo>
                  <a:cubicBezTo>
                    <a:pt x="30264" y="21983"/>
                    <a:pt x="30079" y="21362"/>
                    <a:pt x="29735" y="20829"/>
                  </a:cubicBezTo>
                  <a:lnTo>
                    <a:pt x="30480" y="20829"/>
                  </a:lnTo>
                  <a:cubicBezTo>
                    <a:pt x="31013" y="20829"/>
                    <a:pt x="31446" y="20396"/>
                    <a:pt x="31446" y="19862"/>
                  </a:cubicBezTo>
                  <a:cubicBezTo>
                    <a:pt x="31446" y="19329"/>
                    <a:pt x="31013" y="18896"/>
                    <a:pt x="30480" y="18896"/>
                  </a:cubicBezTo>
                  <a:lnTo>
                    <a:pt x="14249" y="18896"/>
                  </a:lnTo>
                  <a:lnTo>
                    <a:pt x="13187" y="15711"/>
                  </a:lnTo>
                  <a:lnTo>
                    <a:pt x="31266" y="15711"/>
                  </a:lnTo>
                  <a:cubicBezTo>
                    <a:pt x="31703" y="15711"/>
                    <a:pt x="32086" y="15418"/>
                    <a:pt x="32200" y="14996"/>
                  </a:cubicBezTo>
                  <a:lnTo>
                    <a:pt x="34955" y="4761"/>
                  </a:lnTo>
                  <a:cubicBezTo>
                    <a:pt x="35034" y="4471"/>
                    <a:pt x="34971" y="4160"/>
                    <a:pt x="34789" y="3922"/>
                  </a:cubicBezTo>
                  <a:cubicBezTo>
                    <a:pt x="34606" y="3684"/>
                    <a:pt x="34325" y="3544"/>
                    <a:pt x="34025" y="3544"/>
                  </a:cubicBezTo>
                  <a:cubicBezTo>
                    <a:pt x="34024" y="3544"/>
                    <a:pt x="34023" y="3544"/>
                    <a:pt x="34022" y="3544"/>
                  </a:cubicBezTo>
                  <a:lnTo>
                    <a:pt x="9131" y="3544"/>
                  </a:lnTo>
                  <a:lnTo>
                    <a:pt x="8170" y="662"/>
                  </a:lnTo>
                  <a:cubicBezTo>
                    <a:pt x="8039" y="267"/>
                    <a:pt x="7670" y="1"/>
                    <a:pt x="725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solidFill>
                <a:schemeClr val="tx2">
                  <a:lumMod val="50000"/>
                </a:schemeClr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" name="Google Shape;3926;p64">
              <a:extLst>
                <a:ext uri="{FF2B5EF4-FFF2-40B4-BE49-F238E27FC236}">
                  <a16:creationId xmlns:a16="http://schemas.microsoft.com/office/drawing/2014/main" id="{4B58DE58-7CB5-51A4-8B98-BE2AABFAD68C}"/>
                </a:ext>
              </a:extLst>
            </p:cNvPr>
            <p:cNvSpPr/>
            <p:nvPr/>
          </p:nvSpPr>
          <p:spPr>
            <a:xfrm>
              <a:off x="5604225" y="3056750"/>
              <a:ext cx="696275" cy="696225"/>
            </a:xfrm>
            <a:custGeom>
              <a:avLst/>
              <a:gdLst/>
              <a:ahLst/>
              <a:cxnLst/>
              <a:rect l="l" t="t" r="r" b="b"/>
              <a:pathLst>
                <a:path w="27851" h="27849" extrusionOk="0">
                  <a:moveTo>
                    <a:pt x="10436" y="2243"/>
                  </a:moveTo>
                  <a:lnTo>
                    <a:pt x="10436" y="2243"/>
                  </a:lnTo>
                  <a:cubicBezTo>
                    <a:pt x="9791" y="3179"/>
                    <a:pt x="9237" y="4378"/>
                    <a:pt x="8796" y="5784"/>
                  </a:cubicBezTo>
                  <a:lnTo>
                    <a:pt x="4868" y="5784"/>
                  </a:lnTo>
                  <a:cubicBezTo>
                    <a:pt x="6351" y="4138"/>
                    <a:pt x="8263" y="2893"/>
                    <a:pt x="10436" y="2243"/>
                  </a:cubicBezTo>
                  <a:close/>
                  <a:moveTo>
                    <a:pt x="13925" y="1729"/>
                  </a:moveTo>
                  <a:cubicBezTo>
                    <a:pt x="15095" y="1729"/>
                    <a:pt x="16336" y="3240"/>
                    <a:pt x="17221" y="5784"/>
                  </a:cubicBezTo>
                  <a:lnTo>
                    <a:pt x="10630" y="5784"/>
                  </a:lnTo>
                  <a:cubicBezTo>
                    <a:pt x="11514" y="3241"/>
                    <a:pt x="12756" y="1729"/>
                    <a:pt x="13925" y="1729"/>
                  </a:cubicBezTo>
                  <a:close/>
                  <a:moveTo>
                    <a:pt x="17414" y="2243"/>
                  </a:moveTo>
                  <a:cubicBezTo>
                    <a:pt x="19588" y="2893"/>
                    <a:pt x="21501" y="4138"/>
                    <a:pt x="22981" y="5784"/>
                  </a:cubicBezTo>
                  <a:lnTo>
                    <a:pt x="19053" y="5784"/>
                  </a:lnTo>
                  <a:cubicBezTo>
                    <a:pt x="18614" y="4378"/>
                    <a:pt x="18058" y="3179"/>
                    <a:pt x="17414" y="2243"/>
                  </a:cubicBezTo>
                  <a:close/>
                  <a:moveTo>
                    <a:pt x="8341" y="7512"/>
                  </a:moveTo>
                  <a:cubicBezTo>
                    <a:pt x="7971" y="9176"/>
                    <a:pt x="7746" y="11047"/>
                    <a:pt x="7695" y="13060"/>
                  </a:cubicBezTo>
                  <a:lnTo>
                    <a:pt x="1774" y="13060"/>
                  </a:lnTo>
                  <a:cubicBezTo>
                    <a:pt x="1910" y="11092"/>
                    <a:pt x="2528" y="9188"/>
                    <a:pt x="3570" y="7512"/>
                  </a:cubicBezTo>
                  <a:close/>
                  <a:moveTo>
                    <a:pt x="17724" y="7512"/>
                  </a:moveTo>
                  <a:cubicBezTo>
                    <a:pt x="18111" y="9112"/>
                    <a:pt x="18364" y="10984"/>
                    <a:pt x="18421" y="13060"/>
                  </a:cubicBezTo>
                  <a:lnTo>
                    <a:pt x="9431" y="13060"/>
                  </a:lnTo>
                  <a:cubicBezTo>
                    <a:pt x="9487" y="10984"/>
                    <a:pt x="9740" y="9111"/>
                    <a:pt x="10128" y="7512"/>
                  </a:cubicBezTo>
                  <a:close/>
                  <a:moveTo>
                    <a:pt x="24280" y="7512"/>
                  </a:moveTo>
                  <a:cubicBezTo>
                    <a:pt x="25322" y="9188"/>
                    <a:pt x="25939" y="11093"/>
                    <a:pt x="26077" y="13060"/>
                  </a:cubicBezTo>
                  <a:lnTo>
                    <a:pt x="20155" y="13060"/>
                  </a:lnTo>
                  <a:cubicBezTo>
                    <a:pt x="20105" y="11047"/>
                    <a:pt x="19879" y="9176"/>
                    <a:pt x="19510" y="7512"/>
                  </a:cubicBezTo>
                  <a:close/>
                  <a:moveTo>
                    <a:pt x="7695" y="14789"/>
                  </a:moveTo>
                  <a:cubicBezTo>
                    <a:pt x="7754" y="17158"/>
                    <a:pt x="8055" y="19334"/>
                    <a:pt x="8548" y="21202"/>
                  </a:cubicBezTo>
                  <a:lnTo>
                    <a:pt x="4162" y="21202"/>
                  </a:lnTo>
                  <a:cubicBezTo>
                    <a:pt x="2766" y="19338"/>
                    <a:pt x="1936" y="17112"/>
                    <a:pt x="1772" y="14789"/>
                  </a:cubicBezTo>
                  <a:close/>
                  <a:moveTo>
                    <a:pt x="18421" y="14789"/>
                  </a:moveTo>
                  <a:cubicBezTo>
                    <a:pt x="18355" y="17252"/>
                    <a:pt x="18009" y="19429"/>
                    <a:pt x="17495" y="21202"/>
                  </a:cubicBezTo>
                  <a:lnTo>
                    <a:pt x="10356" y="21202"/>
                  </a:lnTo>
                  <a:cubicBezTo>
                    <a:pt x="9841" y="19429"/>
                    <a:pt x="9497" y="17252"/>
                    <a:pt x="9430" y="14789"/>
                  </a:cubicBezTo>
                  <a:close/>
                  <a:moveTo>
                    <a:pt x="26077" y="14788"/>
                  </a:moveTo>
                  <a:cubicBezTo>
                    <a:pt x="25914" y="17112"/>
                    <a:pt x="25085" y="19338"/>
                    <a:pt x="23689" y="21202"/>
                  </a:cubicBezTo>
                  <a:lnTo>
                    <a:pt x="19302" y="21202"/>
                  </a:lnTo>
                  <a:cubicBezTo>
                    <a:pt x="19795" y="19334"/>
                    <a:pt x="20096" y="17158"/>
                    <a:pt x="20155" y="14788"/>
                  </a:cubicBezTo>
                  <a:close/>
                  <a:moveTo>
                    <a:pt x="9090" y="22930"/>
                  </a:moveTo>
                  <a:cubicBezTo>
                    <a:pt x="9474" y="23968"/>
                    <a:pt x="9926" y="24868"/>
                    <a:pt x="10436" y="25606"/>
                  </a:cubicBezTo>
                  <a:cubicBezTo>
                    <a:pt x="8662" y="25075"/>
                    <a:pt x="7064" y="24146"/>
                    <a:pt x="5729" y="22930"/>
                  </a:cubicBezTo>
                  <a:close/>
                  <a:moveTo>
                    <a:pt x="22121" y="22930"/>
                  </a:moveTo>
                  <a:cubicBezTo>
                    <a:pt x="20786" y="24146"/>
                    <a:pt x="19187" y="25075"/>
                    <a:pt x="17414" y="25606"/>
                  </a:cubicBezTo>
                  <a:cubicBezTo>
                    <a:pt x="17924" y="24868"/>
                    <a:pt x="18376" y="23968"/>
                    <a:pt x="18760" y="22930"/>
                  </a:cubicBezTo>
                  <a:close/>
                  <a:moveTo>
                    <a:pt x="16889" y="22930"/>
                  </a:moveTo>
                  <a:cubicBezTo>
                    <a:pt x="16040" y="24945"/>
                    <a:pt x="14954" y="26121"/>
                    <a:pt x="13925" y="26121"/>
                  </a:cubicBezTo>
                  <a:cubicBezTo>
                    <a:pt x="12895" y="26121"/>
                    <a:pt x="11811" y="24945"/>
                    <a:pt x="10961" y="22930"/>
                  </a:cubicBezTo>
                  <a:close/>
                  <a:moveTo>
                    <a:pt x="13925" y="0"/>
                  </a:moveTo>
                  <a:cubicBezTo>
                    <a:pt x="6248" y="0"/>
                    <a:pt x="1" y="6246"/>
                    <a:pt x="1" y="13925"/>
                  </a:cubicBezTo>
                  <a:cubicBezTo>
                    <a:pt x="1" y="21602"/>
                    <a:pt x="6248" y="27849"/>
                    <a:pt x="13925" y="27849"/>
                  </a:cubicBezTo>
                  <a:cubicBezTo>
                    <a:pt x="21604" y="27849"/>
                    <a:pt x="27851" y="21603"/>
                    <a:pt x="27851" y="13925"/>
                  </a:cubicBezTo>
                  <a:cubicBezTo>
                    <a:pt x="27851" y="6246"/>
                    <a:pt x="21605" y="0"/>
                    <a:pt x="1392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solidFill>
                <a:schemeClr val="tx2">
                  <a:lumMod val="50000"/>
                </a:schemeClr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10589313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7" name="Google Shape;1437;p32"/>
          <p:cNvSpPr/>
          <p:nvPr/>
        </p:nvSpPr>
        <p:spPr>
          <a:xfrm>
            <a:off x="6012550" y="1235404"/>
            <a:ext cx="3971963" cy="2355532"/>
          </a:xfrm>
          <a:prstGeom prst="roundRect">
            <a:avLst>
              <a:gd name="adj" fmla="val 10110"/>
            </a:avLst>
          </a:prstGeom>
          <a:solidFill>
            <a:srgbClr val="00B050">
              <a:alpha val="12549"/>
            </a:srgbClr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endParaRPr lang="en-US" sz="2400" dirty="0"/>
          </a:p>
        </p:txBody>
      </p:sp>
      <p:grpSp>
        <p:nvGrpSpPr>
          <p:cNvPr id="1440" name="Google Shape;1440;p32"/>
          <p:cNvGrpSpPr/>
          <p:nvPr/>
        </p:nvGrpSpPr>
        <p:grpSpPr>
          <a:xfrm>
            <a:off x="2401402" y="1854510"/>
            <a:ext cx="1893096" cy="3424781"/>
            <a:chOff x="-2050539" y="1195241"/>
            <a:chExt cx="1262850" cy="2284812"/>
          </a:xfrm>
        </p:grpSpPr>
        <p:sp>
          <p:nvSpPr>
            <p:cNvPr id="1441" name="Google Shape;1441;p32"/>
            <p:cNvSpPr/>
            <p:nvPr/>
          </p:nvSpPr>
          <p:spPr>
            <a:xfrm>
              <a:off x="-2050539" y="1195241"/>
              <a:ext cx="1262850" cy="2284812"/>
            </a:xfrm>
            <a:custGeom>
              <a:avLst/>
              <a:gdLst/>
              <a:ahLst/>
              <a:cxnLst/>
              <a:rect l="l" t="t" r="r" b="b"/>
              <a:pathLst>
                <a:path w="38679" h="79613" extrusionOk="0">
                  <a:moveTo>
                    <a:pt x="1912" y="0"/>
                  </a:moveTo>
                  <a:lnTo>
                    <a:pt x="1718" y="15"/>
                  </a:lnTo>
                  <a:lnTo>
                    <a:pt x="1524" y="45"/>
                  </a:lnTo>
                  <a:lnTo>
                    <a:pt x="1345" y="90"/>
                  </a:lnTo>
                  <a:lnTo>
                    <a:pt x="1165" y="150"/>
                  </a:lnTo>
                  <a:lnTo>
                    <a:pt x="1001" y="239"/>
                  </a:lnTo>
                  <a:lnTo>
                    <a:pt x="837" y="329"/>
                  </a:lnTo>
                  <a:lnTo>
                    <a:pt x="702" y="448"/>
                  </a:lnTo>
                  <a:lnTo>
                    <a:pt x="568" y="568"/>
                  </a:lnTo>
                  <a:lnTo>
                    <a:pt x="433" y="702"/>
                  </a:lnTo>
                  <a:lnTo>
                    <a:pt x="329" y="852"/>
                  </a:lnTo>
                  <a:lnTo>
                    <a:pt x="239" y="1001"/>
                  </a:lnTo>
                  <a:lnTo>
                    <a:pt x="150" y="1165"/>
                  </a:lnTo>
                  <a:lnTo>
                    <a:pt x="90" y="1345"/>
                  </a:lnTo>
                  <a:lnTo>
                    <a:pt x="45" y="1524"/>
                  </a:lnTo>
                  <a:lnTo>
                    <a:pt x="15" y="1718"/>
                  </a:lnTo>
                  <a:lnTo>
                    <a:pt x="0" y="1912"/>
                  </a:lnTo>
                  <a:lnTo>
                    <a:pt x="0" y="77058"/>
                  </a:lnTo>
                  <a:lnTo>
                    <a:pt x="15" y="77312"/>
                  </a:lnTo>
                  <a:lnTo>
                    <a:pt x="60" y="77566"/>
                  </a:lnTo>
                  <a:lnTo>
                    <a:pt x="120" y="77820"/>
                  </a:lnTo>
                  <a:lnTo>
                    <a:pt x="209" y="78044"/>
                  </a:lnTo>
                  <a:lnTo>
                    <a:pt x="314" y="78268"/>
                  </a:lnTo>
                  <a:lnTo>
                    <a:pt x="433" y="78477"/>
                  </a:lnTo>
                  <a:lnTo>
                    <a:pt x="583" y="78687"/>
                  </a:lnTo>
                  <a:lnTo>
                    <a:pt x="747" y="78866"/>
                  </a:lnTo>
                  <a:lnTo>
                    <a:pt x="941" y="79030"/>
                  </a:lnTo>
                  <a:lnTo>
                    <a:pt x="1136" y="79180"/>
                  </a:lnTo>
                  <a:lnTo>
                    <a:pt x="1345" y="79299"/>
                  </a:lnTo>
                  <a:lnTo>
                    <a:pt x="1569" y="79419"/>
                  </a:lnTo>
                  <a:lnTo>
                    <a:pt x="1808" y="79493"/>
                  </a:lnTo>
                  <a:lnTo>
                    <a:pt x="2047" y="79553"/>
                  </a:lnTo>
                  <a:lnTo>
                    <a:pt x="2301" y="79598"/>
                  </a:lnTo>
                  <a:lnTo>
                    <a:pt x="2555" y="79613"/>
                  </a:lnTo>
                  <a:lnTo>
                    <a:pt x="36124" y="79613"/>
                  </a:lnTo>
                  <a:lnTo>
                    <a:pt x="36378" y="79598"/>
                  </a:lnTo>
                  <a:lnTo>
                    <a:pt x="36632" y="79553"/>
                  </a:lnTo>
                  <a:lnTo>
                    <a:pt x="36886" y="79493"/>
                  </a:lnTo>
                  <a:lnTo>
                    <a:pt x="37110" y="79419"/>
                  </a:lnTo>
                  <a:lnTo>
                    <a:pt x="37334" y="79299"/>
                  </a:lnTo>
                  <a:lnTo>
                    <a:pt x="37558" y="79180"/>
                  </a:lnTo>
                  <a:lnTo>
                    <a:pt x="37753" y="79030"/>
                  </a:lnTo>
                  <a:lnTo>
                    <a:pt x="37932" y="78866"/>
                  </a:lnTo>
                  <a:lnTo>
                    <a:pt x="38096" y="78687"/>
                  </a:lnTo>
                  <a:lnTo>
                    <a:pt x="38246" y="78477"/>
                  </a:lnTo>
                  <a:lnTo>
                    <a:pt x="38365" y="78268"/>
                  </a:lnTo>
                  <a:lnTo>
                    <a:pt x="38485" y="78044"/>
                  </a:lnTo>
                  <a:lnTo>
                    <a:pt x="38559" y="77820"/>
                  </a:lnTo>
                  <a:lnTo>
                    <a:pt x="38634" y="77566"/>
                  </a:lnTo>
                  <a:lnTo>
                    <a:pt x="38664" y="77312"/>
                  </a:lnTo>
                  <a:lnTo>
                    <a:pt x="38679" y="77058"/>
                  </a:lnTo>
                  <a:lnTo>
                    <a:pt x="38679" y="1912"/>
                  </a:lnTo>
                  <a:lnTo>
                    <a:pt x="38664" y="1718"/>
                  </a:lnTo>
                  <a:lnTo>
                    <a:pt x="38634" y="1524"/>
                  </a:lnTo>
                  <a:lnTo>
                    <a:pt x="38589" y="1345"/>
                  </a:lnTo>
                  <a:lnTo>
                    <a:pt x="38529" y="1165"/>
                  </a:lnTo>
                  <a:lnTo>
                    <a:pt x="38455" y="1001"/>
                  </a:lnTo>
                  <a:lnTo>
                    <a:pt x="38350" y="852"/>
                  </a:lnTo>
                  <a:lnTo>
                    <a:pt x="38246" y="702"/>
                  </a:lnTo>
                  <a:lnTo>
                    <a:pt x="38126" y="568"/>
                  </a:lnTo>
                  <a:lnTo>
                    <a:pt x="37992" y="448"/>
                  </a:lnTo>
                  <a:lnTo>
                    <a:pt x="37842" y="329"/>
                  </a:lnTo>
                  <a:lnTo>
                    <a:pt x="37678" y="239"/>
                  </a:lnTo>
                  <a:lnTo>
                    <a:pt x="37514" y="150"/>
                  </a:lnTo>
                  <a:lnTo>
                    <a:pt x="37334" y="90"/>
                  </a:lnTo>
                  <a:lnTo>
                    <a:pt x="37155" y="45"/>
                  </a:lnTo>
                  <a:lnTo>
                    <a:pt x="36961" y="15"/>
                  </a:lnTo>
                  <a:lnTo>
                    <a:pt x="36767" y="0"/>
                  </a:lnTo>
                  <a:close/>
                </a:path>
              </a:pathLst>
            </a:custGeom>
            <a:solidFill>
              <a:schemeClr val="bg1">
                <a:lumMod val="75000"/>
              </a:schemeClr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1442" name="Google Shape;1442;p32"/>
            <p:cNvSpPr/>
            <p:nvPr/>
          </p:nvSpPr>
          <p:spPr>
            <a:xfrm>
              <a:off x="-2050539" y="1195241"/>
              <a:ext cx="1087557" cy="2238519"/>
            </a:xfrm>
            <a:custGeom>
              <a:avLst/>
              <a:gdLst/>
              <a:ahLst/>
              <a:cxnLst/>
              <a:rect l="l" t="t" r="r" b="b"/>
              <a:pathLst>
                <a:path w="38679" h="79613" fill="none" extrusionOk="0">
                  <a:moveTo>
                    <a:pt x="38679" y="1912"/>
                  </a:moveTo>
                  <a:lnTo>
                    <a:pt x="38679" y="77058"/>
                  </a:lnTo>
                  <a:lnTo>
                    <a:pt x="38679" y="77058"/>
                  </a:lnTo>
                  <a:lnTo>
                    <a:pt x="38664" y="77312"/>
                  </a:lnTo>
                  <a:lnTo>
                    <a:pt x="38634" y="77566"/>
                  </a:lnTo>
                  <a:lnTo>
                    <a:pt x="38559" y="77820"/>
                  </a:lnTo>
                  <a:lnTo>
                    <a:pt x="38485" y="78044"/>
                  </a:lnTo>
                  <a:lnTo>
                    <a:pt x="38365" y="78268"/>
                  </a:lnTo>
                  <a:lnTo>
                    <a:pt x="38246" y="78477"/>
                  </a:lnTo>
                  <a:lnTo>
                    <a:pt x="38096" y="78687"/>
                  </a:lnTo>
                  <a:lnTo>
                    <a:pt x="37932" y="78866"/>
                  </a:lnTo>
                  <a:lnTo>
                    <a:pt x="37753" y="79030"/>
                  </a:lnTo>
                  <a:lnTo>
                    <a:pt x="37558" y="79180"/>
                  </a:lnTo>
                  <a:lnTo>
                    <a:pt x="37334" y="79299"/>
                  </a:lnTo>
                  <a:lnTo>
                    <a:pt x="37110" y="79419"/>
                  </a:lnTo>
                  <a:lnTo>
                    <a:pt x="36886" y="79493"/>
                  </a:lnTo>
                  <a:lnTo>
                    <a:pt x="36632" y="79553"/>
                  </a:lnTo>
                  <a:lnTo>
                    <a:pt x="36378" y="79598"/>
                  </a:lnTo>
                  <a:lnTo>
                    <a:pt x="36124" y="79613"/>
                  </a:lnTo>
                  <a:lnTo>
                    <a:pt x="2555" y="79613"/>
                  </a:lnTo>
                  <a:lnTo>
                    <a:pt x="2555" y="79613"/>
                  </a:lnTo>
                  <a:lnTo>
                    <a:pt x="2301" y="79598"/>
                  </a:lnTo>
                  <a:lnTo>
                    <a:pt x="2047" y="79553"/>
                  </a:lnTo>
                  <a:lnTo>
                    <a:pt x="1808" y="79493"/>
                  </a:lnTo>
                  <a:lnTo>
                    <a:pt x="1569" y="79419"/>
                  </a:lnTo>
                  <a:lnTo>
                    <a:pt x="1345" y="79299"/>
                  </a:lnTo>
                  <a:lnTo>
                    <a:pt x="1136" y="79180"/>
                  </a:lnTo>
                  <a:lnTo>
                    <a:pt x="941" y="79030"/>
                  </a:lnTo>
                  <a:lnTo>
                    <a:pt x="747" y="78866"/>
                  </a:lnTo>
                  <a:lnTo>
                    <a:pt x="583" y="78687"/>
                  </a:lnTo>
                  <a:lnTo>
                    <a:pt x="433" y="78477"/>
                  </a:lnTo>
                  <a:lnTo>
                    <a:pt x="314" y="78268"/>
                  </a:lnTo>
                  <a:lnTo>
                    <a:pt x="209" y="78044"/>
                  </a:lnTo>
                  <a:lnTo>
                    <a:pt x="120" y="77820"/>
                  </a:lnTo>
                  <a:lnTo>
                    <a:pt x="60" y="77566"/>
                  </a:lnTo>
                  <a:lnTo>
                    <a:pt x="15" y="77312"/>
                  </a:lnTo>
                  <a:lnTo>
                    <a:pt x="0" y="77058"/>
                  </a:lnTo>
                  <a:lnTo>
                    <a:pt x="0" y="1912"/>
                  </a:lnTo>
                  <a:lnTo>
                    <a:pt x="0" y="1912"/>
                  </a:lnTo>
                  <a:lnTo>
                    <a:pt x="15" y="1718"/>
                  </a:lnTo>
                  <a:lnTo>
                    <a:pt x="45" y="1524"/>
                  </a:lnTo>
                  <a:lnTo>
                    <a:pt x="90" y="1345"/>
                  </a:lnTo>
                  <a:lnTo>
                    <a:pt x="150" y="1165"/>
                  </a:lnTo>
                  <a:lnTo>
                    <a:pt x="239" y="1001"/>
                  </a:lnTo>
                  <a:lnTo>
                    <a:pt x="329" y="852"/>
                  </a:lnTo>
                  <a:lnTo>
                    <a:pt x="433" y="702"/>
                  </a:lnTo>
                  <a:lnTo>
                    <a:pt x="568" y="568"/>
                  </a:lnTo>
                  <a:lnTo>
                    <a:pt x="702" y="448"/>
                  </a:lnTo>
                  <a:lnTo>
                    <a:pt x="837" y="329"/>
                  </a:lnTo>
                  <a:lnTo>
                    <a:pt x="1001" y="239"/>
                  </a:lnTo>
                  <a:lnTo>
                    <a:pt x="1165" y="150"/>
                  </a:lnTo>
                  <a:lnTo>
                    <a:pt x="1345" y="90"/>
                  </a:lnTo>
                  <a:lnTo>
                    <a:pt x="1524" y="45"/>
                  </a:lnTo>
                  <a:lnTo>
                    <a:pt x="1718" y="15"/>
                  </a:lnTo>
                  <a:lnTo>
                    <a:pt x="1912" y="0"/>
                  </a:lnTo>
                  <a:lnTo>
                    <a:pt x="36767" y="0"/>
                  </a:lnTo>
                  <a:lnTo>
                    <a:pt x="36767" y="0"/>
                  </a:lnTo>
                  <a:lnTo>
                    <a:pt x="36961" y="15"/>
                  </a:lnTo>
                  <a:lnTo>
                    <a:pt x="37155" y="45"/>
                  </a:lnTo>
                  <a:lnTo>
                    <a:pt x="37334" y="90"/>
                  </a:lnTo>
                  <a:lnTo>
                    <a:pt x="37514" y="150"/>
                  </a:lnTo>
                  <a:lnTo>
                    <a:pt x="37678" y="239"/>
                  </a:lnTo>
                  <a:lnTo>
                    <a:pt x="37842" y="329"/>
                  </a:lnTo>
                  <a:lnTo>
                    <a:pt x="37992" y="448"/>
                  </a:lnTo>
                  <a:lnTo>
                    <a:pt x="38126" y="568"/>
                  </a:lnTo>
                  <a:lnTo>
                    <a:pt x="38246" y="702"/>
                  </a:lnTo>
                  <a:lnTo>
                    <a:pt x="38350" y="852"/>
                  </a:lnTo>
                  <a:lnTo>
                    <a:pt x="38455" y="1001"/>
                  </a:lnTo>
                  <a:lnTo>
                    <a:pt x="38529" y="1165"/>
                  </a:lnTo>
                  <a:lnTo>
                    <a:pt x="38589" y="1345"/>
                  </a:lnTo>
                  <a:lnTo>
                    <a:pt x="38634" y="1524"/>
                  </a:lnTo>
                  <a:lnTo>
                    <a:pt x="38664" y="1718"/>
                  </a:lnTo>
                  <a:lnTo>
                    <a:pt x="38679" y="1912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1443" name="Google Shape;1443;p32"/>
            <p:cNvSpPr/>
            <p:nvPr/>
          </p:nvSpPr>
          <p:spPr>
            <a:xfrm>
              <a:off x="-2050539" y="1195241"/>
              <a:ext cx="1262850" cy="202474"/>
            </a:xfrm>
            <a:custGeom>
              <a:avLst/>
              <a:gdLst/>
              <a:ahLst/>
              <a:cxnLst/>
              <a:rect l="l" t="t" r="r" b="b"/>
              <a:pathLst>
                <a:path w="38679" h="7201" extrusionOk="0">
                  <a:moveTo>
                    <a:pt x="1912" y="0"/>
                  </a:moveTo>
                  <a:lnTo>
                    <a:pt x="1718" y="15"/>
                  </a:lnTo>
                  <a:lnTo>
                    <a:pt x="1524" y="45"/>
                  </a:lnTo>
                  <a:lnTo>
                    <a:pt x="1345" y="90"/>
                  </a:lnTo>
                  <a:lnTo>
                    <a:pt x="1165" y="150"/>
                  </a:lnTo>
                  <a:lnTo>
                    <a:pt x="1001" y="239"/>
                  </a:lnTo>
                  <a:lnTo>
                    <a:pt x="837" y="329"/>
                  </a:lnTo>
                  <a:lnTo>
                    <a:pt x="702" y="448"/>
                  </a:lnTo>
                  <a:lnTo>
                    <a:pt x="568" y="568"/>
                  </a:lnTo>
                  <a:lnTo>
                    <a:pt x="433" y="702"/>
                  </a:lnTo>
                  <a:lnTo>
                    <a:pt x="329" y="852"/>
                  </a:lnTo>
                  <a:lnTo>
                    <a:pt x="239" y="1001"/>
                  </a:lnTo>
                  <a:lnTo>
                    <a:pt x="150" y="1165"/>
                  </a:lnTo>
                  <a:lnTo>
                    <a:pt x="90" y="1345"/>
                  </a:lnTo>
                  <a:lnTo>
                    <a:pt x="45" y="1524"/>
                  </a:lnTo>
                  <a:lnTo>
                    <a:pt x="15" y="1718"/>
                  </a:lnTo>
                  <a:lnTo>
                    <a:pt x="0" y="1912"/>
                  </a:lnTo>
                  <a:lnTo>
                    <a:pt x="0" y="7201"/>
                  </a:lnTo>
                  <a:lnTo>
                    <a:pt x="38679" y="7201"/>
                  </a:lnTo>
                  <a:lnTo>
                    <a:pt x="38679" y="1912"/>
                  </a:lnTo>
                  <a:lnTo>
                    <a:pt x="38664" y="1718"/>
                  </a:lnTo>
                  <a:lnTo>
                    <a:pt x="38634" y="1524"/>
                  </a:lnTo>
                  <a:lnTo>
                    <a:pt x="38589" y="1345"/>
                  </a:lnTo>
                  <a:lnTo>
                    <a:pt x="38529" y="1165"/>
                  </a:lnTo>
                  <a:lnTo>
                    <a:pt x="38455" y="1001"/>
                  </a:lnTo>
                  <a:lnTo>
                    <a:pt x="38350" y="852"/>
                  </a:lnTo>
                  <a:lnTo>
                    <a:pt x="38246" y="702"/>
                  </a:lnTo>
                  <a:lnTo>
                    <a:pt x="38126" y="568"/>
                  </a:lnTo>
                  <a:lnTo>
                    <a:pt x="37992" y="448"/>
                  </a:lnTo>
                  <a:lnTo>
                    <a:pt x="37842" y="329"/>
                  </a:lnTo>
                  <a:lnTo>
                    <a:pt x="37678" y="239"/>
                  </a:lnTo>
                  <a:lnTo>
                    <a:pt x="37514" y="150"/>
                  </a:lnTo>
                  <a:lnTo>
                    <a:pt x="37334" y="90"/>
                  </a:lnTo>
                  <a:lnTo>
                    <a:pt x="37155" y="45"/>
                  </a:lnTo>
                  <a:lnTo>
                    <a:pt x="36961" y="15"/>
                  </a:lnTo>
                  <a:lnTo>
                    <a:pt x="36767" y="0"/>
                  </a:ln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1444" name="Google Shape;1444;p32"/>
            <p:cNvSpPr/>
            <p:nvPr/>
          </p:nvSpPr>
          <p:spPr>
            <a:xfrm>
              <a:off x="-1191895" y="1252193"/>
              <a:ext cx="70603" cy="70575"/>
            </a:xfrm>
            <a:custGeom>
              <a:avLst/>
              <a:gdLst/>
              <a:ahLst/>
              <a:cxnLst/>
              <a:rect l="l" t="t" r="r" b="b"/>
              <a:pathLst>
                <a:path w="2511" h="2510" extrusionOk="0">
                  <a:moveTo>
                    <a:pt x="1121" y="0"/>
                  </a:moveTo>
                  <a:lnTo>
                    <a:pt x="1002" y="30"/>
                  </a:lnTo>
                  <a:lnTo>
                    <a:pt x="882" y="60"/>
                  </a:lnTo>
                  <a:lnTo>
                    <a:pt x="763" y="105"/>
                  </a:lnTo>
                  <a:lnTo>
                    <a:pt x="658" y="149"/>
                  </a:lnTo>
                  <a:lnTo>
                    <a:pt x="554" y="209"/>
                  </a:lnTo>
                  <a:lnTo>
                    <a:pt x="449" y="284"/>
                  </a:lnTo>
                  <a:lnTo>
                    <a:pt x="359" y="374"/>
                  </a:lnTo>
                  <a:lnTo>
                    <a:pt x="285" y="463"/>
                  </a:lnTo>
                  <a:lnTo>
                    <a:pt x="210" y="553"/>
                  </a:lnTo>
                  <a:lnTo>
                    <a:pt x="150" y="657"/>
                  </a:lnTo>
                  <a:lnTo>
                    <a:pt x="91" y="762"/>
                  </a:lnTo>
                  <a:lnTo>
                    <a:pt x="61" y="881"/>
                  </a:lnTo>
                  <a:lnTo>
                    <a:pt x="31" y="1001"/>
                  </a:lnTo>
                  <a:lnTo>
                    <a:pt x="1" y="1120"/>
                  </a:lnTo>
                  <a:lnTo>
                    <a:pt x="1" y="1255"/>
                  </a:lnTo>
                  <a:lnTo>
                    <a:pt x="1" y="1389"/>
                  </a:lnTo>
                  <a:lnTo>
                    <a:pt x="31" y="1509"/>
                  </a:lnTo>
                  <a:lnTo>
                    <a:pt x="61" y="1628"/>
                  </a:lnTo>
                  <a:lnTo>
                    <a:pt x="91" y="1748"/>
                  </a:lnTo>
                  <a:lnTo>
                    <a:pt x="150" y="1853"/>
                  </a:lnTo>
                  <a:lnTo>
                    <a:pt x="210" y="1957"/>
                  </a:lnTo>
                  <a:lnTo>
                    <a:pt x="285" y="2062"/>
                  </a:lnTo>
                  <a:lnTo>
                    <a:pt x="359" y="2151"/>
                  </a:lnTo>
                  <a:lnTo>
                    <a:pt x="449" y="2226"/>
                  </a:lnTo>
                  <a:lnTo>
                    <a:pt x="554" y="2301"/>
                  </a:lnTo>
                  <a:lnTo>
                    <a:pt x="658" y="2360"/>
                  </a:lnTo>
                  <a:lnTo>
                    <a:pt x="763" y="2420"/>
                  </a:lnTo>
                  <a:lnTo>
                    <a:pt x="882" y="2450"/>
                  </a:lnTo>
                  <a:lnTo>
                    <a:pt x="1002" y="2495"/>
                  </a:lnTo>
                  <a:lnTo>
                    <a:pt x="1121" y="2510"/>
                  </a:lnTo>
                  <a:lnTo>
                    <a:pt x="1390" y="2510"/>
                  </a:lnTo>
                  <a:lnTo>
                    <a:pt x="1510" y="2495"/>
                  </a:lnTo>
                  <a:lnTo>
                    <a:pt x="1629" y="2450"/>
                  </a:lnTo>
                  <a:lnTo>
                    <a:pt x="1749" y="2420"/>
                  </a:lnTo>
                  <a:lnTo>
                    <a:pt x="1853" y="2360"/>
                  </a:lnTo>
                  <a:lnTo>
                    <a:pt x="1958" y="2301"/>
                  </a:lnTo>
                  <a:lnTo>
                    <a:pt x="2063" y="2226"/>
                  </a:lnTo>
                  <a:lnTo>
                    <a:pt x="2137" y="2151"/>
                  </a:lnTo>
                  <a:lnTo>
                    <a:pt x="2227" y="2062"/>
                  </a:lnTo>
                  <a:lnTo>
                    <a:pt x="2302" y="1957"/>
                  </a:lnTo>
                  <a:lnTo>
                    <a:pt x="2361" y="1853"/>
                  </a:lnTo>
                  <a:lnTo>
                    <a:pt x="2421" y="1748"/>
                  </a:lnTo>
                  <a:lnTo>
                    <a:pt x="2451" y="1628"/>
                  </a:lnTo>
                  <a:lnTo>
                    <a:pt x="2481" y="1509"/>
                  </a:lnTo>
                  <a:lnTo>
                    <a:pt x="2511" y="1389"/>
                  </a:lnTo>
                  <a:lnTo>
                    <a:pt x="2511" y="1255"/>
                  </a:lnTo>
                  <a:lnTo>
                    <a:pt x="2511" y="1120"/>
                  </a:lnTo>
                  <a:lnTo>
                    <a:pt x="2481" y="1001"/>
                  </a:lnTo>
                  <a:lnTo>
                    <a:pt x="2451" y="881"/>
                  </a:lnTo>
                  <a:lnTo>
                    <a:pt x="2421" y="762"/>
                  </a:lnTo>
                  <a:lnTo>
                    <a:pt x="2361" y="657"/>
                  </a:lnTo>
                  <a:lnTo>
                    <a:pt x="2302" y="553"/>
                  </a:lnTo>
                  <a:lnTo>
                    <a:pt x="2227" y="463"/>
                  </a:lnTo>
                  <a:lnTo>
                    <a:pt x="2137" y="374"/>
                  </a:lnTo>
                  <a:lnTo>
                    <a:pt x="2063" y="284"/>
                  </a:lnTo>
                  <a:lnTo>
                    <a:pt x="1958" y="209"/>
                  </a:lnTo>
                  <a:lnTo>
                    <a:pt x="1853" y="149"/>
                  </a:lnTo>
                  <a:lnTo>
                    <a:pt x="1749" y="105"/>
                  </a:lnTo>
                  <a:lnTo>
                    <a:pt x="1629" y="60"/>
                  </a:lnTo>
                  <a:lnTo>
                    <a:pt x="1510" y="30"/>
                  </a:lnTo>
                  <a:lnTo>
                    <a:pt x="139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1445" name="Google Shape;1445;p32"/>
            <p:cNvSpPr/>
            <p:nvPr/>
          </p:nvSpPr>
          <p:spPr>
            <a:xfrm>
              <a:off x="-1060534" y="1252192"/>
              <a:ext cx="70603" cy="70575"/>
            </a:xfrm>
            <a:custGeom>
              <a:avLst/>
              <a:gdLst/>
              <a:ahLst/>
              <a:cxnLst/>
              <a:rect l="l" t="t" r="r" b="b"/>
              <a:pathLst>
                <a:path w="2511" h="2510" extrusionOk="0">
                  <a:moveTo>
                    <a:pt x="1121" y="0"/>
                  </a:moveTo>
                  <a:lnTo>
                    <a:pt x="1001" y="30"/>
                  </a:lnTo>
                  <a:lnTo>
                    <a:pt x="882" y="60"/>
                  </a:lnTo>
                  <a:lnTo>
                    <a:pt x="762" y="105"/>
                  </a:lnTo>
                  <a:lnTo>
                    <a:pt x="658" y="149"/>
                  </a:lnTo>
                  <a:lnTo>
                    <a:pt x="553" y="209"/>
                  </a:lnTo>
                  <a:lnTo>
                    <a:pt x="449" y="284"/>
                  </a:lnTo>
                  <a:lnTo>
                    <a:pt x="359" y="374"/>
                  </a:lnTo>
                  <a:lnTo>
                    <a:pt x="284" y="463"/>
                  </a:lnTo>
                  <a:lnTo>
                    <a:pt x="210" y="553"/>
                  </a:lnTo>
                  <a:lnTo>
                    <a:pt x="150" y="657"/>
                  </a:lnTo>
                  <a:lnTo>
                    <a:pt x="90" y="762"/>
                  </a:lnTo>
                  <a:lnTo>
                    <a:pt x="45" y="881"/>
                  </a:lnTo>
                  <a:lnTo>
                    <a:pt x="15" y="1001"/>
                  </a:lnTo>
                  <a:lnTo>
                    <a:pt x="0" y="1120"/>
                  </a:lnTo>
                  <a:lnTo>
                    <a:pt x="0" y="1255"/>
                  </a:lnTo>
                  <a:lnTo>
                    <a:pt x="0" y="1389"/>
                  </a:lnTo>
                  <a:lnTo>
                    <a:pt x="15" y="1509"/>
                  </a:lnTo>
                  <a:lnTo>
                    <a:pt x="45" y="1628"/>
                  </a:lnTo>
                  <a:lnTo>
                    <a:pt x="90" y="1748"/>
                  </a:lnTo>
                  <a:lnTo>
                    <a:pt x="150" y="1853"/>
                  </a:lnTo>
                  <a:lnTo>
                    <a:pt x="210" y="1957"/>
                  </a:lnTo>
                  <a:lnTo>
                    <a:pt x="284" y="2062"/>
                  </a:lnTo>
                  <a:lnTo>
                    <a:pt x="359" y="2151"/>
                  </a:lnTo>
                  <a:lnTo>
                    <a:pt x="449" y="2226"/>
                  </a:lnTo>
                  <a:lnTo>
                    <a:pt x="553" y="2301"/>
                  </a:lnTo>
                  <a:lnTo>
                    <a:pt x="658" y="2360"/>
                  </a:lnTo>
                  <a:lnTo>
                    <a:pt x="762" y="2420"/>
                  </a:lnTo>
                  <a:lnTo>
                    <a:pt x="882" y="2450"/>
                  </a:lnTo>
                  <a:lnTo>
                    <a:pt x="1001" y="2495"/>
                  </a:lnTo>
                  <a:lnTo>
                    <a:pt x="1121" y="2510"/>
                  </a:lnTo>
                  <a:lnTo>
                    <a:pt x="1375" y="2510"/>
                  </a:lnTo>
                  <a:lnTo>
                    <a:pt x="1509" y="2495"/>
                  </a:lnTo>
                  <a:lnTo>
                    <a:pt x="1629" y="2450"/>
                  </a:lnTo>
                  <a:lnTo>
                    <a:pt x="1748" y="2420"/>
                  </a:lnTo>
                  <a:lnTo>
                    <a:pt x="1853" y="2360"/>
                  </a:lnTo>
                  <a:lnTo>
                    <a:pt x="1957" y="2301"/>
                  </a:lnTo>
                  <a:lnTo>
                    <a:pt x="2047" y="2226"/>
                  </a:lnTo>
                  <a:lnTo>
                    <a:pt x="2137" y="2151"/>
                  </a:lnTo>
                  <a:lnTo>
                    <a:pt x="2226" y="2062"/>
                  </a:lnTo>
                  <a:lnTo>
                    <a:pt x="2301" y="1957"/>
                  </a:lnTo>
                  <a:lnTo>
                    <a:pt x="2361" y="1853"/>
                  </a:lnTo>
                  <a:lnTo>
                    <a:pt x="2406" y="1748"/>
                  </a:lnTo>
                  <a:lnTo>
                    <a:pt x="2450" y="1628"/>
                  </a:lnTo>
                  <a:lnTo>
                    <a:pt x="2480" y="1509"/>
                  </a:lnTo>
                  <a:lnTo>
                    <a:pt x="2510" y="1389"/>
                  </a:lnTo>
                  <a:lnTo>
                    <a:pt x="2510" y="1255"/>
                  </a:lnTo>
                  <a:lnTo>
                    <a:pt x="2510" y="1120"/>
                  </a:lnTo>
                  <a:lnTo>
                    <a:pt x="2480" y="1001"/>
                  </a:lnTo>
                  <a:lnTo>
                    <a:pt x="2450" y="881"/>
                  </a:lnTo>
                  <a:lnTo>
                    <a:pt x="2406" y="762"/>
                  </a:lnTo>
                  <a:lnTo>
                    <a:pt x="2361" y="657"/>
                  </a:lnTo>
                  <a:lnTo>
                    <a:pt x="2301" y="553"/>
                  </a:lnTo>
                  <a:lnTo>
                    <a:pt x="2226" y="463"/>
                  </a:lnTo>
                  <a:lnTo>
                    <a:pt x="2137" y="374"/>
                  </a:lnTo>
                  <a:lnTo>
                    <a:pt x="2047" y="284"/>
                  </a:lnTo>
                  <a:lnTo>
                    <a:pt x="1957" y="209"/>
                  </a:lnTo>
                  <a:lnTo>
                    <a:pt x="1853" y="149"/>
                  </a:lnTo>
                  <a:lnTo>
                    <a:pt x="1748" y="105"/>
                  </a:lnTo>
                  <a:lnTo>
                    <a:pt x="1629" y="60"/>
                  </a:lnTo>
                  <a:lnTo>
                    <a:pt x="1509" y="30"/>
                  </a:lnTo>
                  <a:lnTo>
                    <a:pt x="1375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1446" name="Google Shape;1446;p32"/>
            <p:cNvSpPr/>
            <p:nvPr/>
          </p:nvSpPr>
          <p:spPr>
            <a:xfrm>
              <a:off x="-925686" y="1252193"/>
              <a:ext cx="70603" cy="70575"/>
            </a:xfrm>
            <a:custGeom>
              <a:avLst/>
              <a:gdLst/>
              <a:ahLst/>
              <a:cxnLst/>
              <a:rect l="l" t="t" r="r" b="b"/>
              <a:pathLst>
                <a:path w="2511" h="2510" extrusionOk="0">
                  <a:moveTo>
                    <a:pt x="1121" y="0"/>
                  </a:moveTo>
                  <a:lnTo>
                    <a:pt x="1002" y="30"/>
                  </a:lnTo>
                  <a:lnTo>
                    <a:pt x="882" y="60"/>
                  </a:lnTo>
                  <a:lnTo>
                    <a:pt x="763" y="105"/>
                  </a:lnTo>
                  <a:lnTo>
                    <a:pt x="658" y="149"/>
                  </a:lnTo>
                  <a:lnTo>
                    <a:pt x="553" y="209"/>
                  </a:lnTo>
                  <a:lnTo>
                    <a:pt x="449" y="284"/>
                  </a:lnTo>
                  <a:lnTo>
                    <a:pt x="359" y="374"/>
                  </a:lnTo>
                  <a:lnTo>
                    <a:pt x="284" y="463"/>
                  </a:lnTo>
                  <a:lnTo>
                    <a:pt x="210" y="553"/>
                  </a:lnTo>
                  <a:lnTo>
                    <a:pt x="150" y="657"/>
                  </a:lnTo>
                  <a:lnTo>
                    <a:pt x="90" y="762"/>
                  </a:lnTo>
                  <a:lnTo>
                    <a:pt x="60" y="881"/>
                  </a:lnTo>
                  <a:lnTo>
                    <a:pt x="30" y="1001"/>
                  </a:lnTo>
                  <a:lnTo>
                    <a:pt x="1" y="1120"/>
                  </a:lnTo>
                  <a:lnTo>
                    <a:pt x="1" y="1255"/>
                  </a:lnTo>
                  <a:lnTo>
                    <a:pt x="1" y="1389"/>
                  </a:lnTo>
                  <a:lnTo>
                    <a:pt x="30" y="1509"/>
                  </a:lnTo>
                  <a:lnTo>
                    <a:pt x="60" y="1628"/>
                  </a:lnTo>
                  <a:lnTo>
                    <a:pt x="90" y="1748"/>
                  </a:lnTo>
                  <a:lnTo>
                    <a:pt x="150" y="1853"/>
                  </a:lnTo>
                  <a:lnTo>
                    <a:pt x="210" y="1957"/>
                  </a:lnTo>
                  <a:lnTo>
                    <a:pt x="284" y="2062"/>
                  </a:lnTo>
                  <a:lnTo>
                    <a:pt x="359" y="2151"/>
                  </a:lnTo>
                  <a:lnTo>
                    <a:pt x="449" y="2226"/>
                  </a:lnTo>
                  <a:lnTo>
                    <a:pt x="553" y="2301"/>
                  </a:lnTo>
                  <a:lnTo>
                    <a:pt x="658" y="2360"/>
                  </a:lnTo>
                  <a:lnTo>
                    <a:pt x="763" y="2420"/>
                  </a:lnTo>
                  <a:lnTo>
                    <a:pt x="882" y="2450"/>
                  </a:lnTo>
                  <a:lnTo>
                    <a:pt x="1002" y="2495"/>
                  </a:lnTo>
                  <a:lnTo>
                    <a:pt x="1121" y="2510"/>
                  </a:lnTo>
                  <a:lnTo>
                    <a:pt x="1390" y="2510"/>
                  </a:lnTo>
                  <a:lnTo>
                    <a:pt x="1510" y="2495"/>
                  </a:lnTo>
                  <a:lnTo>
                    <a:pt x="1629" y="2450"/>
                  </a:lnTo>
                  <a:lnTo>
                    <a:pt x="1749" y="2420"/>
                  </a:lnTo>
                  <a:lnTo>
                    <a:pt x="1853" y="2360"/>
                  </a:lnTo>
                  <a:lnTo>
                    <a:pt x="1958" y="2301"/>
                  </a:lnTo>
                  <a:lnTo>
                    <a:pt x="2062" y="2226"/>
                  </a:lnTo>
                  <a:lnTo>
                    <a:pt x="2152" y="2151"/>
                  </a:lnTo>
                  <a:lnTo>
                    <a:pt x="2227" y="2062"/>
                  </a:lnTo>
                  <a:lnTo>
                    <a:pt x="2301" y="1957"/>
                  </a:lnTo>
                  <a:lnTo>
                    <a:pt x="2361" y="1853"/>
                  </a:lnTo>
                  <a:lnTo>
                    <a:pt x="2421" y="1748"/>
                  </a:lnTo>
                  <a:lnTo>
                    <a:pt x="2451" y="1628"/>
                  </a:lnTo>
                  <a:lnTo>
                    <a:pt x="2481" y="1509"/>
                  </a:lnTo>
                  <a:lnTo>
                    <a:pt x="2510" y="1389"/>
                  </a:lnTo>
                  <a:lnTo>
                    <a:pt x="2510" y="1255"/>
                  </a:lnTo>
                  <a:lnTo>
                    <a:pt x="2510" y="1120"/>
                  </a:lnTo>
                  <a:lnTo>
                    <a:pt x="2481" y="1001"/>
                  </a:lnTo>
                  <a:lnTo>
                    <a:pt x="2451" y="881"/>
                  </a:lnTo>
                  <a:lnTo>
                    <a:pt x="2421" y="762"/>
                  </a:lnTo>
                  <a:lnTo>
                    <a:pt x="2361" y="657"/>
                  </a:lnTo>
                  <a:lnTo>
                    <a:pt x="2301" y="553"/>
                  </a:lnTo>
                  <a:lnTo>
                    <a:pt x="2227" y="463"/>
                  </a:lnTo>
                  <a:lnTo>
                    <a:pt x="2152" y="374"/>
                  </a:lnTo>
                  <a:lnTo>
                    <a:pt x="2062" y="284"/>
                  </a:lnTo>
                  <a:lnTo>
                    <a:pt x="1958" y="209"/>
                  </a:lnTo>
                  <a:lnTo>
                    <a:pt x="1853" y="149"/>
                  </a:lnTo>
                  <a:lnTo>
                    <a:pt x="1749" y="105"/>
                  </a:lnTo>
                  <a:lnTo>
                    <a:pt x="1629" y="60"/>
                  </a:lnTo>
                  <a:lnTo>
                    <a:pt x="1510" y="30"/>
                  </a:lnTo>
                  <a:lnTo>
                    <a:pt x="139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grpSp>
          <p:nvGrpSpPr>
            <p:cNvPr id="1447" name="Google Shape;1447;p32"/>
            <p:cNvGrpSpPr/>
            <p:nvPr/>
          </p:nvGrpSpPr>
          <p:grpSpPr>
            <a:xfrm>
              <a:off x="-1837552" y="1587475"/>
              <a:ext cx="691023" cy="562247"/>
              <a:chOff x="-3597916" y="995402"/>
              <a:chExt cx="1552861" cy="1263474"/>
            </a:xfrm>
          </p:grpSpPr>
          <p:sp>
            <p:nvSpPr>
              <p:cNvPr id="1448" name="Google Shape;1448;p32"/>
              <p:cNvSpPr/>
              <p:nvPr/>
            </p:nvSpPr>
            <p:spPr>
              <a:xfrm>
                <a:off x="-3597916" y="995402"/>
                <a:ext cx="1552843" cy="922581"/>
              </a:xfrm>
              <a:custGeom>
                <a:avLst/>
                <a:gdLst/>
                <a:ahLst/>
                <a:cxnLst/>
                <a:rect l="l" t="t" r="r" b="b"/>
                <a:pathLst>
                  <a:path w="43937" h="26104" extrusionOk="0">
                    <a:moveTo>
                      <a:pt x="19778" y="1"/>
                    </a:moveTo>
                    <a:lnTo>
                      <a:pt x="19207" y="28"/>
                    </a:lnTo>
                    <a:lnTo>
                      <a:pt x="18636" y="69"/>
                    </a:lnTo>
                    <a:lnTo>
                      <a:pt x="18078" y="123"/>
                    </a:lnTo>
                    <a:lnTo>
                      <a:pt x="17507" y="191"/>
                    </a:lnTo>
                    <a:lnTo>
                      <a:pt x="16935" y="273"/>
                    </a:lnTo>
                    <a:lnTo>
                      <a:pt x="16214" y="409"/>
                    </a:lnTo>
                    <a:lnTo>
                      <a:pt x="15507" y="572"/>
                    </a:lnTo>
                    <a:lnTo>
                      <a:pt x="14800" y="762"/>
                    </a:lnTo>
                    <a:lnTo>
                      <a:pt x="14120" y="966"/>
                    </a:lnTo>
                    <a:lnTo>
                      <a:pt x="13439" y="1198"/>
                    </a:lnTo>
                    <a:lnTo>
                      <a:pt x="12759" y="1456"/>
                    </a:lnTo>
                    <a:lnTo>
                      <a:pt x="12106" y="1728"/>
                    </a:lnTo>
                    <a:lnTo>
                      <a:pt x="11467" y="2027"/>
                    </a:lnTo>
                    <a:lnTo>
                      <a:pt x="10937" y="2300"/>
                    </a:lnTo>
                    <a:lnTo>
                      <a:pt x="10433" y="2572"/>
                    </a:lnTo>
                    <a:lnTo>
                      <a:pt x="9930" y="2871"/>
                    </a:lnTo>
                    <a:lnTo>
                      <a:pt x="9427" y="3170"/>
                    </a:lnTo>
                    <a:lnTo>
                      <a:pt x="8991" y="3456"/>
                    </a:lnTo>
                    <a:lnTo>
                      <a:pt x="8556" y="3755"/>
                    </a:lnTo>
                    <a:lnTo>
                      <a:pt x="8121" y="4068"/>
                    </a:lnTo>
                    <a:lnTo>
                      <a:pt x="7713" y="4394"/>
                    </a:lnTo>
                    <a:lnTo>
                      <a:pt x="7209" y="4802"/>
                    </a:lnTo>
                    <a:lnTo>
                      <a:pt x="6720" y="5238"/>
                    </a:lnTo>
                    <a:lnTo>
                      <a:pt x="6257" y="5673"/>
                    </a:lnTo>
                    <a:lnTo>
                      <a:pt x="5795" y="6135"/>
                    </a:lnTo>
                    <a:lnTo>
                      <a:pt x="5523" y="6408"/>
                    </a:lnTo>
                    <a:lnTo>
                      <a:pt x="5264" y="6693"/>
                    </a:lnTo>
                    <a:lnTo>
                      <a:pt x="4761" y="7264"/>
                    </a:lnTo>
                    <a:lnTo>
                      <a:pt x="4394" y="7713"/>
                    </a:lnTo>
                    <a:lnTo>
                      <a:pt x="4040" y="8176"/>
                    </a:lnTo>
                    <a:lnTo>
                      <a:pt x="3700" y="8638"/>
                    </a:lnTo>
                    <a:lnTo>
                      <a:pt x="3373" y="9114"/>
                    </a:lnTo>
                    <a:lnTo>
                      <a:pt x="3061" y="9604"/>
                    </a:lnTo>
                    <a:lnTo>
                      <a:pt x="2761" y="10107"/>
                    </a:lnTo>
                    <a:lnTo>
                      <a:pt x="2476" y="10611"/>
                    </a:lnTo>
                    <a:lnTo>
                      <a:pt x="2217" y="11128"/>
                    </a:lnTo>
                    <a:lnTo>
                      <a:pt x="1932" y="11685"/>
                    </a:lnTo>
                    <a:lnTo>
                      <a:pt x="1673" y="12257"/>
                    </a:lnTo>
                    <a:lnTo>
                      <a:pt x="1510" y="12665"/>
                    </a:lnTo>
                    <a:lnTo>
                      <a:pt x="1347" y="13059"/>
                    </a:lnTo>
                    <a:lnTo>
                      <a:pt x="1197" y="13467"/>
                    </a:lnTo>
                    <a:lnTo>
                      <a:pt x="1047" y="13889"/>
                    </a:lnTo>
                    <a:lnTo>
                      <a:pt x="911" y="14297"/>
                    </a:lnTo>
                    <a:lnTo>
                      <a:pt x="789" y="14719"/>
                    </a:lnTo>
                    <a:lnTo>
                      <a:pt x="680" y="15140"/>
                    </a:lnTo>
                    <a:lnTo>
                      <a:pt x="571" y="15576"/>
                    </a:lnTo>
                    <a:lnTo>
                      <a:pt x="435" y="16133"/>
                    </a:lnTo>
                    <a:lnTo>
                      <a:pt x="326" y="16705"/>
                    </a:lnTo>
                    <a:lnTo>
                      <a:pt x="245" y="17222"/>
                    </a:lnTo>
                    <a:lnTo>
                      <a:pt x="163" y="17752"/>
                    </a:lnTo>
                    <a:lnTo>
                      <a:pt x="109" y="18269"/>
                    </a:lnTo>
                    <a:lnTo>
                      <a:pt x="68" y="18799"/>
                    </a:lnTo>
                    <a:lnTo>
                      <a:pt x="27" y="19357"/>
                    </a:lnTo>
                    <a:lnTo>
                      <a:pt x="14" y="19928"/>
                    </a:lnTo>
                    <a:lnTo>
                      <a:pt x="0" y="20336"/>
                    </a:lnTo>
                    <a:lnTo>
                      <a:pt x="0" y="22690"/>
                    </a:lnTo>
                    <a:lnTo>
                      <a:pt x="14" y="22867"/>
                    </a:lnTo>
                    <a:lnTo>
                      <a:pt x="27" y="23043"/>
                    </a:lnTo>
                    <a:lnTo>
                      <a:pt x="41" y="23207"/>
                    </a:lnTo>
                    <a:lnTo>
                      <a:pt x="82" y="23383"/>
                    </a:lnTo>
                    <a:lnTo>
                      <a:pt x="109" y="23547"/>
                    </a:lnTo>
                    <a:lnTo>
                      <a:pt x="163" y="23710"/>
                    </a:lnTo>
                    <a:lnTo>
                      <a:pt x="218" y="23860"/>
                    </a:lnTo>
                    <a:lnTo>
                      <a:pt x="272" y="24023"/>
                    </a:lnTo>
                    <a:lnTo>
                      <a:pt x="422" y="24322"/>
                    </a:lnTo>
                    <a:lnTo>
                      <a:pt x="585" y="24594"/>
                    </a:lnTo>
                    <a:lnTo>
                      <a:pt x="789" y="24866"/>
                    </a:lnTo>
                    <a:lnTo>
                      <a:pt x="1007" y="25097"/>
                    </a:lnTo>
                    <a:lnTo>
                      <a:pt x="1251" y="25329"/>
                    </a:lnTo>
                    <a:lnTo>
                      <a:pt x="1510" y="25519"/>
                    </a:lnTo>
                    <a:lnTo>
                      <a:pt x="1796" y="25696"/>
                    </a:lnTo>
                    <a:lnTo>
                      <a:pt x="2095" y="25832"/>
                    </a:lnTo>
                    <a:lnTo>
                      <a:pt x="2244" y="25900"/>
                    </a:lnTo>
                    <a:lnTo>
                      <a:pt x="2408" y="25954"/>
                    </a:lnTo>
                    <a:lnTo>
                      <a:pt x="2571" y="25995"/>
                    </a:lnTo>
                    <a:lnTo>
                      <a:pt x="2734" y="26036"/>
                    </a:lnTo>
                    <a:lnTo>
                      <a:pt x="2897" y="26063"/>
                    </a:lnTo>
                    <a:lnTo>
                      <a:pt x="3074" y="26090"/>
                    </a:lnTo>
                    <a:lnTo>
                      <a:pt x="3237" y="26104"/>
                    </a:lnTo>
                    <a:lnTo>
                      <a:pt x="43936" y="26104"/>
                    </a:lnTo>
                    <a:lnTo>
                      <a:pt x="43936" y="18772"/>
                    </a:lnTo>
                    <a:lnTo>
                      <a:pt x="43936" y="18459"/>
                    </a:lnTo>
                    <a:lnTo>
                      <a:pt x="43909" y="17888"/>
                    </a:lnTo>
                    <a:lnTo>
                      <a:pt x="43882" y="17317"/>
                    </a:lnTo>
                    <a:lnTo>
                      <a:pt x="43841" y="16922"/>
                    </a:lnTo>
                    <a:lnTo>
                      <a:pt x="43800" y="16528"/>
                    </a:lnTo>
                    <a:lnTo>
                      <a:pt x="43760" y="16133"/>
                    </a:lnTo>
                    <a:lnTo>
                      <a:pt x="43692" y="15752"/>
                    </a:lnTo>
                    <a:lnTo>
                      <a:pt x="43624" y="15358"/>
                    </a:lnTo>
                    <a:lnTo>
                      <a:pt x="43556" y="14977"/>
                    </a:lnTo>
                    <a:lnTo>
                      <a:pt x="43474" y="14596"/>
                    </a:lnTo>
                    <a:lnTo>
                      <a:pt x="43379" y="14215"/>
                    </a:lnTo>
                    <a:lnTo>
                      <a:pt x="43175" y="13467"/>
                    </a:lnTo>
                    <a:lnTo>
                      <a:pt x="42943" y="12733"/>
                    </a:lnTo>
                    <a:lnTo>
                      <a:pt x="42685" y="12012"/>
                    </a:lnTo>
                    <a:lnTo>
                      <a:pt x="42399" y="11318"/>
                    </a:lnTo>
                    <a:lnTo>
                      <a:pt x="42141" y="10733"/>
                    </a:lnTo>
                    <a:lnTo>
                      <a:pt x="41855" y="10175"/>
                    </a:lnTo>
                    <a:lnTo>
                      <a:pt x="41651" y="9795"/>
                    </a:lnTo>
                    <a:lnTo>
                      <a:pt x="41447" y="9414"/>
                    </a:lnTo>
                    <a:lnTo>
                      <a:pt x="41230" y="9046"/>
                    </a:lnTo>
                    <a:lnTo>
                      <a:pt x="40998" y="8679"/>
                    </a:lnTo>
                    <a:lnTo>
                      <a:pt x="40753" y="8312"/>
                    </a:lnTo>
                    <a:lnTo>
                      <a:pt x="40509" y="7958"/>
                    </a:lnTo>
                    <a:lnTo>
                      <a:pt x="40264" y="7605"/>
                    </a:lnTo>
                    <a:lnTo>
                      <a:pt x="40005" y="7264"/>
                    </a:lnTo>
                    <a:lnTo>
                      <a:pt x="39774" y="6979"/>
                    </a:lnTo>
                    <a:lnTo>
                      <a:pt x="39529" y="6693"/>
                    </a:lnTo>
                    <a:lnTo>
                      <a:pt x="39298" y="6408"/>
                    </a:lnTo>
                    <a:lnTo>
                      <a:pt x="39039" y="6135"/>
                    </a:lnTo>
                    <a:lnTo>
                      <a:pt x="38767" y="5836"/>
                    </a:lnTo>
                    <a:lnTo>
                      <a:pt x="38495" y="5551"/>
                    </a:lnTo>
                    <a:lnTo>
                      <a:pt x="38210" y="5278"/>
                    </a:lnTo>
                    <a:lnTo>
                      <a:pt x="37924" y="5006"/>
                    </a:lnTo>
                    <a:lnTo>
                      <a:pt x="37638" y="4734"/>
                    </a:lnTo>
                    <a:lnTo>
                      <a:pt x="37339" y="4476"/>
                    </a:lnTo>
                    <a:lnTo>
                      <a:pt x="37026" y="4217"/>
                    </a:lnTo>
                    <a:lnTo>
                      <a:pt x="36713" y="3973"/>
                    </a:lnTo>
                    <a:lnTo>
                      <a:pt x="36401" y="3728"/>
                    </a:lnTo>
                    <a:lnTo>
                      <a:pt x="36088" y="3497"/>
                    </a:lnTo>
                    <a:lnTo>
                      <a:pt x="35761" y="3265"/>
                    </a:lnTo>
                    <a:lnTo>
                      <a:pt x="35421" y="3048"/>
                    </a:lnTo>
                    <a:lnTo>
                      <a:pt x="35095" y="2830"/>
                    </a:lnTo>
                    <a:lnTo>
                      <a:pt x="34755" y="2626"/>
                    </a:lnTo>
                    <a:lnTo>
                      <a:pt x="34401" y="2422"/>
                    </a:lnTo>
                    <a:lnTo>
                      <a:pt x="34061" y="2232"/>
                    </a:lnTo>
                    <a:lnTo>
                      <a:pt x="33707" y="2041"/>
                    </a:lnTo>
                    <a:lnTo>
                      <a:pt x="33340" y="1864"/>
                    </a:lnTo>
                    <a:lnTo>
                      <a:pt x="32986" y="1687"/>
                    </a:lnTo>
                    <a:lnTo>
                      <a:pt x="32619" y="1524"/>
                    </a:lnTo>
                    <a:lnTo>
                      <a:pt x="32238" y="1375"/>
                    </a:lnTo>
                    <a:lnTo>
                      <a:pt x="31871" y="1225"/>
                    </a:lnTo>
                    <a:lnTo>
                      <a:pt x="31490" y="1089"/>
                    </a:lnTo>
                    <a:lnTo>
                      <a:pt x="31109" y="953"/>
                    </a:lnTo>
                    <a:lnTo>
                      <a:pt x="30715" y="830"/>
                    </a:lnTo>
                    <a:lnTo>
                      <a:pt x="30334" y="708"/>
                    </a:lnTo>
                    <a:lnTo>
                      <a:pt x="29939" y="599"/>
                    </a:lnTo>
                    <a:lnTo>
                      <a:pt x="29531" y="504"/>
                    </a:lnTo>
                    <a:lnTo>
                      <a:pt x="29137" y="409"/>
                    </a:lnTo>
                    <a:lnTo>
                      <a:pt x="28729" y="327"/>
                    </a:lnTo>
                    <a:lnTo>
                      <a:pt x="28321" y="259"/>
                    </a:lnTo>
                    <a:lnTo>
                      <a:pt x="27913" y="191"/>
                    </a:lnTo>
                    <a:lnTo>
                      <a:pt x="27355" y="123"/>
                    </a:lnTo>
                    <a:lnTo>
                      <a:pt x="26784" y="69"/>
                    </a:lnTo>
                    <a:lnTo>
                      <a:pt x="26389" y="42"/>
                    </a:lnTo>
                    <a:lnTo>
                      <a:pt x="25981" y="14"/>
                    </a:lnTo>
                    <a:lnTo>
                      <a:pt x="25573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endParaRPr sz="2400" dirty="0"/>
              </a:p>
            </p:txBody>
          </p:sp>
          <p:sp>
            <p:nvSpPr>
              <p:cNvPr id="1449" name="Google Shape;1449;p32"/>
              <p:cNvSpPr/>
              <p:nvPr/>
            </p:nvSpPr>
            <p:spPr>
              <a:xfrm>
                <a:off x="-3063318" y="1917960"/>
                <a:ext cx="1018253" cy="340914"/>
              </a:xfrm>
              <a:custGeom>
                <a:avLst/>
                <a:gdLst/>
                <a:ahLst/>
                <a:cxnLst/>
                <a:rect l="l" t="t" r="r" b="b"/>
                <a:pathLst>
                  <a:path w="28811" h="9646" extrusionOk="0">
                    <a:moveTo>
                      <a:pt x="0" y="1"/>
                    </a:moveTo>
                    <a:lnTo>
                      <a:pt x="14" y="395"/>
                    </a:lnTo>
                    <a:lnTo>
                      <a:pt x="68" y="790"/>
                    </a:lnTo>
                    <a:lnTo>
                      <a:pt x="136" y="1171"/>
                    </a:lnTo>
                    <a:lnTo>
                      <a:pt x="231" y="1538"/>
                    </a:lnTo>
                    <a:lnTo>
                      <a:pt x="367" y="1905"/>
                    </a:lnTo>
                    <a:lnTo>
                      <a:pt x="517" y="2245"/>
                    </a:lnTo>
                    <a:lnTo>
                      <a:pt x="694" y="2585"/>
                    </a:lnTo>
                    <a:lnTo>
                      <a:pt x="884" y="2912"/>
                    </a:lnTo>
                    <a:lnTo>
                      <a:pt x="1075" y="3157"/>
                    </a:lnTo>
                    <a:lnTo>
                      <a:pt x="1265" y="3415"/>
                    </a:lnTo>
                    <a:lnTo>
                      <a:pt x="1483" y="3646"/>
                    </a:lnTo>
                    <a:lnTo>
                      <a:pt x="1714" y="3864"/>
                    </a:lnTo>
                    <a:lnTo>
                      <a:pt x="1945" y="4068"/>
                    </a:lnTo>
                    <a:lnTo>
                      <a:pt x="2204" y="4259"/>
                    </a:lnTo>
                    <a:lnTo>
                      <a:pt x="2462" y="4435"/>
                    </a:lnTo>
                    <a:lnTo>
                      <a:pt x="2734" y="4599"/>
                    </a:lnTo>
                    <a:lnTo>
                      <a:pt x="3020" y="4735"/>
                    </a:lnTo>
                    <a:lnTo>
                      <a:pt x="3319" y="4871"/>
                    </a:lnTo>
                    <a:lnTo>
                      <a:pt x="3618" y="4979"/>
                    </a:lnTo>
                    <a:lnTo>
                      <a:pt x="3931" y="5061"/>
                    </a:lnTo>
                    <a:lnTo>
                      <a:pt x="4244" y="5143"/>
                    </a:lnTo>
                    <a:lnTo>
                      <a:pt x="4571" y="5184"/>
                    </a:lnTo>
                    <a:lnTo>
                      <a:pt x="4897" y="5224"/>
                    </a:lnTo>
                    <a:lnTo>
                      <a:pt x="5237" y="5238"/>
                    </a:lnTo>
                    <a:lnTo>
                      <a:pt x="9155" y="5238"/>
                    </a:lnTo>
                    <a:lnTo>
                      <a:pt x="9345" y="5428"/>
                    </a:lnTo>
                    <a:lnTo>
                      <a:pt x="10120" y="6217"/>
                    </a:lnTo>
                    <a:lnTo>
                      <a:pt x="10501" y="6598"/>
                    </a:lnTo>
                    <a:lnTo>
                      <a:pt x="10882" y="6979"/>
                    </a:lnTo>
                    <a:lnTo>
                      <a:pt x="11263" y="7333"/>
                    </a:lnTo>
                    <a:lnTo>
                      <a:pt x="11658" y="7686"/>
                    </a:lnTo>
                    <a:lnTo>
                      <a:pt x="12066" y="8013"/>
                    </a:lnTo>
                    <a:lnTo>
                      <a:pt x="12501" y="8326"/>
                    </a:lnTo>
                    <a:lnTo>
                      <a:pt x="12719" y="8475"/>
                    </a:lnTo>
                    <a:lnTo>
                      <a:pt x="12936" y="8611"/>
                    </a:lnTo>
                    <a:lnTo>
                      <a:pt x="13167" y="8734"/>
                    </a:lnTo>
                    <a:lnTo>
                      <a:pt x="13412" y="8870"/>
                    </a:lnTo>
                    <a:lnTo>
                      <a:pt x="13657" y="8979"/>
                    </a:lnTo>
                    <a:lnTo>
                      <a:pt x="13902" y="9087"/>
                    </a:lnTo>
                    <a:lnTo>
                      <a:pt x="14174" y="9183"/>
                    </a:lnTo>
                    <a:lnTo>
                      <a:pt x="14432" y="9278"/>
                    </a:lnTo>
                    <a:lnTo>
                      <a:pt x="14718" y="9359"/>
                    </a:lnTo>
                    <a:lnTo>
                      <a:pt x="15004" y="9428"/>
                    </a:lnTo>
                    <a:lnTo>
                      <a:pt x="15303" y="9496"/>
                    </a:lnTo>
                    <a:lnTo>
                      <a:pt x="15602" y="9550"/>
                    </a:lnTo>
                    <a:lnTo>
                      <a:pt x="15929" y="9591"/>
                    </a:lnTo>
                    <a:lnTo>
                      <a:pt x="16255" y="9618"/>
                    </a:lnTo>
                    <a:lnTo>
                      <a:pt x="16595" y="9632"/>
                    </a:lnTo>
                    <a:lnTo>
                      <a:pt x="16949" y="9645"/>
                    </a:lnTo>
                    <a:lnTo>
                      <a:pt x="17425" y="9632"/>
                    </a:lnTo>
                    <a:lnTo>
                      <a:pt x="17901" y="9591"/>
                    </a:lnTo>
                    <a:lnTo>
                      <a:pt x="18377" y="9536"/>
                    </a:lnTo>
                    <a:lnTo>
                      <a:pt x="18840" y="9455"/>
                    </a:lnTo>
                    <a:lnTo>
                      <a:pt x="19302" y="9346"/>
                    </a:lnTo>
                    <a:lnTo>
                      <a:pt x="19765" y="9223"/>
                    </a:lnTo>
                    <a:lnTo>
                      <a:pt x="20214" y="9074"/>
                    </a:lnTo>
                    <a:lnTo>
                      <a:pt x="20649" y="8897"/>
                    </a:lnTo>
                    <a:lnTo>
                      <a:pt x="21084" y="8707"/>
                    </a:lnTo>
                    <a:lnTo>
                      <a:pt x="21506" y="8503"/>
                    </a:lnTo>
                    <a:lnTo>
                      <a:pt x="21914" y="8271"/>
                    </a:lnTo>
                    <a:lnTo>
                      <a:pt x="22322" y="8013"/>
                    </a:lnTo>
                    <a:lnTo>
                      <a:pt x="22703" y="7741"/>
                    </a:lnTo>
                    <a:lnTo>
                      <a:pt x="23084" y="7442"/>
                    </a:lnTo>
                    <a:lnTo>
                      <a:pt x="23437" y="7142"/>
                    </a:lnTo>
                    <a:lnTo>
                      <a:pt x="23791" y="6802"/>
                    </a:lnTo>
                    <a:lnTo>
                      <a:pt x="27545" y="3048"/>
                    </a:lnTo>
                    <a:lnTo>
                      <a:pt x="27654" y="2912"/>
                    </a:lnTo>
                    <a:lnTo>
                      <a:pt x="27913" y="2531"/>
                    </a:lnTo>
                    <a:lnTo>
                      <a:pt x="28130" y="2177"/>
                    </a:lnTo>
                    <a:lnTo>
                      <a:pt x="28334" y="1837"/>
                    </a:lnTo>
                    <a:lnTo>
                      <a:pt x="28498" y="1484"/>
                    </a:lnTo>
                    <a:lnTo>
                      <a:pt x="28579" y="1307"/>
                    </a:lnTo>
                    <a:lnTo>
                      <a:pt x="28634" y="1130"/>
                    </a:lnTo>
                    <a:lnTo>
                      <a:pt x="28688" y="953"/>
                    </a:lnTo>
                    <a:lnTo>
                      <a:pt x="28729" y="776"/>
                    </a:lnTo>
                    <a:lnTo>
                      <a:pt x="28770" y="586"/>
                    </a:lnTo>
                    <a:lnTo>
                      <a:pt x="28797" y="395"/>
                    </a:lnTo>
                    <a:lnTo>
                      <a:pt x="28810" y="205"/>
                    </a:lnTo>
                    <a:lnTo>
                      <a:pt x="28810" y="1"/>
                    </a:lnTo>
                    <a:close/>
                  </a:path>
                </a:pathLst>
              </a:custGeom>
              <a:solidFill>
                <a:srgbClr val="FF5325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endParaRPr sz="2400"/>
              </a:p>
            </p:txBody>
          </p:sp>
          <p:sp>
            <p:nvSpPr>
              <p:cNvPr id="1450" name="Google Shape;1450;p32"/>
              <p:cNvSpPr/>
              <p:nvPr/>
            </p:nvSpPr>
            <p:spPr>
              <a:xfrm>
                <a:off x="-3063318" y="1917960"/>
                <a:ext cx="1018253" cy="340914"/>
              </a:xfrm>
              <a:custGeom>
                <a:avLst/>
                <a:gdLst/>
                <a:ahLst/>
                <a:cxnLst/>
                <a:rect l="l" t="t" r="r" b="b"/>
                <a:pathLst>
                  <a:path w="28811" h="9646" extrusionOk="0">
                    <a:moveTo>
                      <a:pt x="0" y="1"/>
                    </a:moveTo>
                    <a:lnTo>
                      <a:pt x="14" y="395"/>
                    </a:lnTo>
                    <a:lnTo>
                      <a:pt x="68" y="790"/>
                    </a:lnTo>
                    <a:lnTo>
                      <a:pt x="136" y="1171"/>
                    </a:lnTo>
                    <a:lnTo>
                      <a:pt x="231" y="1538"/>
                    </a:lnTo>
                    <a:lnTo>
                      <a:pt x="367" y="1905"/>
                    </a:lnTo>
                    <a:lnTo>
                      <a:pt x="517" y="2245"/>
                    </a:lnTo>
                    <a:lnTo>
                      <a:pt x="694" y="2585"/>
                    </a:lnTo>
                    <a:lnTo>
                      <a:pt x="884" y="2912"/>
                    </a:lnTo>
                    <a:lnTo>
                      <a:pt x="1075" y="3157"/>
                    </a:lnTo>
                    <a:lnTo>
                      <a:pt x="1265" y="3415"/>
                    </a:lnTo>
                    <a:lnTo>
                      <a:pt x="1483" y="3646"/>
                    </a:lnTo>
                    <a:lnTo>
                      <a:pt x="1714" y="3864"/>
                    </a:lnTo>
                    <a:lnTo>
                      <a:pt x="1945" y="4068"/>
                    </a:lnTo>
                    <a:lnTo>
                      <a:pt x="2204" y="4259"/>
                    </a:lnTo>
                    <a:lnTo>
                      <a:pt x="2462" y="4435"/>
                    </a:lnTo>
                    <a:lnTo>
                      <a:pt x="2734" y="4599"/>
                    </a:lnTo>
                    <a:lnTo>
                      <a:pt x="3020" y="4735"/>
                    </a:lnTo>
                    <a:lnTo>
                      <a:pt x="3319" y="4871"/>
                    </a:lnTo>
                    <a:lnTo>
                      <a:pt x="3618" y="4979"/>
                    </a:lnTo>
                    <a:lnTo>
                      <a:pt x="3931" y="5061"/>
                    </a:lnTo>
                    <a:lnTo>
                      <a:pt x="4244" y="5143"/>
                    </a:lnTo>
                    <a:lnTo>
                      <a:pt x="4571" y="5184"/>
                    </a:lnTo>
                    <a:lnTo>
                      <a:pt x="4897" y="5224"/>
                    </a:lnTo>
                    <a:lnTo>
                      <a:pt x="5237" y="5238"/>
                    </a:lnTo>
                    <a:lnTo>
                      <a:pt x="9155" y="5238"/>
                    </a:lnTo>
                    <a:lnTo>
                      <a:pt x="9345" y="5428"/>
                    </a:lnTo>
                    <a:lnTo>
                      <a:pt x="10120" y="6217"/>
                    </a:lnTo>
                    <a:lnTo>
                      <a:pt x="10501" y="6598"/>
                    </a:lnTo>
                    <a:lnTo>
                      <a:pt x="10882" y="6979"/>
                    </a:lnTo>
                    <a:lnTo>
                      <a:pt x="11263" y="7333"/>
                    </a:lnTo>
                    <a:lnTo>
                      <a:pt x="11658" y="7686"/>
                    </a:lnTo>
                    <a:lnTo>
                      <a:pt x="12066" y="8013"/>
                    </a:lnTo>
                    <a:lnTo>
                      <a:pt x="12501" y="8326"/>
                    </a:lnTo>
                    <a:lnTo>
                      <a:pt x="12719" y="8475"/>
                    </a:lnTo>
                    <a:lnTo>
                      <a:pt x="12936" y="8611"/>
                    </a:lnTo>
                    <a:lnTo>
                      <a:pt x="13167" y="8734"/>
                    </a:lnTo>
                    <a:lnTo>
                      <a:pt x="13412" y="8870"/>
                    </a:lnTo>
                    <a:lnTo>
                      <a:pt x="13657" y="8979"/>
                    </a:lnTo>
                    <a:lnTo>
                      <a:pt x="13902" y="9087"/>
                    </a:lnTo>
                    <a:lnTo>
                      <a:pt x="14174" y="9183"/>
                    </a:lnTo>
                    <a:lnTo>
                      <a:pt x="14432" y="9278"/>
                    </a:lnTo>
                    <a:lnTo>
                      <a:pt x="14718" y="9359"/>
                    </a:lnTo>
                    <a:lnTo>
                      <a:pt x="15004" y="9428"/>
                    </a:lnTo>
                    <a:lnTo>
                      <a:pt x="15303" y="9496"/>
                    </a:lnTo>
                    <a:lnTo>
                      <a:pt x="15602" y="9550"/>
                    </a:lnTo>
                    <a:lnTo>
                      <a:pt x="15929" y="9591"/>
                    </a:lnTo>
                    <a:lnTo>
                      <a:pt x="16255" y="9618"/>
                    </a:lnTo>
                    <a:lnTo>
                      <a:pt x="16595" y="9632"/>
                    </a:lnTo>
                    <a:lnTo>
                      <a:pt x="16949" y="9645"/>
                    </a:lnTo>
                    <a:lnTo>
                      <a:pt x="17425" y="9632"/>
                    </a:lnTo>
                    <a:lnTo>
                      <a:pt x="17901" y="9591"/>
                    </a:lnTo>
                    <a:lnTo>
                      <a:pt x="18377" y="9536"/>
                    </a:lnTo>
                    <a:lnTo>
                      <a:pt x="18840" y="9455"/>
                    </a:lnTo>
                    <a:lnTo>
                      <a:pt x="19302" y="9346"/>
                    </a:lnTo>
                    <a:lnTo>
                      <a:pt x="19765" y="9223"/>
                    </a:lnTo>
                    <a:lnTo>
                      <a:pt x="20214" y="9074"/>
                    </a:lnTo>
                    <a:lnTo>
                      <a:pt x="20649" y="8897"/>
                    </a:lnTo>
                    <a:lnTo>
                      <a:pt x="21084" y="8707"/>
                    </a:lnTo>
                    <a:lnTo>
                      <a:pt x="21506" y="8503"/>
                    </a:lnTo>
                    <a:lnTo>
                      <a:pt x="21914" y="8271"/>
                    </a:lnTo>
                    <a:lnTo>
                      <a:pt x="22322" y="8013"/>
                    </a:lnTo>
                    <a:lnTo>
                      <a:pt x="22703" y="7741"/>
                    </a:lnTo>
                    <a:lnTo>
                      <a:pt x="23084" y="7442"/>
                    </a:lnTo>
                    <a:lnTo>
                      <a:pt x="23437" y="7142"/>
                    </a:lnTo>
                    <a:lnTo>
                      <a:pt x="23791" y="6802"/>
                    </a:lnTo>
                    <a:lnTo>
                      <a:pt x="27545" y="3048"/>
                    </a:lnTo>
                    <a:lnTo>
                      <a:pt x="27654" y="2912"/>
                    </a:lnTo>
                    <a:lnTo>
                      <a:pt x="27913" y="2531"/>
                    </a:lnTo>
                    <a:lnTo>
                      <a:pt x="28130" y="2177"/>
                    </a:lnTo>
                    <a:lnTo>
                      <a:pt x="28334" y="1837"/>
                    </a:lnTo>
                    <a:lnTo>
                      <a:pt x="28498" y="1484"/>
                    </a:lnTo>
                    <a:lnTo>
                      <a:pt x="28579" y="1307"/>
                    </a:lnTo>
                    <a:lnTo>
                      <a:pt x="28634" y="1130"/>
                    </a:lnTo>
                    <a:lnTo>
                      <a:pt x="28688" y="953"/>
                    </a:lnTo>
                    <a:lnTo>
                      <a:pt x="28729" y="776"/>
                    </a:lnTo>
                    <a:lnTo>
                      <a:pt x="28770" y="586"/>
                    </a:lnTo>
                    <a:lnTo>
                      <a:pt x="28797" y="395"/>
                    </a:lnTo>
                    <a:lnTo>
                      <a:pt x="28810" y="205"/>
                    </a:lnTo>
                    <a:lnTo>
                      <a:pt x="28810" y="1"/>
                    </a:lnTo>
                    <a:close/>
                  </a:path>
                </a:pathLst>
              </a:custGeom>
              <a:solidFill>
                <a:srgbClr val="B74919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endParaRPr sz="2400"/>
              </a:p>
            </p:txBody>
          </p:sp>
          <p:sp>
            <p:nvSpPr>
              <p:cNvPr id="1451" name="Google Shape;1451;p32"/>
              <p:cNvSpPr/>
              <p:nvPr/>
            </p:nvSpPr>
            <p:spPr>
              <a:xfrm>
                <a:off x="-2739789" y="2103051"/>
                <a:ext cx="573079" cy="155825"/>
              </a:xfrm>
              <a:custGeom>
                <a:avLst/>
                <a:gdLst/>
                <a:ahLst/>
                <a:cxnLst/>
                <a:rect l="l" t="t" r="r" b="b"/>
                <a:pathLst>
                  <a:path w="16215" h="4409" extrusionOk="0">
                    <a:moveTo>
                      <a:pt x="1" y="1"/>
                    </a:moveTo>
                    <a:lnTo>
                      <a:pt x="191" y="191"/>
                    </a:lnTo>
                    <a:lnTo>
                      <a:pt x="966" y="980"/>
                    </a:lnTo>
                    <a:lnTo>
                      <a:pt x="1347" y="1361"/>
                    </a:lnTo>
                    <a:lnTo>
                      <a:pt x="1728" y="1742"/>
                    </a:lnTo>
                    <a:lnTo>
                      <a:pt x="2109" y="2096"/>
                    </a:lnTo>
                    <a:lnTo>
                      <a:pt x="2504" y="2449"/>
                    </a:lnTo>
                    <a:lnTo>
                      <a:pt x="2912" y="2776"/>
                    </a:lnTo>
                    <a:lnTo>
                      <a:pt x="3347" y="3089"/>
                    </a:lnTo>
                    <a:lnTo>
                      <a:pt x="3565" y="3238"/>
                    </a:lnTo>
                    <a:lnTo>
                      <a:pt x="3782" y="3374"/>
                    </a:lnTo>
                    <a:lnTo>
                      <a:pt x="4013" y="3497"/>
                    </a:lnTo>
                    <a:lnTo>
                      <a:pt x="4258" y="3633"/>
                    </a:lnTo>
                    <a:lnTo>
                      <a:pt x="4503" y="3742"/>
                    </a:lnTo>
                    <a:lnTo>
                      <a:pt x="4748" y="3850"/>
                    </a:lnTo>
                    <a:lnTo>
                      <a:pt x="5020" y="3946"/>
                    </a:lnTo>
                    <a:lnTo>
                      <a:pt x="5278" y="4041"/>
                    </a:lnTo>
                    <a:lnTo>
                      <a:pt x="5564" y="4122"/>
                    </a:lnTo>
                    <a:lnTo>
                      <a:pt x="5850" y="4191"/>
                    </a:lnTo>
                    <a:lnTo>
                      <a:pt x="6149" y="4259"/>
                    </a:lnTo>
                    <a:lnTo>
                      <a:pt x="6448" y="4313"/>
                    </a:lnTo>
                    <a:lnTo>
                      <a:pt x="6775" y="4354"/>
                    </a:lnTo>
                    <a:lnTo>
                      <a:pt x="7101" y="4381"/>
                    </a:lnTo>
                    <a:lnTo>
                      <a:pt x="7441" y="4395"/>
                    </a:lnTo>
                    <a:lnTo>
                      <a:pt x="7795" y="4408"/>
                    </a:lnTo>
                    <a:lnTo>
                      <a:pt x="8271" y="4395"/>
                    </a:lnTo>
                    <a:lnTo>
                      <a:pt x="8747" y="4354"/>
                    </a:lnTo>
                    <a:lnTo>
                      <a:pt x="9223" y="4299"/>
                    </a:lnTo>
                    <a:lnTo>
                      <a:pt x="9686" y="4218"/>
                    </a:lnTo>
                    <a:lnTo>
                      <a:pt x="10148" y="4109"/>
                    </a:lnTo>
                    <a:lnTo>
                      <a:pt x="10611" y="3986"/>
                    </a:lnTo>
                    <a:lnTo>
                      <a:pt x="11060" y="3837"/>
                    </a:lnTo>
                    <a:lnTo>
                      <a:pt x="11495" y="3660"/>
                    </a:lnTo>
                    <a:lnTo>
                      <a:pt x="11930" y="3470"/>
                    </a:lnTo>
                    <a:lnTo>
                      <a:pt x="12352" y="3266"/>
                    </a:lnTo>
                    <a:lnTo>
                      <a:pt x="12760" y="3034"/>
                    </a:lnTo>
                    <a:lnTo>
                      <a:pt x="13168" y="2776"/>
                    </a:lnTo>
                    <a:lnTo>
                      <a:pt x="13549" y="2504"/>
                    </a:lnTo>
                    <a:lnTo>
                      <a:pt x="13930" y="2205"/>
                    </a:lnTo>
                    <a:lnTo>
                      <a:pt x="14283" y="1905"/>
                    </a:lnTo>
                    <a:lnTo>
                      <a:pt x="14637" y="1565"/>
                    </a:lnTo>
                    <a:lnTo>
                      <a:pt x="16215" y="1"/>
                    </a:lnTo>
                    <a:close/>
                  </a:path>
                </a:pathLst>
              </a:custGeom>
              <a:solidFill>
                <a:srgbClr val="434343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endParaRPr sz="2400"/>
              </a:p>
            </p:txBody>
          </p:sp>
          <p:sp>
            <p:nvSpPr>
              <p:cNvPr id="1452" name="Google Shape;1452;p32"/>
              <p:cNvSpPr/>
              <p:nvPr/>
            </p:nvSpPr>
            <p:spPr>
              <a:xfrm>
                <a:off x="-3597456" y="1659815"/>
                <a:ext cx="235593" cy="133665"/>
              </a:xfrm>
              <a:custGeom>
                <a:avLst/>
                <a:gdLst/>
                <a:ahLst/>
                <a:cxnLst/>
                <a:rect l="l" t="t" r="r" b="b"/>
                <a:pathLst>
                  <a:path w="6666" h="3782" extrusionOk="0">
                    <a:moveTo>
                      <a:pt x="55" y="0"/>
                    </a:moveTo>
                    <a:lnTo>
                      <a:pt x="14" y="558"/>
                    </a:lnTo>
                    <a:lnTo>
                      <a:pt x="1" y="1129"/>
                    </a:lnTo>
                    <a:lnTo>
                      <a:pt x="2884" y="1129"/>
                    </a:lnTo>
                    <a:lnTo>
                      <a:pt x="3156" y="1143"/>
                    </a:lnTo>
                    <a:lnTo>
                      <a:pt x="3415" y="1184"/>
                    </a:lnTo>
                    <a:lnTo>
                      <a:pt x="3673" y="1252"/>
                    </a:lnTo>
                    <a:lnTo>
                      <a:pt x="3918" y="1347"/>
                    </a:lnTo>
                    <a:lnTo>
                      <a:pt x="4149" y="1456"/>
                    </a:lnTo>
                    <a:lnTo>
                      <a:pt x="4367" y="1592"/>
                    </a:lnTo>
                    <a:lnTo>
                      <a:pt x="4571" y="1742"/>
                    </a:lnTo>
                    <a:lnTo>
                      <a:pt x="4762" y="1905"/>
                    </a:lnTo>
                    <a:lnTo>
                      <a:pt x="4925" y="2095"/>
                    </a:lnTo>
                    <a:lnTo>
                      <a:pt x="5074" y="2299"/>
                    </a:lnTo>
                    <a:lnTo>
                      <a:pt x="5210" y="2517"/>
                    </a:lnTo>
                    <a:lnTo>
                      <a:pt x="5319" y="2748"/>
                    </a:lnTo>
                    <a:lnTo>
                      <a:pt x="5414" y="2993"/>
                    </a:lnTo>
                    <a:lnTo>
                      <a:pt x="5482" y="3251"/>
                    </a:lnTo>
                    <a:lnTo>
                      <a:pt x="5523" y="3510"/>
                    </a:lnTo>
                    <a:lnTo>
                      <a:pt x="5537" y="3782"/>
                    </a:lnTo>
                    <a:lnTo>
                      <a:pt x="6666" y="3782"/>
                    </a:lnTo>
                    <a:lnTo>
                      <a:pt x="6666" y="3591"/>
                    </a:lnTo>
                    <a:lnTo>
                      <a:pt x="6652" y="3387"/>
                    </a:lnTo>
                    <a:lnTo>
                      <a:pt x="6625" y="3211"/>
                    </a:lnTo>
                    <a:lnTo>
                      <a:pt x="6598" y="3020"/>
                    </a:lnTo>
                    <a:lnTo>
                      <a:pt x="6543" y="2830"/>
                    </a:lnTo>
                    <a:lnTo>
                      <a:pt x="6503" y="2653"/>
                    </a:lnTo>
                    <a:lnTo>
                      <a:pt x="6435" y="2476"/>
                    </a:lnTo>
                    <a:lnTo>
                      <a:pt x="6367" y="2313"/>
                    </a:lnTo>
                    <a:lnTo>
                      <a:pt x="6299" y="2136"/>
                    </a:lnTo>
                    <a:lnTo>
                      <a:pt x="6217" y="1973"/>
                    </a:lnTo>
                    <a:lnTo>
                      <a:pt x="6122" y="1823"/>
                    </a:lnTo>
                    <a:lnTo>
                      <a:pt x="6027" y="1660"/>
                    </a:lnTo>
                    <a:lnTo>
                      <a:pt x="5918" y="1524"/>
                    </a:lnTo>
                    <a:lnTo>
                      <a:pt x="5809" y="1374"/>
                    </a:lnTo>
                    <a:lnTo>
                      <a:pt x="5686" y="1238"/>
                    </a:lnTo>
                    <a:lnTo>
                      <a:pt x="5564" y="1102"/>
                    </a:lnTo>
                    <a:lnTo>
                      <a:pt x="5428" y="980"/>
                    </a:lnTo>
                    <a:lnTo>
                      <a:pt x="5292" y="857"/>
                    </a:lnTo>
                    <a:lnTo>
                      <a:pt x="5142" y="749"/>
                    </a:lnTo>
                    <a:lnTo>
                      <a:pt x="4993" y="640"/>
                    </a:lnTo>
                    <a:lnTo>
                      <a:pt x="4843" y="545"/>
                    </a:lnTo>
                    <a:lnTo>
                      <a:pt x="4694" y="449"/>
                    </a:lnTo>
                    <a:lnTo>
                      <a:pt x="4530" y="368"/>
                    </a:lnTo>
                    <a:lnTo>
                      <a:pt x="4353" y="300"/>
                    </a:lnTo>
                    <a:lnTo>
                      <a:pt x="4190" y="232"/>
                    </a:lnTo>
                    <a:lnTo>
                      <a:pt x="4013" y="164"/>
                    </a:lnTo>
                    <a:lnTo>
                      <a:pt x="3823" y="109"/>
                    </a:lnTo>
                    <a:lnTo>
                      <a:pt x="3646" y="68"/>
                    </a:lnTo>
                    <a:lnTo>
                      <a:pt x="3456" y="41"/>
                    </a:lnTo>
                    <a:lnTo>
                      <a:pt x="3265" y="14"/>
                    </a:lnTo>
                    <a:lnTo>
                      <a:pt x="3075" y="0"/>
                    </a:lnTo>
                    <a:close/>
                  </a:path>
                </a:pathLst>
              </a:custGeom>
              <a:solidFill>
                <a:srgbClr val="434343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endParaRPr sz="2400"/>
              </a:p>
            </p:txBody>
          </p:sp>
          <p:sp>
            <p:nvSpPr>
              <p:cNvPr id="1453" name="Google Shape;1453;p32"/>
              <p:cNvSpPr/>
              <p:nvPr/>
            </p:nvSpPr>
            <p:spPr>
              <a:xfrm>
                <a:off x="-3586393" y="1355017"/>
                <a:ext cx="411069" cy="230787"/>
              </a:xfrm>
              <a:custGeom>
                <a:avLst/>
                <a:gdLst/>
                <a:ahLst/>
                <a:cxnLst/>
                <a:rect l="l" t="t" r="r" b="b"/>
                <a:pathLst>
                  <a:path w="11631" h="6530" extrusionOk="0">
                    <a:moveTo>
                      <a:pt x="10502" y="0"/>
                    </a:moveTo>
                    <a:lnTo>
                      <a:pt x="10488" y="272"/>
                    </a:lnTo>
                    <a:lnTo>
                      <a:pt x="10474" y="558"/>
                    </a:lnTo>
                    <a:lnTo>
                      <a:pt x="10434" y="817"/>
                    </a:lnTo>
                    <a:lnTo>
                      <a:pt x="10393" y="1089"/>
                    </a:lnTo>
                    <a:lnTo>
                      <a:pt x="10325" y="1347"/>
                    </a:lnTo>
                    <a:lnTo>
                      <a:pt x="10257" y="1606"/>
                    </a:lnTo>
                    <a:lnTo>
                      <a:pt x="10175" y="1850"/>
                    </a:lnTo>
                    <a:lnTo>
                      <a:pt x="10080" y="2095"/>
                    </a:lnTo>
                    <a:lnTo>
                      <a:pt x="9971" y="2340"/>
                    </a:lnTo>
                    <a:lnTo>
                      <a:pt x="9849" y="2571"/>
                    </a:lnTo>
                    <a:lnTo>
                      <a:pt x="9713" y="2803"/>
                    </a:lnTo>
                    <a:lnTo>
                      <a:pt x="9577" y="3020"/>
                    </a:lnTo>
                    <a:lnTo>
                      <a:pt x="9427" y="3224"/>
                    </a:lnTo>
                    <a:lnTo>
                      <a:pt x="9264" y="3428"/>
                    </a:lnTo>
                    <a:lnTo>
                      <a:pt x="9101" y="3632"/>
                    </a:lnTo>
                    <a:lnTo>
                      <a:pt x="8910" y="3823"/>
                    </a:lnTo>
                    <a:lnTo>
                      <a:pt x="8733" y="4000"/>
                    </a:lnTo>
                    <a:lnTo>
                      <a:pt x="8529" y="4163"/>
                    </a:lnTo>
                    <a:lnTo>
                      <a:pt x="8325" y="4326"/>
                    </a:lnTo>
                    <a:lnTo>
                      <a:pt x="8121" y="4476"/>
                    </a:lnTo>
                    <a:lnTo>
                      <a:pt x="7904" y="4612"/>
                    </a:lnTo>
                    <a:lnTo>
                      <a:pt x="7672" y="4748"/>
                    </a:lnTo>
                    <a:lnTo>
                      <a:pt x="7441" y="4870"/>
                    </a:lnTo>
                    <a:lnTo>
                      <a:pt x="7196" y="4979"/>
                    </a:lnTo>
                    <a:lnTo>
                      <a:pt x="6951" y="5074"/>
                    </a:lnTo>
                    <a:lnTo>
                      <a:pt x="6707" y="5156"/>
                    </a:lnTo>
                    <a:lnTo>
                      <a:pt x="6448" y="5224"/>
                    </a:lnTo>
                    <a:lnTo>
                      <a:pt x="6190" y="5292"/>
                    </a:lnTo>
                    <a:lnTo>
                      <a:pt x="5918" y="5333"/>
                    </a:lnTo>
                    <a:lnTo>
                      <a:pt x="5646" y="5373"/>
                    </a:lnTo>
                    <a:lnTo>
                      <a:pt x="5373" y="5387"/>
                    </a:lnTo>
                    <a:lnTo>
                      <a:pt x="5101" y="5401"/>
                    </a:lnTo>
                    <a:lnTo>
                      <a:pt x="245" y="5401"/>
                    </a:lnTo>
                    <a:lnTo>
                      <a:pt x="109" y="5958"/>
                    </a:lnTo>
                    <a:lnTo>
                      <a:pt x="0" y="6530"/>
                    </a:lnTo>
                    <a:lnTo>
                      <a:pt x="5101" y="6530"/>
                    </a:lnTo>
                    <a:lnTo>
                      <a:pt x="5523" y="6516"/>
                    </a:lnTo>
                    <a:lnTo>
                      <a:pt x="5945" y="6475"/>
                    </a:lnTo>
                    <a:lnTo>
                      <a:pt x="6353" y="6407"/>
                    </a:lnTo>
                    <a:lnTo>
                      <a:pt x="6761" y="6326"/>
                    </a:lnTo>
                    <a:lnTo>
                      <a:pt x="7155" y="6203"/>
                    </a:lnTo>
                    <a:lnTo>
                      <a:pt x="7536" y="6067"/>
                    </a:lnTo>
                    <a:lnTo>
                      <a:pt x="7904" y="5904"/>
                    </a:lnTo>
                    <a:lnTo>
                      <a:pt x="8271" y="5713"/>
                    </a:lnTo>
                    <a:lnTo>
                      <a:pt x="8611" y="5509"/>
                    </a:lnTo>
                    <a:lnTo>
                      <a:pt x="8937" y="5278"/>
                    </a:lnTo>
                    <a:lnTo>
                      <a:pt x="9250" y="5033"/>
                    </a:lnTo>
                    <a:lnTo>
                      <a:pt x="9549" y="4775"/>
                    </a:lnTo>
                    <a:lnTo>
                      <a:pt x="9835" y="4489"/>
                    </a:lnTo>
                    <a:lnTo>
                      <a:pt x="10107" y="4190"/>
                    </a:lnTo>
                    <a:lnTo>
                      <a:pt x="10352" y="3877"/>
                    </a:lnTo>
                    <a:lnTo>
                      <a:pt x="10583" y="3551"/>
                    </a:lnTo>
                    <a:lnTo>
                      <a:pt x="10747" y="3279"/>
                    </a:lnTo>
                    <a:lnTo>
                      <a:pt x="10910" y="2993"/>
                    </a:lnTo>
                    <a:lnTo>
                      <a:pt x="11046" y="2707"/>
                    </a:lnTo>
                    <a:lnTo>
                      <a:pt x="11168" y="2422"/>
                    </a:lnTo>
                    <a:lnTo>
                      <a:pt x="11277" y="2136"/>
                    </a:lnTo>
                    <a:lnTo>
                      <a:pt x="11372" y="1850"/>
                    </a:lnTo>
                    <a:lnTo>
                      <a:pt x="11454" y="1551"/>
                    </a:lnTo>
                    <a:lnTo>
                      <a:pt x="11508" y="1252"/>
                    </a:lnTo>
                    <a:lnTo>
                      <a:pt x="11563" y="939"/>
                    </a:lnTo>
                    <a:lnTo>
                      <a:pt x="11603" y="640"/>
                    </a:lnTo>
                    <a:lnTo>
                      <a:pt x="11631" y="313"/>
                    </a:lnTo>
                    <a:lnTo>
                      <a:pt x="11631" y="0"/>
                    </a:lnTo>
                    <a:close/>
                  </a:path>
                </a:pathLst>
              </a:custGeom>
              <a:solidFill>
                <a:srgbClr val="434343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endParaRPr sz="2400"/>
              </a:p>
            </p:txBody>
          </p:sp>
          <p:sp>
            <p:nvSpPr>
              <p:cNvPr id="1454" name="Google Shape;1454;p32"/>
              <p:cNvSpPr/>
              <p:nvPr/>
            </p:nvSpPr>
            <p:spPr>
              <a:xfrm>
                <a:off x="-2484966" y="1641048"/>
                <a:ext cx="439908" cy="172648"/>
              </a:xfrm>
              <a:custGeom>
                <a:avLst/>
                <a:gdLst/>
                <a:ahLst/>
                <a:cxnLst/>
                <a:rect l="l" t="t" r="r" b="b"/>
                <a:pathLst>
                  <a:path w="12447" h="4885" extrusionOk="0">
                    <a:moveTo>
                      <a:pt x="0" y="1"/>
                    </a:moveTo>
                    <a:lnTo>
                      <a:pt x="14" y="246"/>
                    </a:lnTo>
                    <a:lnTo>
                      <a:pt x="27" y="491"/>
                    </a:lnTo>
                    <a:lnTo>
                      <a:pt x="54" y="735"/>
                    </a:lnTo>
                    <a:lnTo>
                      <a:pt x="109" y="980"/>
                    </a:lnTo>
                    <a:lnTo>
                      <a:pt x="150" y="1212"/>
                    </a:lnTo>
                    <a:lnTo>
                      <a:pt x="218" y="1443"/>
                    </a:lnTo>
                    <a:lnTo>
                      <a:pt x="299" y="1660"/>
                    </a:lnTo>
                    <a:lnTo>
                      <a:pt x="381" y="1878"/>
                    </a:lnTo>
                    <a:lnTo>
                      <a:pt x="476" y="2096"/>
                    </a:lnTo>
                    <a:lnTo>
                      <a:pt x="585" y="2300"/>
                    </a:lnTo>
                    <a:lnTo>
                      <a:pt x="694" y="2504"/>
                    </a:lnTo>
                    <a:lnTo>
                      <a:pt x="816" y="2708"/>
                    </a:lnTo>
                    <a:lnTo>
                      <a:pt x="952" y="2898"/>
                    </a:lnTo>
                    <a:lnTo>
                      <a:pt x="1102" y="3075"/>
                    </a:lnTo>
                    <a:lnTo>
                      <a:pt x="1251" y="3252"/>
                    </a:lnTo>
                    <a:lnTo>
                      <a:pt x="1401" y="3415"/>
                    </a:lnTo>
                    <a:lnTo>
                      <a:pt x="1564" y="3578"/>
                    </a:lnTo>
                    <a:lnTo>
                      <a:pt x="1741" y="3728"/>
                    </a:lnTo>
                    <a:lnTo>
                      <a:pt x="1918" y="3878"/>
                    </a:lnTo>
                    <a:lnTo>
                      <a:pt x="2108" y="4014"/>
                    </a:lnTo>
                    <a:lnTo>
                      <a:pt x="2312" y="4150"/>
                    </a:lnTo>
                    <a:lnTo>
                      <a:pt x="2503" y="4258"/>
                    </a:lnTo>
                    <a:lnTo>
                      <a:pt x="2707" y="4367"/>
                    </a:lnTo>
                    <a:lnTo>
                      <a:pt x="2925" y="4476"/>
                    </a:lnTo>
                    <a:lnTo>
                      <a:pt x="3142" y="4558"/>
                    </a:lnTo>
                    <a:lnTo>
                      <a:pt x="3360" y="4639"/>
                    </a:lnTo>
                    <a:lnTo>
                      <a:pt x="3591" y="4707"/>
                    </a:lnTo>
                    <a:lnTo>
                      <a:pt x="3822" y="4762"/>
                    </a:lnTo>
                    <a:lnTo>
                      <a:pt x="4054" y="4816"/>
                    </a:lnTo>
                    <a:lnTo>
                      <a:pt x="4298" y="4843"/>
                    </a:lnTo>
                    <a:lnTo>
                      <a:pt x="4543" y="4871"/>
                    </a:lnTo>
                    <a:lnTo>
                      <a:pt x="4788" y="4884"/>
                    </a:lnTo>
                    <a:lnTo>
                      <a:pt x="12446" y="4884"/>
                    </a:lnTo>
                    <a:lnTo>
                      <a:pt x="12446" y="3742"/>
                    </a:lnTo>
                    <a:lnTo>
                      <a:pt x="4693" y="3742"/>
                    </a:lnTo>
                    <a:lnTo>
                      <a:pt x="4503" y="3728"/>
                    </a:lnTo>
                    <a:lnTo>
                      <a:pt x="4312" y="3701"/>
                    </a:lnTo>
                    <a:lnTo>
                      <a:pt x="4122" y="3674"/>
                    </a:lnTo>
                    <a:lnTo>
                      <a:pt x="3945" y="3619"/>
                    </a:lnTo>
                    <a:lnTo>
                      <a:pt x="3768" y="3578"/>
                    </a:lnTo>
                    <a:lnTo>
                      <a:pt x="3591" y="3510"/>
                    </a:lnTo>
                    <a:lnTo>
                      <a:pt x="3428" y="3442"/>
                    </a:lnTo>
                    <a:lnTo>
                      <a:pt x="3265" y="3374"/>
                    </a:lnTo>
                    <a:lnTo>
                      <a:pt x="3101" y="3293"/>
                    </a:lnTo>
                    <a:lnTo>
                      <a:pt x="2938" y="3197"/>
                    </a:lnTo>
                    <a:lnTo>
                      <a:pt x="2789" y="3102"/>
                    </a:lnTo>
                    <a:lnTo>
                      <a:pt x="2639" y="2993"/>
                    </a:lnTo>
                    <a:lnTo>
                      <a:pt x="2503" y="2885"/>
                    </a:lnTo>
                    <a:lnTo>
                      <a:pt x="2367" y="2776"/>
                    </a:lnTo>
                    <a:lnTo>
                      <a:pt x="2231" y="2653"/>
                    </a:lnTo>
                    <a:lnTo>
                      <a:pt x="2108" y="2517"/>
                    </a:lnTo>
                    <a:lnTo>
                      <a:pt x="2000" y="2381"/>
                    </a:lnTo>
                    <a:lnTo>
                      <a:pt x="1891" y="2245"/>
                    </a:lnTo>
                    <a:lnTo>
                      <a:pt x="1782" y="2096"/>
                    </a:lnTo>
                    <a:lnTo>
                      <a:pt x="1687" y="1946"/>
                    </a:lnTo>
                    <a:lnTo>
                      <a:pt x="1592" y="1783"/>
                    </a:lnTo>
                    <a:lnTo>
                      <a:pt x="1510" y="1620"/>
                    </a:lnTo>
                    <a:lnTo>
                      <a:pt x="1442" y="1456"/>
                    </a:lnTo>
                    <a:lnTo>
                      <a:pt x="1374" y="1293"/>
                    </a:lnTo>
                    <a:lnTo>
                      <a:pt x="1306" y="1116"/>
                    </a:lnTo>
                    <a:lnTo>
                      <a:pt x="1265" y="939"/>
                    </a:lnTo>
                    <a:lnTo>
                      <a:pt x="1224" y="763"/>
                    </a:lnTo>
                    <a:lnTo>
                      <a:pt x="1183" y="572"/>
                    </a:lnTo>
                    <a:lnTo>
                      <a:pt x="1156" y="382"/>
                    </a:lnTo>
                    <a:lnTo>
                      <a:pt x="1143" y="191"/>
                    </a:lnTo>
                    <a:lnTo>
                      <a:pt x="1143" y="1"/>
                    </a:lnTo>
                    <a:close/>
                  </a:path>
                </a:pathLst>
              </a:custGeom>
              <a:solidFill>
                <a:srgbClr val="434343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endParaRPr sz="2400"/>
              </a:p>
            </p:txBody>
          </p:sp>
          <p:sp>
            <p:nvSpPr>
              <p:cNvPr id="1455" name="Google Shape;1455;p32"/>
              <p:cNvSpPr/>
              <p:nvPr/>
            </p:nvSpPr>
            <p:spPr>
              <a:xfrm>
                <a:off x="-3538786" y="1388664"/>
                <a:ext cx="189931" cy="39937"/>
              </a:xfrm>
              <a:custGeom>
                <a:avLst/>
                <a:gdLst/>
                <a:ahLst/>
                <a:cxnLst/>
                <a:rect l="l" t="t" r="r" b="b"/>
                <a:pathLst>
                  <a:path w="5374" h="1130" extrusionOk="0">
                    <a:moveTo>
                      <a:pt x="544" y="1"/>
                    </a:moveTo>
                    <a:lnTo>
                      <a:pt x="259" y="558"/>
                    </a:lnTo>
                    <a:lnTo>
                      <a:pt x="0" y="1130"/>
                    </a:lnTo>
                    <a:lnTo>
                      <a:pt x="5373" y="1130"/>
                    </a:lnTo>
                    <a:lnTo>
                      <a:pt x="5373" y="1"/>
                    </a:lnTo>
                    <a:close/>
                  </a:path>
                </a:pathLst>
              </a:custGeom>
              <a:solidFill>
                <a:srgbClr val="434343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endParaRPr sz="2400"/>
              </a:p>
            </p:txBody>
          </p:sp>
          <p:sp>
            <p:nvSpPr>
              <p:cNvPr id="1456" name="Google Shape;1456;p32"/>
              <p:cNvSpPr/>
              <p:nvPr/>
            </p:nvSpPr>
            <p:spPr>
              <a:xfrm>
                <a:off x="-2663342" y="1212232"/>
                <a:ext cx="479350" cy="223117"/>
              </a:xfrm>
              <a:custGeom>
                <a:avLst/>
                <a:gdLst/>
                <a:ahLst/>
                <a:cxnLst/>
                <a:rect l="l" t="t" r="r" b="b"/>
                <a:pathLst>
                  <a:path w="13563" h="6313" extrusionOk="0">
                    <a:moveTo>
                      <a:pt x="5972" y="0"/>
                    </a:moveTo>
                    <a:lnTo>
                      <a:pt x="5618" y="41"/>
                    </a:lnTo>
                    <a:lnTo>
                      <a:pt x="5265" y="82"/>
                    </a:lnTo>
                    <a:lnTo>
                      <a:pt x="4925" y="150"/>
                    </a:lnTo>
                    <a:lnTo>
                      <a:pt x="4598" y="232"/>
                    </a:lnTo>
                    <a:lnTo>
                      <a:pt x="4272" y="341"/>
                    </a:lnTo>
                    <a:lnTo>
                      <a:pt x="3945" y="463"/>
                    </a:lnTo>
                    <a:lnTo>
                      <a:pt x="3632" y="599"/>
                    </a:lnTo>
                    <a:lnTo>
                      <a:pt x="3333" y="749"/>
                    </a:lnTo>
                    <a:lnTo>
                      <a:pt x="3047" y="925"/>
                    </a:lnTo>
                    <a:lnTo>
                      <a:pt x="2762" y="1102"/>
                    </a:lnTo>
                    <a:lnTo>
                      <a:pt x="2490" y="1293"/>
                    </a:lnTo>
                    <a:lnTo>
                      <a:pt x="2231" y="1510"/>
                    </a:lnTo>
                    <a:lnTo>
                      <a:pt x="1986" y="1742"/>
                    </a:lnTo>
                    <a:lnTo>
                      <a:pt x="1742" y="1973"/>
                    </a:lnTo>
                    <a:lnTo>
                      <a:pt x="1524" y="2218"/>
                    </a:lnTo>
                    <a:lnTo>
                      <a:pt x="1320" y="2463"/>
                    </a:lnTo>
                    <a:lnTo>
                      <a:pt x="1129" y="2721"/>
                    </a:lnTo>
                    <a:lnTo>
                      <a:pt x="966" y="2979"/>
                    </a:lnTo>
                    <a:lnTo>
                      <a:pt x="803" y="3251"/>
                    </a:lnTo>
                    <a:lnTo>
                      <a:pt x="626" y="3605"/>
                    </a:lnTo>
                    <a:lnTo>
                      <a:pt x="463" y="3959"/>
                    </a:lnTo>
                    <a:lnTo>
                      <a:pt x="327" y="4326"/>
                    </a:lnTo>
                    <a:lnTo>
                      <a:pt x="218" y="4707"/>
                    </a:lnTo>
                    <a:lnTo>
                      <a:pt x="123" y="5101"/>
                    </a:lnTo>
                    <a:lnTo>
                      <a:pt x="55" y="5496"/>
                    </a:lnTo>
                    <a:lnTo>
                      <a:pt x="14" y="5904"/>
                    </a:lnTo>
                    <a:lnTo>
                      <a:pt x="0" y="6312"/>
                    </a:lnTo>
                    <a:lnTo>
                      <a:pt x="1143" y="6312"/>
                    </a:lnTo>
                    <a:lnTo>
                      <a:pt x="1157" y="6054"/>
                    </a:lnTo>
                    <a:lnTo>
                      <a:pt x="1170" y="5782"/>
                    </a:lnTo>
                    <a:lnTo>
                      <a:pt x="1198" y="5523"/>
                    </a:lnTo>
                    <a:lnTo>
                      <a:pt x="1252" y="5265"/>
                    </a:lnTo>
                    <a:lnTo>
                      <a:pt x="1306" y="5020"/>
                    </a:lnTo>
                    <a:lnTo>
                      <a:pt x="1374" y="4775"/>
                    </a:lnTo>
                    <a:lnTo>
                      <a:pt x="1456" y="4530"/>
                    </a:lnTo>
                    <a:lnTo>
                      <a:pt x="1551" y="4299"/>
                    </a:lnTo>
                    <a:lnTo>
                      <a:pt x="1660" y="4068"/>
                    </a:lnTo>
                    <a:lnTo>
                      <a:pt x="1769" y="3850"/>
                    </a:lnTo>
                    <a:lnTo>
                      <a:pt x="1891" y="3632"/>
                    </a:lnTo>
                    <a:lnTo>
                      <a:pt x="2027" y="3415"/>
                    </a:lnTo>
                    <a:lnTo>
                      <a:pt x="2177" y="3211"/>
                    </a:lnTo>
                    <a:lnTo>
                      <a:pt x="2327" y="3020"/>
                    </a:lnTo>
                    <a:lnTo>
                      <a:pt x="2490" y="2830"/>
                    </a:lnTo>
                    <a:lnTo>
                      <a:pt x="2667" y="2653"/>
                    </a:lnTo>
                    <a:lnTo>
                      <a:pt x="2843" y="2476"/>
                    </a:lnTo>
                    <a:lnTo>
                      <a:pt x="3034" y="2313"/>
                    </a:lnTo>
                    <a:lnTo>
                      <a:pt x="3224" y="2163"/>
                    </a:lnTo>
                    <a:lnTo>
                      <a:pt x="3428" y="2014"/>
                    </a:lnTo>
                    <a:lnTo>
                      <a:pt x="3646" y="1878"/>
                    </a:lnTo>
                    <a:lnTo>
                      <a:pt x="3864" y="1755"/>
                    </a:lnTo>
                    <a:lnTo>
                      <a:pt x="4081" y="1646"/>
                    </a:lnTo>
                    <a:lnTo>
                      <a:pt x="4313" y="1538"/>
                    </a:lnTo>
                    <a:lnTo>
                      <a:pt x="4544" y="1442"/>
                    </a:lnTo>
                    <a:lnTo>
                      <a:pt x="4789" y="1361"/>
                    </a:lnTo>
                    <a:lnTo>
                      <a:pt x="5033" y="1293"/>
                    </a:lnTo>
                    <a:lnTo>
                      <a:pt x="5292" y="1238"/>
                    </a:lnTo>
                    <a:lnTo>
                      <a:pt x="5537" y="1197"/>
                    </a:lnTo>
                    <a:lnTo>
                      <a:pt x="5795" y="1157"/>
                    </a:lnTo>
                    <a:lnTo>
                      <a:pt x="6067" y="1143"/>
                    </a:lnTo>
                    <a:lnTo>
                      <a:pt x="6326" y="1129"/>
                    </a:lnTo>
                    <a:lnTo>
                      <a:pt x="13562" y="1129"/>
                    </a:lnTo>
                    <a:lnTo>
                      <a:pt x="13331" y="844"/>
                    </a:lnTo>
                    <a:lnTo>
                      <a:pt x="13086" y="558"/>
                    </a:lnTo>
                    <a:lnTo>
                      <a:pt x="12855" y="273"/>
                    </a:lnTo>
                    <a:lnTo>
                      <a:pt x="12596" y="0"/>
                    </a:lnTo>
                    <a:close/>
                  </a:path>
                </a:pathLst>
              </a:custGeom>
              <a:solidFill>
                <a:srgbClr val="434343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endParaRPr sz="2400"/>
              </a:p>
            </p:txBody>
          </p:sp>
          <p:sp>
            <p:nvSpPr>
              <p:cNvPr id="1457" name="Google Shape;1457;p32"/>
              <p:cNvSpPr/>
              <p:nvPr/>
            </p:nvSpPr>
            <p:spPr>
              <a:xfrm>
                <a:off x="-2390742" y="1355018"/>
                <a:ext cx="291364" cy="40432"/>
              </a:xfrm>
              <a:custGeom>
                <a:avLst/>
                <a:gdLst/>
                <a:ahLst/>
                <a:cxnLst/>
                <a:rect l="l" t="t" r="r" b="b"/>
                <a:pathLst>
                  <a:path w="8244" h="1144" extrusionOk="0">
                    <a:moveTo>
                      <a:pt x="0" y="0"/>
                    </a:moveTo>
                    <a:lnTo>
                      <a:pt x="0" y="1143"/>
                    </a:lnTo>
                    <a:lnTo>
                      <a:pt x="8243" y="1143"/>
                    </a:lnTo>
                    <a:lnTo>
                      <a:pt x="7985" y="558"/>
                    </a:lnTo>
                    <a:lnTo>
                      <a:pt x="7699" y="0"/>
                    </a:lnTo>
                    <a:close/>
                  </a:path>
                </a:pathLst>
              </a:custGeom>
              <a:solidFill>
                <a:srgbClr val="434343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endParaRPr sz="2400"/>
              </a:p>
            </p:txBody>
          </p:sp>
          <p:sp>
            <p:nvSpPr>
              <p:cNvPr id="1458" name="Google Shape;1458;p32"/>
              <p:cNvSpPr/>
              <p:nvPr/>
            </p:nvSpPr>
            <p:spPr>
              <a:xfrm>
                <a:off x="-3103715" y="1620867"/>
                <a:ext cx="144728" cy="297124"/>
              </a:xfrm>
              <a:custGeom>
                <a:avLst/>
                <a:gdLst/>
                <a:ahLst/>
                <a:cxnLst/>
                <a:rect l="l" t="t" r="r" b="b"/>
                <a:pathLst>
                  <a:path w="4095" h="8407" extrusionOk="0">
                    <a:moveTo>
                      <a:pt x="4095" y="1"/>
                    </a:moveTo>
                    <a:lnTo>
                      <a:pt x="3755" y="28"/>
                    </a:lnTo>
                    <a:lnTo>
                      <a:pt x="3428" y="69"/>
                    </a:lnTo>
                    <a:lnTo>
                      <a:pt x="3102" y="123"/>
                    </a:lnTo>
                    <a:lnTo>
                      <a:pt x="2789" y="218"/>
                    </a:lnTo>
                    <a:lnTo>
                      <a:pt x="2490" y="341"/>
                    </a:lnTo>
                    <a:lnTo>
                      <a:pt x="2204" y="477"/>
                    </a:lnTo>
                    <a:lnTo>
                      <a:pt x="1932" y="626"/>
                    </a:lnTo>
                    <a:lnTo>
                      <a:pt x="1660" y="817"/>
                    </a:lnTo>
                    <a:lnTo>
                      <a:pt x="1415" y="1007"/>
                    </a:lnTo>
                    <a:lnTo>
                      <a:pt x="1184" y="1225"/>
                    </a:lnTo>
                    <a:lnTo>
                      <a:pt x="966" y="1470"/>
                    </a:lnTo>
                    <a:lnTo>
                      <a:pt x="776" y="1715"/>
                    </a:lnTo>
                    <a:lnTo>
                      <a:pt x="599" y="1973"/>
                    </a:lnTo>
                    <a:lnTo>
                      <a:pt x="449" y="2259"/>
                    </a:lnTo>
                    <a:lnTo>
                      <a:pt x="313" y="2544"/>
                    </a:lnTo>
                    <a:lnTo>
                      <a:pt x="205" y="2857"/>
                    </a:lnTo>
                    <a:lnTo>
                      <a:pt x="123" y="3116"/>
                    </a:lnTo>
                    <a:lnTo>
                      <a:pt x="68" y="3401"/>
                    </a:lnTo>
                    <a:lnTo>
                      <a:pt x="28" y="3687"/>
                    </a:lnTo>
                    <a:lnTo>
                      <a:pt x="14" y="3973"/>
                    </a:lnTo>
                    <a:lnTo>
                      <a:pt x="0" y="4095"/>
                    </a:lnTo>
                    <a:lnTo>
                      <a:pt x="0" y="8407"/>
                    </a:lnTo>
                    <a:lnTo>
                      <a:pt x="1143" y="8407"/>
                    </a:lnTo>
                    <a:lnTo>
                      <a:pt x="1143" y="4095"/>
                    </a:lnTo>
                    <a:lnTo>
                      <a:pt x="1157" y="3796"/>
                    </a:lnTo>
                    <a:lnTo>
                      <a:pt x="1198" y="3496"/>
                    </a:lnTo>
                    <a:lnTo>
                      <a:pt x="1279" y="3224"/>
                    </a:lnTo>
                    <a:lnTo>
                      <a:pt x="1374" y="2952"/>
                    </a:lnTo>
                    <a:lnTo>
                      <a:pt x="1497" y="2694"/>
                    </a:lnTo>
                    <a:lnTo>
                      <a:pt x="1646" y="2449"/>
                    </a:lnTo>
                    <a:lnTo>
                      <a:pt x="1823" y="2218"/>
                    </a:lnTo>
                    <a:lnTo>
                      <a:pt x="2014" y="2014"/>
                    </a:lnTo>
                    <a:lnTo>
                      <a:pt x="2218" y="1823"/>
                    </a:lnTo>
                    <a:lnTo>
                      <a:pt x="2449" y="1647"/>
                    </a:lnTo>
                    <a:lnTo>
                      <a:pt x="2694" y="1497"/>
                    </a:lnTo>
                    <a:lnTo>
                      <a:pt x="2952" y="1374"/>
                    </a:lnTo>
                    <a:lnTo>
                      <a:pt x="3224" y="1279"/>
                    </a:lnTo>
                    <a:lnTo>
                      <a:pt x="3496" y="1198"/>
                    </a:lnTo>
                    <a:lnTo>
                      <a:pt x="3796" y="1157"/>
                    </a:lnTo>
                    <a:lnTo>
                      <a:pt x="4095" y="1143"/>
                    </a:lnTo>
                    <a:lnTo>
                      <a:pt x="4095" y="1"/>
                    </a:lnTo>
                    <a:close/>
                  </a:path>
                </a:pathLst>
              </a:custGeom>
              <a:solidFill>
                <a:srgbClr val="434343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endParaRPr sz="2400"/>
              </a:p>
            </p:txBody>
          </p:sp>
          <p:sp>
            <p:nvSpPr>
              <p:cNvPr id="1459" name="Google Shape;1459;p32"/>
              <p:cNvSpPr/>
              <p:nvPr/>
            </p:nvSpPr>
            <p:spPr>
              <a:xfrm>
                <a:off x="-2999383" y="999750"/>
                <a:ext cx="163000" cy="267331"/>
              </a:xfrm>
              <a:custGeom>
                <a:avLst/>
                <a:gdLst/>
                <a:ahLst/>
                <a:cxnLst/>
                <a:rect l="l" t="t" r="r" b="b"/>
                <a:pathLst>
                  <a:path w="4612" h="7564" extrusionOk="0">
                    <a:moveTo>
                      <a:pt x="1143" y="0"/>
                    </a:moveTo>
                    <a:lnTo>
                      <a:pt x="572" y="68"/>
                    </a:lnTo>
                    <a:lnTo>
                      <a:pt x="0" y="150"/>
                    </a:lnTo>
                    <a:lnTo>
                      <a:pt x="0" y="2952"/>
                    </a:lnTo>
                    <a:lnTo>
                      <a:pt x="14" y="3183"/>
                    </a:lnTo>
                    <a:lnTo>
                      <a:pt x="27" y="3428"/>
                    </a:lnTo>
                    <a:lnTo>
                      <a:pt x="55" y="3659"/>
                    </a:lnTo>
                    <a:lnTo>
                      <a:pt x="95" y="3877"/>
                    </a:lnTo>
                    <a:lnTo>
                      <a:pt x="150" y="4108"/>
                    </a:lnTo>
                    <a:lnTo>
                      <a:pt x="204" y="4326"/>
                    </a:lnTo>
                    <a:lnTo>
                      <a:pt x="286" y="4530"/>
                    </a:lnTo>
                    <a:lnTo>
                      <a:pt x="368" y="4747"/>
                    </a:lnTo>
                    <a:lnTo>
                      <a:pt x="463" y="4951"/>
                    </a:lnTo>
                    <a:lnTo>
                      <a:pt x="558" y="5142"/>
                    </a:lnTo>
                    <a:lnTo>
                      <a:pt x="667" y="5346"/>
                    </a:lnTo>
                    <a:lnTo>
                      <a:pt x="789" y="5523"/>
                    </a:lnTo>
                    <a:lnTo>
                      <a:pt x="925" y="5713"/>
                    </a:lnTo>
                    <a:lnTo>
                      <a:pt x="1061" y="5890"/>
                    </a:lnTo>
                    <a:lnTo>
                      <a:pt x="1197" y="6053"/>
                    </a:lnTo>
                    <a:lnTo>
                      <a:pt x="1361" y="6216"/>
                    </a:lnTo>
                    <a:lnTo>
                      <a:pt x="1510" y="6366"/>
                    </a:lnTo>
                    <a:lnTo>
                      <a:pt x="1687" y="6516"/>
                    </a:lnTo>
                    <a:lnTo>
                      <a:pt x="1864" y="6652"/>
                    </a:lnTo>
                    <a:lnTo>
                      <a:pt x="2041" y="6774"/>
                    </a:lnTo>
                    <a:lnTo>
                      <a:pt x="2231" y="6897"/>
                    </a:lnTo>
                    <a:lnTo>
                      <a:pt x="2422" y="7005"/>
                    </a:lnTo>
                    <a:lnTo>
                      <a:pt x="2612" y="7114"/>
                    </a:lnTo>
                    <a:lnTo>
                      <a:pt x="2816" y="7196"/>
                    </a:lnTo>
                    <a:lnTo>
                      <a:pt x="3034" y="7277"/>
                    </a:lnTo>
                    <a:lnTo>
                      <a:pt x="3251" y="7359"/>
                    </a:lnTo>
                    <a:lnTo>
                      <a:pt x="3469" y="7414"/>
                    </a:lnTo>
                    <a:lnTo>
                      <a:pt x="3687" y="7468"/>
                    </a:lnTo>
                    <a:lnTo>
                      <a:pt x="3918" y="7509"/>
                    </a:lnTo>
                    <a:lnTo>
                      <a:pt x="4149" y="7536"/>
                    </a:lnTo>
                    <a:lnTo>
                      <a:pt x="4380" y="7563"/>
                    </a:lnTo>
                    <a:lnTo>
                      <a:pt x="4612" y="7563"/>
                    </a:lnTo>
                    <a:lnTo>
                      <a:pt x="4612" y="6434"/>
                    </a:lnTo>
                    <a:lnTo>
                      <a:pt x="4435" y="6421"/>
                    </a:lnTo>
                    <a:lnTo>
                      <a:pt x="4258" y="6407"/>
                    </a:lnTo>
                    <a:lnTo>
                      <a:pt x="4081" y="6393"/>
                    </a:lnTo>
                    <a:lnTo>
                      <a:pt x="3918" y="6353"/>
                    </a:lnTo>
                    <a:lnTo>
                      <a:pt x="3755" y="6312"/>
                    </a:lnTo>
                    <a:lnTo>
                      <a:pt x="3578" y="6271"/>
                    </a:lnTo>
                    <a:lnTo>
                      <a:pt x="3428" y="6216"/>
                    </a:lnTo>
                    <a:lnTo>
                      <a:pt x="3265" y="6148"/>
                    </a:lnTo>
                    <a:lnTo>
                      <a:pt x="3115" y="6080"/>
                    </a:lnTo>
                    <a:lnTo>
                      <a:pt x="2966" y="6012"/>
                    </a:lnTo>
                    <a:lnTo>
                      <a:pt x="2666" y="5836"/>
                    </a:lnTo>
                    <a:lnTo>
                      <a:pt x="2408" y="5632"/>
                    </a:lnTo>
                    <a:lnTo>
                      <a:pt x="2163" y="5414"/>
                    </a:lnTo>
                    <a:lnTo>
                      <a:pt x="1932" y="5169"/>
                    </a:lnTo>
                    <a:lnTo>
                      <a:pt x="1728" y="4897"/>
                    </a:lnTo>
                    <a:lnTo>
                      <a:pt x="1565" y="4611"/>
                    </a:lnTo>
                    <a:lnTo>
                      <a:pt x="1483" y="4462"/>
                    </a:lnTo>
                    <a:lnTo>
                      <a:pt x="1415" y="4299"/>
                    </a:lnTo>
                    <a:lnTo>
                      <a:pt x="1347" y="4149"/>
                    </a:lnTo>
                    <a:lnTo>
                      <a:pt x="1293" y="3986"/>
                    </a:lnTo>
                    <a:lnTo>
                      <a:pt x="1252" y="3822"/>
                    </a:lnTo>
                    <a:lnTo>
                      <a:pt x="1211" y="3646"/>
                    </a:lnTo>
                    <a:lnTo>
                      <a:pt x="1184" y="3482"/>
                    </a:lnTo>
                    <a:lnTo>
                      <a:pt x="1156" y="3306"/>
                    </a:lnTo>
                    <a:lnTo>
                      <a:pt x="1143" y="3129"/>
                    </a:lnTo>
                    <a:lnTo>
                      <a:pt x="1143" y="2952"/>
                    </a:lnTo>
                    <a:lnTo>
                      <a:pt x="1143" y="0"/>
                    </a:lnTo>
                    <a:close/>
                  </a:path>
                </a:pathLst>
              </a:custGeom>
              <a:solidFill>
                <a:srgbClr val="434343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endParaRPr sz="2400"/>
              </a:p>
            </p:txBody>
          </p:sp>
          <p:sp>
            <p:nvSpPr>
              <p:cNvPr id="1460" name="Google Shape;1460;p32"/>
              <p:cNvSpPr/>
              <p:nvPr/>
            </p:nvSpPr>
            <p:spPr>
              <a:xfrm>
                <a:off x="-2773435" y="997807"/>
                <a:ext cx="162045" cy="151973"/>
              </a:xfrm>
              <a:custGeom>
                <a:avLst/>
                <a:gdLst/>
                <a:ahLst/>
                <a:cxnLst/>
                <a:rect l="l" t="t" r="r" b="b"/>
                <a:pathLst>
                  <a:path w="4585" h="4300" extrusionOk="0">
                    <a:moveTo>
                      <a:pt x="3456" y="1"/>
                    </a:moveTo>
                    <a:lnTo>
                      <a:pt x="3415" y="327"/>
                    </a:lnTo>
                    <a:lnTo>
                      <a:pt x="3333" y="640"/>
                    </a:lnTo>
                    <a:lnTo>
                      <a:pt x="3238" y="953"/>
                    </a:lnTo>
                    <a:lnTo>
                      <a:pt x="3102" y="1239"/>
                    </a:lnTo>
                    <a:lnTo>
                      <a:pt x="2952" y="1511"/>
                    </a:lnTo>
                    <a:lnTo>
                      <a:pt x="2775" y="1783"/>
                    </a:lnTo>
                    <a:lnTo>
                      <a:pt x="2571" y="2014"/>
                    </a:lnTo>
                    <a:lnTo>
                      <a:pt x="2340" y="2245"/>
                    </a:lnTo>
                    <a:lnTo>
                      <a:pt x="2109" y="2449"/>
                    </a:lnTo>
                    <a:lnTo>
                      <a:pt x="1850" y="2626"/>
                    </a:lnTo>
                    <a:lnTo>
                      <a:pt x="1565" y="2776"/>
                    </a:lnTo>
                    <a:lnTo>
                      <a:pt x="1279" y="2912"/>
                    </a:lnTo>
                    <a:lnTo>
                      <a:pt x="980" y="3020"/>
                    </a:lnTo>
                    <a:lnTo>
                      <a:pt x="653" y="3102"/>
                    </a:lnTo>
                    <a:lnTo>
                      <a:pt x="327" y="3143"/>
                    </a:lnTo>
                    <a:lnTo>
                      <a:pt x="0" y="3157"/>
                    </a:lnTo>
                    <a:lnTo>
                      <a:pt x="0" y="4299"/>
                    </a:lnTo>
                    <a:lnTo>
                      <a:pt x="218" y="4286"/>
                    </a:lnTo>
                    <a:lnTo>
                      <a:pt x="436" y="4272"/>
                    </a:lnTo>
                    <a:lnTo>
                      <a:pt x="653" y="4245"/>
                    </a:lnTo>
                    <a:lnTo>
                      <a:pt x="871" y="4218"/>
                    </a:lnTo>
                    <a:lnTo>
                      <a:pt x="1089" y="4163"/>
                    </a:lnTo>
                    <a:lnTo>
                      <a:pt x="1293" y="4109"/>
                    </a:lnTo>
                    <a:lnTo>
                      <a:pt x="1497" y="4041"/>
                    </a:lnTo>
                    <a:lnTo>
                      <a:pt x="1701" y="3973"/>
                    </a:lnTo>
                    <a:lnTo>
                      <a:pt x="1891" y="3891"/>
                    </a:lnTo>
                    <a:lnTo>
                      <a:pt x="2082" y="3796"/>
                    </a:lnTo>
                    <a:lnTo>
                      <a:pt x="2259" y="3701"/>
                    </a:lnTo>
                    <a:lnTo>
                      <a:pt x="2449" y="3592"/>
                    </a:lnTo>
                    <a:lnTo>
                      <a:pt x="2626" y="3483"/>
                    </a:lnTo>
                    <a:lnTo>
                      <a:pt x="2789" y="3347"/>
                    </a:lnTo>
                    <a:lnTo>
                      <a:pt x="2952" y="3225"/>
                    </a:lnTo>
                    <a:lnTo>
                      <a:pt x="3102" y="3089"/>
                    </a:lnTo>
                    <a:lnTo>
                      <a:pt x="3265" y="2939"/>
                    </a:lnTo>
                    <a:lnTo>
                      <a:pt x="3401" y="2789"/>
                    </a:lnTo>
                    <a:lnTo>
                      <a:pt x="3537" y="2640"/>
                    </a:lnTo>
                    <a:lnTo>
                      <a:pt x="3673" y="2476"/>
                    </a:lnTo>
                    <a:lnTo>
                      <a:pt x="3796" y="2300"/>
                    </a:lnTo>
                    <a:lnTo>
                      <a:pt x="3904" y="2123"/>
                    </a:lnTo>
                    <a:lnTo>
                      <a:pt x="4013" y="1946"/>
                    </a:lnTo>
                    <a:lnTo>
                      <a:pt x="4108" y="1755"/>
                    </a:lnTo>
                    <a:lnTo>
                      <a:pt x="4204" y="1565"/>
                    </a:lnTo>
                    <a:lnTo>
                      <a:pt x="4285" y="1375"/>
                    </a:lnTo>
                    <a:lnTo>
                      <a:pt x="4367" y="1184"/>
                    </a:lnTo>
                    <a:lnTo>
                      <a:pt x="4421" y="980"/>
                    </a:lnTo>
                    <a:lnTo>
                      <a:pt x="4476" y="762"/>
                    </a:lnTo>
                    <a:lnTo>
                      <a:pt x="4530" y="558"/>
                    </a:lnTo>
                    <a:lnTo>
                      <a:pt x="4557" y="341"/>
                    </a:lnTo>
                    <a:lnTo>
                      <a:pt x="4585" y="123"/>
                    </a:lnTo>
                    <a:lnTo>
                      <a:pt x="4027" y="55"/>
                    </a:lnTo>
                    <a:lnTo>
                      <a:pt x="3456" y="1"/>
                    </a:lnTo>
                    <a:close/>
                  </a:path>
                </a:pathLst>
              </a:custGeom>
              <a:solidFill>
                <a:srgbClr val="434343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endParaRPr sz="2400"/>
              </a:p>
            </p:txBody>
          </p:sp>
          <p:sp>
            <p:nvSpPr>
              <p:cNvPr id="1461" name="Google Shape;1461;p32"/>
              <p:cNvSpPr/>
              <p:nvPr/>
            </p:nvSpPr>
            <p:spPr>
              <a:xfrm>
                <a:off x="-3429683" y="1212232"/>
                <a:ext cx="410114" cy="177914"/>
              </a:xfrm>
              <a:custGeom>
                <a:avLst/>
                <a:gdLst/>
                <a:ahLst/>
                <a:cxnLst/>
                <a:rect l="l" t="t" r="r" b="b"/>
                <a:pathLst>
                  <a:path w="11604" h="5034" extrusionOk="0">
                    <a:moveTo>
                      <a:pt x="1035" y="0"/>
                    </a:moveTo>
                    <a:lnTo>
                      <a:pt x="763" y="273"/>
                    </a:lnTo>
                    <a:lnTo>
                      <a:pt x="504" y="558"/>
                    </a:lnTo>
                    <a:lnTo>
                      <a:pt x="1" y="1129"/>
                    </a:lnTo>
                    <a:lnTo>
                      <a:pt x="6571" y="1129"/>
                    </a:lnTo>
                    <a:lnTo>
                      <a:pt x="6761" y="1143"/>
                    </a:lnTo>
                    <a:lnTo>
                      <a:pt x="6965" y="1157"/>
                    </a:lnTo>
                    <a:lnTo>
                      <a:pt x="7156" y="1170"/>
                    </a:lnTo>
                    <a:lnTo>
                      <a:pt x="7346" y="1211"/>
                    </a:lnTo>
                    <a:lnTo>
                      <a:pt x="7537" y="1252"/>
                    </a:lnTo>
                    <a:lnTo>
                      <a:pt x="7727" y="1306"/>
                    </a:lnTo>
                    <a:lnTo>
                      <a:pt x="7904" y="1374"/>
                    </a:lnTo>
                    <a:lnTo>
                      <a:pt x="8081" y="1442"/>
                    </a:lnTo>
                    <a:lnTo>
                      <a:pt x="8258" y="1510"/>
                    </a:lnTo>
                    <a:lnTo>
                      <a:pt x="8421" y="1606"/>
                    </a:lnTo>
                    <a:lnTo>
                      <a:pt x="8584" y="1701"/>
                    </a:lnTo>
                    <a:lnTo>
                      <a:pt x="8747" y="1796"/>
                    </a:lnTo>
                    <a:lnTo>
                      <a:pt x="8897" y="1905"/>
                    </a:lnTo>
                    <a:lnTo>
                      <a:pt x="9047" y="2027"/>
                    </a:lnTo>
                    <a:lnTo>
                      <a:pt x="9196" y="2150"/>
                    </a:lnTo>
                    <a:lnTo>
                      <a:pt x="9332" y="2272"/>
                    </a:lnTo>
                    <a:lnTo>
                      <a:pt x="9455" y="2408"/>
                    </a:lnTo>
                    <a:lnTo>
                      <a:pt x="9577" y="2558"/>
                    </a:lnTo>
                    <a:lnTo>
                      <a:pt x="9700" y="2707"/>
                    </a:lnTo>
                    <a:lnTo>
                      <a:pt x="9808" y="2857"/>
                    </a:lnTo>
                    <a:lnTo>
                      <a:pt x="9904" y="3007"/>
                    </a:lnTo>
                    <a:lnTo>
                      <a:pt x="9999" y="3170"/>
                    </a:lnTo>
                    <a:lnTo>
                      <a:pt x="10094" y="3347"/>
                    </a:lnTo>
                    <a:lnTo>
                      <a:pt x="10162" y="3524"/>
                    </a:lnTo>
                    <a:lnTo>
                      <a:pt x="10230" y="3700"/>
                    </a:lnTo>
                    <a:lnTo>
                      <a:pt x="10298" y="3877"/>
                    </a:lnTo>
                    <a:lnTo>
                      <a:pt x="10353" y="4054"/>
                    </a:lnTo>
                    <a:lnTo>
                      <a:pt x="10393" y="4244"/>
                    </a:lnTo>
                    <a:lnTo>
                      <a:pt x="10434" y="4435"/>
                    </a:lnTo>
                    <a:lnTo>
                      <a:pt x="10448" y="4639"/>
                    </a:lnTo>
                    <a:lnTo>
                      <a:pt x="10475" y="4829"/>
                    </a:lnTo>
                    <a:lnTo>
                      <a:pt x="10475" y="5033"/>
                    </a:lnTo>
                    <a:lnTo>
                      <a:pt x="11604" y="5033"/>
                    </a:lnTo>
                    <a:lnTo>
                      <a:pt x="11604" y="4775"/>
                    </a:lnTo>
                    <a:lnTo>
                      <a:pt x="11590" y="4516"/>
                    </a:lnTo>
                    <a:lnTo>
                      <a:pt x="11550" y="4272"/>
                    </a:lnTo>
                    <a:lnTo>
                      <a:pt x="11509" y="4027"/>
                    </a:lnTo>
                    <a:lnTo>
                      <a:pt x="11454" y="3782"/>
                    </a:lnTo>
                    <a:lnTo>
                      <a:pt x="11386" y="3537"/>
                    </a:lnTo>
                    <a:lnTo>
                      <a:pt x="11305" y="3306"/>
                    </a:lnTo>
                    <a:lnTo>
                      <a:pt x="11209" y="3075"/>
                    </a:lnTo>
                    <a:lnTo>
                      <a:pt x="11114" y="2857"/>
                    </a:lnTo>
                    <a:lnTo>
                      <a:pt x="11005" y="2639"/>
                    </a:lnTo>
                    <a:lnTo>
                      <a:pt x="10883" y="2422"/>
                    </a:lnTo>
                    <a:lnTo>
                      <a:pt x="10747" y="2218"/>
                    </a:lnTo>
                    <a:lnTo>
                      <a:pt x="10611" y="2027"/>
                    </a:lnTo>
                    <a:lnTo>
                      <a:pt x="10461" y="1837"/>
                    </a:lnTo>
                    <a:lnTo>
                      <a:pt x="10298" y="1646"/>
                    </a:lnTo>
                    <a:lnTo>
                      <a:pt x="10135" y="1470"/>
                    </a:lnTo>
                    <a:lnTo>
                      <a:pt x="9958" y="1306"/>
                    </a:lnTo>
                    <a:lnTo>
                      <a:pt x="9768" y="1143"/>
                    </a:lnTo>
                    <a:lnTo>
                      <a:pt x="9577" y="993"/>
                    </a:lnTo>
                    <a:lnTo>
                      <a:pt x="9387" y="857"/>
                    </a:lnTo>
                    <a:lnTo>
                      <a:pt x="9183" y="721"/>
                    </a:lnTo>
                    <a:lnTo>
                      <a:pt x="8965" y="599"/>
                    </a:lnTo>
                    <a:lnTo>
                      <a:pt x="8747" y="490"/>
                    </a:lnTo>
                    <a:lnTo>
                      <a:pt x="8530" y="395"/>
                    </a:lnTo>
                    <a:lnTo>
                      <a:pt x="8299" y="300"/>
                    </a:lnTo>
                    <a:lnTo>
                      <a:pt x="8067" y="218"/>
                    </a:lnTo>
                    <a:lnTo>
                      <a:pt x="7822" y="150"/>
                    </a:lnTo>
                    <a:lnTo>
                      <a:pt x="7578" y="96"/>
                    </a:lnTo>
                    <a:lnTo>
                      <a:pt x="7333" y="55"/>
                    </a:lnTo>
                    <a:lnTo>
                      <a:pt x="7074" y="28"/>
                    </a:lnTo>
                    <a:lnTo>
                      <a:pt x="6829" y="0"/>
                    </a:lnTo>
                    <a:close/>
                  </a:path>
                </a:pathLst>
              </a:custGeom>
              <a:solidFill>
                <a:srgbClr val="434343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endParaRPr sz="2400"/>
              </a:p>
            </p:txBody>
          </p:sp>
          <p:sp>
            <p:nvSpPr>
              <p:cNvPr id="1462" name="Google Shape;1462;p32"/>
              <p:cNvSpPr/>
              <p:nvPr/>
            </p:nvSpPr>
            <p:spPr>
              <a:xfrm>
                <a:off x="-2735936" y="1199261"/>
                <a:ext cx="135609" cy="131757"/>
              </a:xfrm>
              <a:custGeom>
                <a:avLst/>
                <a:gdLst/>
                <a:ahLst/>
                <a:cxnLst/>
                <a:rect l="l" t="t" r="r" b="b"/>
                <a:pathLst>
                  <a:path w="3837" h="3728" extrusionOk="0">
                    <a:moveTo>
                      <a:pt x="0" y="0"/>
                    </a:moveTo>
                    <a:lnTo>
                      <a:pt x="14" y="191"/>
                    </a:lnTo>
                    <a:lnTo>
                      <a:pt x="28" y="381"/>
                    </a:lnTo>
                    <a:lnTo>
                      <a:pt x="41" y="571"/>
                    </a:lnTo>
                    <a:lnTo>
                      <a:pt x="82" y="748"/>
                    </a:lnTo>
                    <a:lnTo>
                      <a:pt x="123" y="939"/>
                    </a:lnTo>
                    <a:lnTo>
                      <a:pt x="177" y="1116"/>
                    </a:lnTo>
                    <a:lnTo>
                      <a:pt x="232" y="1279"/>
                    </a:lnTo>
                    <a:lnTo>
                      <a:pt x="300" y="1456"/>
                    </a:lnTo>
                    <a:lnTo>
                      <a:pt x="368" y="1619"/>
                    </a:lnTo>
                    <a:lnTo>
                      <a:pt x="449" y="1782"/>
                    </a:lnTo>
                    <a:lnTo>
                      <a:pt x="545" y="1932"/>
                    </a:lnTo>
                    <a:lnTo>
                      <a:pt x="640" y="2081"/>
                    </a:lnTo>
                    <a:lnTo>
                      <a:pt x="749" y="2231"/>
                    </a:lnTo>
                    <a:lnTo>
                      <a:pt x="857" y="2381"/>
                    </a:lnTo>
                    <a:lnTo>
                      <a:pt x="980" y="2517"/>
                    </a:lnTo>
                    <a:lnTo>
                      <a:pt x="1102" y="2639"/>
                    </a:lnTo>
                    <a:lnTo>
                      <a:pt x="1225" y="2761"/>
                    </a:lnTo>
                    <a:lnTo>
                      <a:pt x="1361" y="2884"/>
                    </a:lnTo>
                    <a:lnTo>
                      <a:pt x="1497" y="2993"/>
                    </a:lnTo>
                    <a:lnTo>
                      <a:pt x="1646" y="3102"/>
                    </a:lnTo>
                    <a:lnTo>
                      <a:pt x="1796" y="3197"/>
                    </a:lnTo>
                    <a:lnTo>
                      <a:pt x="1959" y="3278"/>
                    </a:lnTo>
                    <a:lnTo>
                      <a:pt x="2122" y="3360"/>
                    </a:lnTo>
                    <a:lnTo>
                      <a:pt x="2286" y="3442"/>
                    </a:lnTo>
                    <a:lnTo>
                      <a:pt x="2449" y="3510"/>
                    </a:lnTo>
                    <a:lnTo>
                      <a:pt x="2626" y="3564"/>
                    </a:lnTo>
                    <a:lnTo>
                      <a:pt x="2803" y="3618"/>
                    </a:lnTo>
                    <a:lnTo>
                      <a:pt x="2979" y="3659"/>
                    </a:lnTo>
                    <a:lnTo>
                      <a:pt x="3170" y="3686"/>
                    </a:lnTo>
                    <a:lnTo>
                      <a:pt x="3347" y="3714"/>
                    </a:lnTo>
                    <a:lnTo>
                      <a:pt x="3537" y="3727"/>
                    </a:lnTo>
                    <a:lnTo>
                      <a:pt x="3836" y="3727"/>
                    </a:lnTo>
                    <a:lnTo>
                      <a:pt x="3836" y="2598"/>
                    </a:lnTo>
                    <a:lnTo>
                      <a:pt x="3728" y="2598"/>
                    </a:lnTo>
                    <a:lnTo>
                      <a:pt x="3469" y="2585"/>
                    </a:lnTo>
                    <a:lnTo>
                      <a:pt x="3211" y="2544"/>
                    </a:lnTo>
                    <a:lnTo>
                      <a:pt x="2966" y="2476"/>
                    </a:lnTo>
                    <a:lnTo>
                      <a:pt x="2721" y="2394"/>
                    </a:lnTo>
                    <a:lnTo>
                      <a:pt x="2503" y="2285"/>
                    </a:lnTo>
                    <a:lnTo>
                      <a:pt x="2286" y="2149"/>
                    </a:lnTo>
                    <a:lnTo>
                      <a:pt x="2082" y="2000"/>
                    </a:lnTo>
                    <a:lnTo>
                      <a:pt x="1905" y="1837"/>
                    </a:lnTo>
                    <a:lnTo>
                      <a:pt x="1728" y="1646"/>
                    </a:lnTo>
                    <a:lnTo>
                      <a:pt x="1578" y="1456"/>
                    </a:lnTo>
                    <a:lnTo>
                      <a:pt x="1456" y="1238"/>
                    </a:lnTo>
                    <a:lnTo>
                      <a:pt x="1347" y="1007"/>
                    </a:lnTo>
                    <a:lnTo>
                      <a:pt x="1252" y="776"/>
                    </a:lnTo>
                    <a:lnTo>
                      <a:pt x="1198" y="531"/>
                    </a:lnTo>
                    <a:lnTo>
                      <a:pt x="1157" y="272"/>
                    </a:lnTo>
                    <a:lnTo>
                      <a:pt x="1143" y="0"/>
                    </a:lnTo>
                    <a:close/>
                  </a:path>
                </a:pathLst>
              </a:custGeom>
              <a:solidFill>
                <a:srgbClr val="434343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endParaRPr sz="2400"/>
              </a:p>
            </p:txBody>
          </p:sp>
          <p:sp>
            <p:nvSpPr>
              <p:cNvPr id="1463" name="Google Shape;1463;p32"/>
              <p:cNvSpPr/>
              <p:nvPr/>
            </p:nvSpPr>
            <p:spPr>
              <a:xfrm>
                <a:off x="-3195076" y="1579056"/>
                <a:ext cx="113980" cy="184134"/>
              </a:xfrm>
              <a:custGeom>
                <a:avLst/>
                <a:gdLst/>
                <a:ahLst/>
                <a:cxnLst/>
                <a:rect l="l" t="t" r="r" b="b"/>
                <a:pathLst>
                  <a:path w="3225" h="5210" extrusionOk="0">
                    <a:moveTo>
                      <a:pt x="1" y="0"/>
                    </a:moveTo>
                    <a:lnTo>
                      <a:pt x="1" y="2000"/>
                    </a:lnTo>
                    <a:lnTo>
                      <a:pt x="15" y="2163"/>
                    </a:lnTo>
                    <a:lnTo>
                      <a:pt x="28" y="2326"/>
                    </a:lnTo>
                    <a:lnTo>
                      <a:pt x="42" y="2489"/>
                    </a:lnTo>
                    <a:lnTo>
                      <a:pt x="69" y="2653"/>
                    </a:lnTo>
                    <a:lnTo>
                      <a:pt x="151" y="2952"/>
                    </a:lnTo>
                    <a:lnTo>
                      <a:pt x="259" y="3251"/>
                    </a:lnTo>
                    <a:lnTo>
                      <a:pt x="395" y="3537"/>
                    </a:lnTo>
                    <a:lnTo>
                      <a:pt x="559" y="3795"/>
                    </a:lnTo>
                    <a:lnTo>
                      <a:pt x="736" y="4040"/>
                    </a:lnTo>
                    <a:lnTo>
                      <a:pt x="953" y="4271"/>
                    </a:lnTo>
                    <a:lnTo>
                      <a:pt x="1171" y="4475"/>
                    </a:lnTo>
                    <a:lnTo>
                      <a:pt x="1429" y="4666"/>
                    </a:lnTo>
                    <a:lnTo>
                      <a:pt x="1688" y="4829"/>
                    </a:lnTo>
                    <a:lnTo>
                      <a:pt x="1973" y="4965"/>
                    </a:lnTo>
                    <a:lnTo>
                      <a:pt x="2259" y="5074"/>
                    </a:lnTo>
                    <a:lnTo>
                      <a:pt x="2572" y="5142"/>
                    </a:lnTo>
                    <a:lnTo>
                      <a:pt x="2735" y="5183"/>
                    </a:lnTo>
                    <a:lnTo>
                      <a:pt x="2885" y="5196"/>
                    </a:lnTo>
                    <a:lnTo>
                      <a:pt x="3048" y="5210"/>
                    </a:lnTo>
                    <a:lnTo>
                      <a:pt x="3225" y="5210"/>
                    </a:lnTo>
                    <a:lnTo>
                      <a:pt x="3225" y="4081"/>
                    </a:lnTo>
                    <a:lnTo>
                      <a:pt x="3007" y="4067"/>
                    </a:lnTo>
                    <a:lnTo>
                      <a:pt x="2803" y="4040"/>
                    </a:lnTo>
                    <a:lnTo>
                      <a:pt x="2599" y="3986"/>
                    </a:lnTo>
                    <a:lnTo>
                      <a:pt x="2409" y="3918"/>
                    </a:lnTo>
                    <a:lnTo>
                      <a:pt x="2232" y="3822"/>
                    </a:lnTo>
                    <a:lnTo>
                      <a:pt x="2055" y="3727"/>
                    </a:lnTo>
                    <a:lnTo>
                      <a:pt x="1892" y="3605"/>
                    </a:lnTo>
                    <a:lnTo>
                      <a:pt x="1756" y="3469"/>
                    </a:lnTo>
                    <a:lnTo>
                      <a:pt x="1620" y="3319"/>
                    </a:lnTo>
                    <a:lnTo>
                      <a:pt x="1497" y="3156"/>
                    </a:lnTo>
                    <a:lnTo>
                      <a:pt x="1388" y="2993"/>
                    </a:lnTo>
                    <a:lnTo>
                      <a:pt x="1307" y="2802"/>
                    </a:lnTo>
                    <a:lnTo>
                      <a:pt x="1239" y="2612"/>
                    </a:lnTo>
                    <a:lnTo>
                      <a:pt x="1184" y="2421"/>
                    </a:lnTo>
                    <a:lnTo>
                      <a:pt x="1157" y="2217"/>
                    </a:lnTo>
                    <a:lnTo>
                      <a:pt x="1144" y="2000"/>
                    </a:lnTo>
                    <a:lnTo>
                      <a:pt x="1144" y="0"/>
                    </a:lnTo>
                    <a:close/>
                  </a:path>
                </a:pathLst>
              </a:custGeom>
              <a:solidFill>
                <a:srgbClr val="434343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endParaRPr sz="2400"/>
              </a:p>
            </p:txBody>
          </p:sp>
          <p:sp>
            <p:nvSpPr>
              <p:cNvPr id="1464" name="Google Shape;1464;p32"/>
              <p:cNvSpPr/>
              <p:nvPr/>
            </p:nvSpPr>
            <p:spPr>
              <a:xfrm>
                <a:off x="-2841223" y="1661264"/>
                <a:ext cx="185619" cy="441817"/>
              </a:xfrm>
              <a:custGeom>
                <a:avLst/>
                <a:gdLst/>
                <a:ahLst/>
                <a:cxnLst/>
                <a:rect l="l" t="t" r="r" b="b"/>
                <a:pathLst>
                  <a:path w="5252" h="12501" extrusionOk="0">
                    <a:moveTo>
                      <a:pt x="1" y="0"/>
                    </a:moveTo>
                    <a:lnTo>
                      <a:pt x="1" y="2245"/>
                    </a:lnTo>
                    <a:lnTo>
                      <a:pt x="14" y="2517"/>
                    </a:lnTo>
                    <a:lnTo>
                      <a:pt x="55" y="2775"/>
                    </a:lnTo>
                    <a:lnTo>
                      <a:pt x="109" y="3034"/>
                    </a:lnTo>
                    <a:lnTo>
                      <a:pt x="205" y="3265"/>
                    </a:lnTo>
                    <a:lnTo>
                      <a:pt x="313" y="3496"/>
                    </a:lnTo>
                    <a:lnTo>
                      <a:pt x="449" y="3714"/>
                    </a:lnTo>
                    <a:lnTo>
                      <a:pt x="599" y="3918"/>
                    </a:lnTo>
                    <a:lnTo>
                      <a:pt x="762" y="4108"/>
                    </a:lnTo>
                    <a:lnTo>
                      <a:pt x="953" y="4271"/>
                    </a:lnTo>
                    <a:lnTo>
                      <a:pt x="1157" y="4435"/>
                    </a:lnTo>
                    <a:lnTo>
                      <a:pt x="1374" y="4557"/>
                    </a:lnTo>
                    <a:lnTo>
                      <a:pt x="1606" y="4666"/>
                    </a:lnTo>
                    <a:lnTo>
                      <a:pt x="1850" y="4761"/>
                    </a:lnTo>
                    <a:lnTo>
                      <a:pt x="2095" y="4829"/>
                    </a:lnTo>
                    <a:lnTo>
                      <a:pt x="2354" y="4870"/>
                    </a:lnTo>
                    <a:lnTo>
                      <a:pt x="2626" y="4884"/>
                    </a:lnTo>
                    <a:lnTo>
                      <a:pt x="2775" y="4884"/>
                    </a:lnTo>
                    <a:lnTo>
                      <a:pt x="2925" y="4911"/>
                    </a:lnTo>
                    <a:lnTo>
                      <a:pt x="3075" y="4952"/>
                    </a:lnTo>
                    <a:lnTo>
                      <a:pt x="3211" y="4992"/>
                    </a:lnTo>
                    <a:lnTo>
                      <a:pt x="3333" y="5060"/>
                    </a:lnTo>
                    <a:lnTo>
                      <a:pt x="3456" y="5128"/>
                    </a:lnTo>
                    <a:lnTo>
                      <a:pt x="3578" y="5224"/>
                    </a:lnTo>
                    <a:lnTo>
                      <a:pt x="3687" y="5319"/>
                    </a:lnTo>
                    <a:lnTo>
                      <a:pt x="3782" y="5428"/>
                    </a:lnTo>
                    <a:lnTo>
                      <a:pt x="3864" y="5536"/>
                    </a:lnTo>
                    <a:lnTo>
                      <a:pt x="3945" y="5659"/>
                    </a:lnTo>
                    <a:lnTo>
                      <a:pt x="4000" y="5795"/>
                    </a:lnTo>
                    <a:lnTo>
                      <a:pt x="4054" y="5931"/>
                    </a:lnTo>
                    <a:lnTo>
                      <a:pt x="4095" y="6067"/>
                    </a:lnTo>
                    <a:lnTo>
                      <a:pt x="4109" y="6217"/>
                    </a:lnTo>
                    <a:lnTo>
                      <a:pt x="4122" y="6366"/>
                    </a:lnTo>
                    <a:lnTo>
                      <a:pt x="4122" y="12501"/>
                    </a:lnTo>
                    <a:lnTo>
                      <a:pt x="5251" y="12501"/>
                    </a:lnTo>
                    <a:lnTo>
                      <a:pt x="5251" y="6366"/>
                    </a:lnTo>
                    <a:lnTo>
                      <a:pt x="5238" y="6108"/>
                    </a:lnTo>
                    <a:lnTo>
                      <a:pt x="5197" y="5836"/>
                    </a:lnTo>
                    <a:lnTo>
                      <a:pt x="5142" y="5591"/>
                    </a:lnTo>
                    <a:lnTo>
                      <a:pt x="5047" y="5346"/>
                    </a:lnTo>
                    <a:lnTo>
                      <a:pt x="4938" y="5115"/>
                    </a:lnTo>
                    <a:lnTo>
                      <a:pt x="4802" y="4897"/>
                    </a:lnTo>
                    <a:lnTo>
                      <a:pt x="4653" y="4693"/>
                    </a:lnTo>
                    <a:lnTo>
                      <a:pt x="4489" y="4516"/>
                    </a:lnTo>
                    <a:lnTo>
                      <a:pt x="4299" y="4339"/>
                    </a:lnTo>
                    <a:lnTo>
                      <a:pt x="4095" y="4190"/>
                    </a:lnTo>
                    <a:lnTo>
                      <a:pt x="3877" y="4054"/>
                    </a:lnTo>
                    <a:lnTo>
                      <a:pt x="3646" y="3945"/>
                    </a:lnTo>
                    <a:lnTo>
                      <a:pt x="3401" y="3863"/>
                    </a:lnTo>
                    <a:lnTo>
                      <a:pt x="3156" y="3795"/>
                    </a:lnTo>
                    <a:lnTo>
                      <a:pt x="2898" y="3755"/>
                    </a:lnTo>
                    <a:lnTo>
                      <a:pt x="2626" y="3741"/>
                    </a:lnTo>
                    <a:lnTo>
                      <a:pt x="2476" y="3727"/>
                    </a:lnTo>
                    <a:lnTo>
                      <a:pt x="2327" y="3714"/>
                    </a:lnTo>
                    <a:lnTo>
                      <a:pt x="2177" y="3673"/>
                    </a:lnTo>
                    <a:lnTo>
                      <a:pt x="2041" y="3618"/>
                    </a:lnTo>
                    <a:lnTo>
                      <a:pt x="1918" y="3564"/>
                    </a:lnTo>
                    <a:lnTo>
                      <a:pt x="1796" y="3482"/>
                    </a:lnTo>
                    <a:lnTo>
                      <a:pt x="1674" y="3401"/>
                    </a:lnTo>
                    <a:lnTo>
                      <a:pt x="1565" y="3306"/>
                    </a:lnTo>
                    <a:lnTo>
                      <a:pt x="1470" y="3197"/>
                    </a:lnTo>
                    <a:lnTo>
                      <a:pt x="1388" y="3088"/>
                    </a:lnTo>
                    <a:lnTo>
                      <a:pt x="1306" y="2966"/>
                    </a:lnTo>
                    <a:lnTo>
                      <a:pt x="1252" y="2830"/>
                    </a:lnTo>
                    <a:lnTo>
                      <a:pt x="1198" y="2694"/>
                    </a:lnTo>
                    <a:lnTo>
                      <a:pt x="1157" y="2544"/>
                    </a:lnTo>
                    <a:lnTo>
                      <a:pt x="1143" y="2394"/>
                    </a:lnTo>
                    <a:lnTo>
                      <a:pt x="1130" y="2245"/>
                    </a:lnTo>
                    <a:lnTo>
                      <a:pt x="1130" y="0"/>
                    </a:lnTo>
                    <a:close/>
                  </a:path>
                </a:pathLst>
              </a:custGeom>
              <a:solidFill>
                <a:srgbClr val="434343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endParaRPr sz="2400"/>
              </a:p>
            </p:txBody>
          </p:sp>
          <p:sp>
            <p:nvSpPr>
              <p:cNvPr id="1465" name="Google Shape;1465;p32"/>
              <p:cNvSpPr/>
              <p:nvPr/>
            </p:nvSpPr>
            <p:spPr>
              <a:xfrm>
                <a:off x="-2675359" y="1846814"/>
                <a:ext cx="133665" cy="155790"/>
              </a:xfrm>
              <a:custGeom>
                <a:avLst/>
                <a:gdLst/>
                <a:ahLst/>
                <a:cxnLst/>
                <a:rect l="l" t="t" r="r" b="b"/>
                <a:pathLst>
                  <a:path w="3782" h="4408" extrusionOk="0">
                    <a:moveTo>
                      <a:pt x="2639" y="1"/>
                    </a:moveTo>
                    <a:lnTo>
                      <a:pt x="2639" y="627"/>
                    </a:lnTo>
                    <a:lnTo>
                      <a:pt x="2626" y="899"/>
                    </a:lnTo>
                    <a:lnTo>
                      <a:pt x="2599" y="1157"/>
                    </a:lnTo>
                    <a:lnTo>
                      <a:pt x="2530" y="1415"/>
                    </a:lnTo>
                    <a:lnTo>
                      <a:pt x="2435" y="1647"/>
                    </a:lnTo>
                    <a:lnTo>
                      <a:pt x="2326" y="1892"/>
                    </a:lnTo>
                    <a:lnTo>
                      <a:pt x="2190" y="2109"/>
                    </a:lnTo>
                    <a:lnTo>
                      <a:pt x="2041" y="2313"/>
                    </a:lnTo>
                    <a:lnTo>
                      <a:pt x="1864" y="2490"/>
                    </a:lnTo>
                    <a:lnTo>
                      <a:pt x="1674" y="2667"/>
                    </a:lnTo>
                    <a:lnTo>
                      <a:pt x="1469" y="2817"/>
                    </a:lnTo>
                    <a:lnTo>
                      <a:pt x="1252" y="2953"/>
                    </a:lnTo>
                    <a:lnTo>
                      <a:pt x="1021" y="3061"/>
                    </a:lnTo>
                    <a:lnTo>
                      <a:pt x="776" y="3157"/>
                    </a:lnTo>
                    <a:lnTo>
                      <a:pt x="531" y="3225"/>
                    </a:lnTo>
                    <a:lnTo>
                      <a:pt x="259" y="3265"/>
                    </a:lnTo>
                    <a:lnTo>
                      <a:pt x="0" y="3279"/>
                    </a:lnTo>
                    <a:lnTo>
                      <a:pt x="0" y="4408"/>
                    </a:lnTo>
                    <a:lnTo>
                      <a:pt x="191" y="4408"/>
                    </a:lnTo>
                    <a:lnTo>
                      <a:pt x="381" y="4394"/>
                    </a:lnTo>
                    <a:lnTo>
                      <a:pt x="572" y="4367"/>
                    </a:lnTo>
                    <a:lnTo>
                      <a:pt x="762" y="4326"/>
                    </a:lnTo>
                    <a:lnTo>
                      <a:pt x="939" y="4286"/>
                    </a:lnTo>
                    <a:lnTo>
                      <a:pt x="1116" y="4245"/>
                    </a:lnTo>
                    <a:lnTo>
                      <a:pt x="1293" y="4177"/>
                    </a:lnTo>
                    <a:lnTo>
                      <a:pt x="1469" y="4109"/>
                    </a:lnTo>
                    <a:lnTo>
                      <a:pt x="1633" y="4041"/>
                    </a:lnTo>
                    <a:lnTo>
                      <a:pt x="1796" y="3946"/>
                    </a:lnTo>
                    <a:lnTo>
                      <a:pt x="1959" y="3864"/>
                    </a:lnTo>
                    <a:lnTo>
                      <a:pt x="2109" y="3769"/>
                    </a:lnTo>
                    <a:lnTo>
                      <a:pt x="2258" y="3660"/>
                    </a:lnTo>
                    <a:lnTo>
                      <a:pt x="2408" y="3537"/>
                    </a:lnTo>
                    <a:lnTo>
                      <a:pt x="2544" y="3429"/>
                    </a:lnTo>
                    <a:lnTo>
                      <a:pt x="2667" y="3293"/>
                    </a:lnTo>
                    <a:lnTo>
                      <a:pt x="2803" y="3170"/>
                    </a:lnTo>
                    <a:lnTo>
                      <a:pt x="2911" y="3034"/>
                    </a:lnTo>
                    <a:lnTo>
                      <a:pt x="3034" y="2885"/>
                    </a:lnTo>
                    <a:lnTo>
                      <a:pt x="3129" y="2735"/>
                    </a:lnTo>
                    <a:lnTo>
                      <a:pt x="3238" y="2585"/>
                    </a:lnTo>
                    <a:lnTo>
                      <a:pt x="3319" y="2422"/>
                    </a:lnTo>
                    <a:lnTo>
                      <a:pt x="3415" y="2259"/>
                    </a:lnTo>
                    <a:lnTo>
                      <a:pt x="3483" y="2096"/>
                    </a:lnTo>
                    <a:lnTo>
                      <a:pt x="3551" y="1919"/>
                    </a:lnTo>
                    <a:lnTo>
                      <a:pt x="3605" y="1742"/>
                    </a:lnTo>
                    <a:lnTo>
                      <a:pt x="3660" y="1565"/>
                    </a:lnTo>
                    <a:lnTo>
                      <a:pt x="3700" y="1388"/>
                    </a:lnTo>
                    <a:lnTo>
                      <a:pt x="3741" y="1198"/>
                    </a:lnTo>
                    <a:lnTo>
                      <a:pt x="3768" y="1007"/>
                    </a:lnTo>
                    <a:lnTo>
                      <a:pt x="3782" y="817"/>
                    </a:lnTo>
                    <a:lnTo>
                      <a:pt x="3782" y="627"/>
                    </a:lnTo>
                    <a:lnTo>
                      <a:pt x="3782" y="1"/>
                    </a:lnTo>
                    <a:close/>
                  </a:path>
                </a:pathLst>
              </a:custGeom>
              <a:solidFill>
                <a:srgbClr val="434343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endParaRPr sz="2400"/>
              </a:p>
            </p:txBody>
          </p:sp>
          <p:sp>
            <p:nvSpPr>
              <p:cNvPr id="1466" name="Google Shape;1466;p32"/>
              <p:cNvSpPr/>
              <p:nvPr/>
            </p:nvSpPr>
            <p:spPr>
              <a:xfrm>
                <a:off x="-3223421" y="1440583"/>
                <a:ext cx="503383" cy="187068"/>
              </a:xfrm>
              <a:custGeom>
                <a:avLst/>
                <a:gdLst/>
                <a:ahLst/>
                <a:cxnLst/>
                <a:rect l="l" t="t" r="r" b="b"/>
                <a:pathLst>
                  <a:path w="14243" h="5293" extrusionOk="0">
                    <a:moveTo>
                      <a:pt x="0" y="1"/>
                    </a:moveTo>
                    <a:lnTo>
                      <a:pt x="0" y="1130"/>
                    </a:lnTo>
                    <a:lnTo>
                      <a:pt x="8937" y="1130"/>
                    </a:lnTo>
                    <a:lnTo>
                      <a:pt x="9155" y="1143"/>
                    </a:lnTo>
                    <a:lnTo>
                      <a:pt x="9373" y="1157"/>
                    </a:lnTo>
                    <a:lnTo>
                      <a:pt x="9577" y="1184"/>
                    </a:lnTo>
                    <a:lnTo>
                      <a:pt x="9781" y="1211"/>
                    </a:lnTo>
                    <a:lnTo>
                      <a:pt x="9985" y="1266"/>
                    </a:lnTo>
                    <a:lnTo>
                      <a:pt x="10175" y="1320"/>
                    </a:lnTo>
                    <a:lnTo>
                      <a:pt x="10379" y="1388"/>
                    </a:lnTo>
                    <a:lnTo>
                      <a:pt x="10570" y="1456"/>
                    </a:lnTo>
                    <a:lnTo>
                      <a:pt x="10746" y="1538"/>
                    </a:lnTo>
                    <a:lnTo>
                      <a:pt x="10923" y="1633"/>
                    </a:lnTo>
                    <a:lnTo>
                      <a:pt x="11100" y="1742"/>
                    </a:lnTo>
                    <a:lnTo>
                      <a:pt x="11277" y="1837"/>
                    </a:lnTo>
                    <a:lnTo>
                      <a:pt x="11440" y="1959"/>
                    </a:lnTo>
                    <a:lnTo>
                      <a:pt x="11590" y="2082"/>
                    </a:lnTo>
                    <a:lnTo>
                      <a:pt x="11739" y="2218"/>
                    </a:lnTo>
                    <a:lnTo>
                      <a:pt x="11889" y="2354"/>
                    </a:lnTo>
                    <a:lnTo>
                      <a:pt x="12025" y="2504"/>
                    </a:lnTo>
                    <a:lnTo>
                      <a:pt x="12161" y="2653"/>
                    </a:lnTo>
                    <a:lnTo>
                      <a:pt x="12284" y="2803"/>
                    </a:lnTo>
                    <a:lnTo>
                      <a:pt x="12392" y="2966"/>
                    </a:lnTo>
                    <a:lnTo>
                      <a:pt x="12501" y="3143"/>
                    </a:lnTo>
                    <a:lnTo>
                      <a:pt x="12610" y="3320"/>
                    </a:lnTo>
                    <a:lnTo>
                      <a:pt x="12705" y="3497"/>
                    </a:lnTo>
                    <a:lnTo>
                      <a:pt x="12787" y="3673"/>
                    </a:lnTo>
                    <a:lnTo>
                      <a:pt x="12855" y="3864"/>
                    </a:lnTo>
                    <a:lnTo>
                      <a:pt x="12923" y="4054"/>
                    </a:lnTo>
                    <a:lnTo>
                      <a:pt x="12977" y="4258"/>
                    </a:lnTo>
                    <a:lnTo>
                      <a:pt x="13032" y="4462"/>
                    </a:lnTo>
                    <a:lnTo>
                      <a:pt x="13059" y="4666"/>
                    </a:lnTo>
                    <a:lnTo>
                      <a:pt x="13086" y="4870"/>
                    </a:lnTo>
                    <a:lnTo>
                      <a:pt x="13100" y="5088"/>
                    </a:lnTo>
                    <a:lnTo>
                      <a:pt x="13113" y="5292"/>
                    </a:lnTo>
                    <a:lnTo>
                      <a:pt x="14242" y="5292"/>
                    </a:lnTo>
                    <a:lnTo>
                      <a:pt x="14242" y="5020"/>
                    </a:lnTo>
                    <a:lnTo>
                      <a:pt x="14215" y="4762"/>
                    </a:lnTo>
                    <a:lnTo>
                      <a:pt x="14188" y="4489"/>
                    </a:lnTo>
                    <a:lnTo>
                      <a:pt x="14134" y="4231"/>
                    </a:lnTo>
                    <a:lnTo>
                      <a:pt x="14079" y="3973"/>
                    </a:lnTo>
                    <a:lnTo>
                      <a:pt x="14011" y="3728"/>
                    </a:lnTo>
                    <a:lnTo>
                      <a:pt x="13930" y="3483"/>
                    </a:lnTo>
                    <a:lnTo>
                      <a:pt x="13834" y="3238"/>
                    </a:lnTo>
                    <a:lnTo>
                      <a:pt x="13725" y="3007"/>
                    </a:lnTo>
                    <a:lnTo>
                      <a:pt x="13603" y="2776"/>
                    </a:lnTo>
                    <a:lnTo>
                      <a:pt x="13481" y="2544"/>
                    </a:lnTo>
                    <a:lnTo>
                      <a:pt x="13345" y="2340"/>
                    </a:lnTo>
                    <a:lnTo>
                      <a:pt x="13195" y="2123"/>
                    </a:lnTo>
                    <a:lnTo>
                      <a:pt x="13032" y="1932"/>
                    </a:lnTo>
                    <a:lnTo>
                      <a:pt x="12869" y="1728"/>
                    </a:lnTo>
                    <a:lnTo>
                      <a:pt x="12692" y="1551"/>
                    </a:lnTo>
                    <a:lnTo>
                      <a:pt x="12501" y="1375"/>
                    </a:lnTo>
                    <a:lnTo>
                      <a:pt x="12311" y="1211"/>
                    </a:lnTo>
                    <a:lnTo>
                      <a:pt x="12120" y="1048"/>
                    </a:lnTo>
                    <a:lnTo>
                      <a:pt x="11903" y="898"/>
                    </a:lnTo>
                    <a:lnTo>
                      <a:pt x="11685" y="762"/>
                    </a:lnTo>
                    <a:lnTo>
                      <a:pt x="11467" y="640"/>
                    </a:lnTo>
                    <a:lnTo>
                      <a:pt x="11236" y="518"/>
                    </a:lnTo>
                    <a:lnTo>
                      <a:pt x="11005" y="409"/>
                    </a:lnTo>
                    <a:lnTo>
                      <a:pt x="10760" y="314"/>
                    </a:lnTo>
                    <a:lnTo>
                      <a:pt x="10515" y="232"/>
                    </a:lnTo>
                    <a:lnTo>
                      <a:pt x="10270" y="164"/>
                    </a:lnTo>
                    <a:lnTo>
                      <a:pt x="10012" y="96"/>
                    </a:lnTo>
                    <a:lnTo>
                      <a:pt x="9754" y="55"/>
                    </a:lnTo>
                    <a:lnTo>
                      <a:pt x="9481" y="28"/>
                    </a:lnTo>
                    <a:lnTo>
                      <a:pt x="9209" y="1"/>
                    </a:lnTo>
                    <a:close/>
                  </a:path>
                </a:pathLst>
              </a:custGeom>
              <a:solidFill>
                <a:srgbClr val="434343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endParaRPr sz="2400"/>
              </a:p>
            </p:txBody>
          </p:sp>
          <p:sp>
            <p:nvSpPr>
              <p:cNvPr id="1467" name="Google Shape;1467;p32"/>
              <p:cNvSpPr/>
              <p:nvPr/>
            </p:nvSpPr>
            <p:spPr>
              <a:xfrm>
                <a:off x="-2773435" y="1400221"/>
                <a:ext cx="298573" cy="147131"/>
              </a:xfrm>
              <a:custGeom>
                <a:avLst/>
                <a:gdLst/>
                <a:ahLst/>
                <a:cxnLst/>
                <a:rect l="l" t="t" r="r" b="b"/>
                <a:pathLst>
                  <a:path w="8448" h="4163" extrusionOk="0">
                    <a:moveTo>
                      <a:pt x="7319" y="0"/>
                    </a:moveTo>
                    <a:lnTo>
                      <a:pt x="7305" y="313"/>
                    </a:lnTo>
                    <a:lnTo>
                      <a:pt x="7251" y="612"/>
                    </a:lnTo>
                    <a:lnTo>
                      <a:pt x="7183" y="898"/>
                    </a:lnTo>
                    <a:lnTo>
                      <a:pt x="7074" y="1183"/>
                    </a:lnTo>
                    <a:lnTo>
                      <a:pt x="6951" y="1442"/>
                    </a:lnTo>
                    <a:lnTo>
                      <a:pt x="6802" y="1687"/>
                    </a:lnTo>
                    <a:lnTo>
                      <a:pt x="6625" y="1932"/>
                    </a:lnTo>
                    <a:lnTo>
                      <a:pt x="6421" y="2136"/>
                    </a:lnTo>
                    <a:lnTo>
                      <a:pt x="6217" y="2340"/>
                    </a:lnTo>
                    <a:lnTo>
                      <a:pt x="5986" y="2517"/>
                    </a:lnTo>
                    <a:lnTo>
                      <a:pt x="5727" y="2666"/>
                    </a:lnTo>
                    <a:lnTo>
                      <a:pt x="5469" y="2789"/>
                    </a:lnTo>
                    <a:lnTo>
                      <a:pt x="5183" y="2897"/>
                    </a:lnTo>
                    <a:lnTo>
                      <a:pt x="4897" y="2965"/>
                    </a:lnTo>
                    <a:lnTo>
                      <a:pt x="4598" y="3006"/>
                    </a:lnTo>
                    <a:lnTo>
                      <a:pt x="4285" y="3033"/>
                    </a:lnTo>
                    <a:lnTo>
                      <a:pt x="0" y="3033"/>
                    </a:lnTo>
                    <a:lnTo>
                      <a:pt x="0" y="4162"/>
                    </a:lnTo>
                    <a:lnTo>
                      <a:pt x="4503" y="4162"/>
                    </a:lnTo>
                    <a:lnTo>
                      <a:pt x="4707" y="4149"/>
                    </a:lnTo>
                    <a:lnTo>
                      <a:pt x="4925" y="4122"/>
                    </a:lnTo>
                    <a:lnTo>
                      <a:pt x="5129" y="4081"/>
                    </a:lnTo>
                    <a:lnTo>
                      <a:pt x="5333" y="4026"/>
                    </a:lnTo>
                    <a:lnTo>
                      <a:pt x="5523" y="3972"/>
                    </a:lnTo>
                    <a:lnTo>
                      <a:pt x="5714" y="3918"/>
                    </a:lnTo>
                    <a:lnTo>
                      <a:pt x="5904" y="3836"/>
                    </a:lnTo>
                    <a:lnTo>
                      <a:pt x="6094" y="3754"/>
                    </a:lnTo>
                    <a:lnTo>
                      <a:pt x="6271" y="3659"/>
                    </a:lnTo>
                    <a:lnTo>
                      <a:pt x="6448" y="3564"/>
                    </a:lnTo>
                    <a:lnTo>
                      <a:pt x="6611" y="3455"/>
                    </a:lnTo>
                    <a:lnTo>
                      <a:pt x="6775" y="3333"/>
                    </a:lnTo>
                    <a:lnTo>
                      <a:pt x="6938" y="3210"/>
                    </a:lnTo>
                    <a:lnTo>
                      <a:pt x="7087" y="3088"/>
                    </a:lnTo>
                    <a:lnTo>
                      <a:pt x="7237" y="2938"/>
                    </a:lnTo>
                    <a:lnTo>
                      <a:pt x="7373" y="2802"/>
                    </a:lnTo>
                    <a:lnTo>
                      <a:pt x="7496" y="2653"/>
                    </a:lnTo>
                    <a:lnTo>
                      <a:pt x="7618" y="2489"/>
                    </a:lnTo>
                    <a:lnTo>
                      <a:pt x="7740" y="2326"/>
                    </a:lnTo>
                    <a:lnTo>
                      <a:pt x="7849" y="2163"/>
                    </a:lnTo>
                    <a:lnTo>
                      <a:pt x="7944" y="1986"/>
                    </a:lnTo>
                    <a:lnTo>
                      <a:pt x="8040" y="1809"/>
                    </a:lnTo>
                    <a:lnTo>
                      <a:pt x="8121" y="1619"/>
                    </a:lnTo>
                    <a:lnTo>
                      <a:pt x="8203" y="1428"/>
                    </a:lnTo>
                    <a:lnTo>
                      <a:pt x="8257" y="1238"/>
                    </a:lnTo>
                    <a:lnTo>
                      <a:pt x="8325" y="1034"/>
                    </a:lnTo>
                    <a:lnTo>
                      <a:pt x="8366" y="843"/>
                    </a:lnTo>
                    <a:lnTo>
                      <a:pt x="8407" y="639"/>
                    </a:lnTo>
                    <a:lnTo>
                      <a:pt x="8434" y="422"/>
                    </a:lnTo>
                    <a:lnTo>
                      <a:pt x="8448" y="218"/>
                    </a:lnTo>
                    <a:lnTo>
                      <a:pt x="8448" y="0"/>
                    </a:lnTo>
                    <a:close/>
                  </a:path>
                </a:pathLst>
              </a:custGeom>
              <a:solidFill>
                <a:srgbClr val="434343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endParaRPr sz="2400"/>
              </a:p>
            </p:txBody>
          </p:sp>
          <p:sp>
            <p:nvSpPr>
              <p:cNvPr id="1468" name="Google Shape;1468;p32"/>
              <p:cNvSpPr/>
              <p:nvPr/>
            </p:nvSpPr>
            <p:spPr>
              <a:xfrm>
                <a:off x="-2315744" y="1793447"/>
                <a:ext cx="140416" cy="163989"/>
              </a:xfrm>
              <a:custGeom>
                <a:avLst/>
                <a:gdLst/>
                <a:ahLst/>
                <a:cxnLst/>
                <a:rect l="l" t="t" r="r" b="b"/>
                <a:pathLst>
                  <a:path w="3973" h="4640" extrusionOk="0">
                    <a:moveTo>
                      <a:pt x="0" y="1"/>
                    </a:moveTo>
                    <a:lnTo>
                      <a:pt x="0" y="667"/>
                    </a:lnTo>
                    <a:lnTo>
                      <a:pt x="0" y="871"/>
                    </a:lnTo>
                    <a:lnTo>
                      <a:pt x="14" y="1076"/>
                    </a:lnTo>
                    <a:lnTo>
                      <a:pt x="41" y="1266"/>
                    </a:lnTo>
                    <a:lnTo>
                      <a:pt x="82" y="1470"/>
                    </a:lnTo>
                    <a:lnTo>
                      <a:pt x="123" y="1660"/>
                    </a:lnTo>
                    <a:lnTo>
                      <a:pt x="177" y="1851"/>
                    </a:lnTo>
                    <a:lnTo>
                      <a:pt x="245" y="2028"/>
                    </a:lnTo>
                    <a:lnTo>
                      <a:pt x="313" y="2205"/>
                    </a:lnTo>
                    <a:lnTo>
                      <a:pt x="395" y="2381"/>
                    </a:lnTo>
                    <a:lnTo>
                      <a:pt x="476" y="2558"/>
                    </a:lnTo>
                    <a:lnTo>
                      <a:pt x="571" y="2721"/>
                    </a:lnTo>
                    <a:lnTo>
                      <a:pt x="680" y="2885"/>
                    </a:lnTo>
                    <a:lnTo>
                      <a:pt x="789" y="3048"/>
                    </a:lnTo>
                    <a:lnTo>
                      <a:pt x="912" y="3197"/>
                    </a:lnTo>
                    <a:lnTo>
                      <a:pt x="1034" y="3334"/>
                    </a:lnTo>
                    <a:lnTo>
                      <a:pt x="1170" y="3470"/>
                    </a:lnTo>
                    <a:lnTo>
                      <a:pt x="1306" y="3606"/>
                    </a:lnTo>
                    <a:lnTo>
                      <a:pt x="1442" y="3728"/>
                    </a:lnTo>
                    <a:lnTo>
                      <a:pt x="1605" y="3850"/>
                    </a:lnTo>
                    <a:lnTo>
                      <a:pt x="1755" y="3959"/>
                    </a:lnTo>
                    <a:lnTo>
                      <a:pt x="1918" y="4068"/>
                    </a:lnTo>
                    <a:lnTo>
                      <a:pt x="2081" y="4163"/>
                    </a:lnTo>
                    <a:lnTo>
                      <a:pt x="2258" y="4245"/>
                    </a:lnTo>
                    <a:lnTo>
                      <a:pt x="2435" y="4327"/>
                    </a:lnTo>
                    <a:lnTo>
                      <a:pt x="2612" y="4395"/>
                    </a:lnTo>
                    <a:lnTo>
                      <a:pt x="2789" y="4463"/>
                    </a:lnTo>
                    <a:lnTo>
                      <a:pt x="2979" y="4517"/>
                    </a:lnTo>
                    <a:lnTo>
                      <a:pt x="3170" y="4558"/>
                    </a:lnTo>
                    <a:lnTo>
                      <a:pt x="3374" y="4599"/>
                    </a:lnTo>
                    <a:lnTo>
                      <a:pt x="3564" y="4626"/>
                    </a:lnTo>
                    <a:lnTo>
                      <a:pt x="3768" y="4639"/>
                    </a:lnTo>
                    <a:lnTo>
                      <a:pt x="3972" y="4639"/>
                    </a:lnTo>
                    <a:lnTo>
                      <a:pt x="3972" y="3510"/>
                    </a:lnTo>
                    <a:lnTo>
                      <a:pt x="3686" y="3497"/>
                    </a:lnTo>
                    <a:lnTo>
                      <a:pt x="3401" y="3442"/>
                    </a:lnTo>
                    <a:lnTo>
                      <a:pt x="3129" y="3374"/>
                    </a:lnTo>
                    <a:lnTo>
                      <a:pt x="2870" y="3279"/>
                    </a:lnTo>
                    <a:lnTo>
                      <a:pt x="2625" y="3157"/>
                    </a:lnTo>
                    <a:lnTo>
                      <a:pt x="2394" y="3021"/>
                    </a:lnTo>
                    <a:lnTo>
                      <a:pt x="2177" y="2857"/>
                    </a:lnTo>
                    <a:lnTo>
                      <a:pt x="1973" y="2667"/>
                    </a:lnTo>
                    <a:lnTo>
                      <a:pt x="1782" y="2477"/>
                    </a:lnTo>
                    <a:lnTo>
                      <a:pt x="1619" y="2245"/>
                    </a:lnTo>
                    <a:lnTo>
                      <a:pt x="1483" y="2014"/>
                    </a:lnTo>
                    <a:lnTo>
                      <a:pt x="1360" y="1769"/>
                    </a:lnTo>
                    <a:lnTo>
                      <a:pt x="1265" y="1511"/>
                    </a:lnTo>
                    <a:lnTo>
                      <a:pt x="1197" y="1239"/>
                    </a:lnTo>
                    <a:lnTo>
                      <a:pt x="1156" y="953"/>
                    </a:lnTo>
                    <a:lnTo>
                      <a:pt x="1129" y="667"/>
                    </a:lnTo>
                    <a:lnTo>
                      <a:pt x="1129" y="1"/>
                    </a:lnTo>
                    <a:close/>
                  </a:path>
                </a:pathLst>
              </a:custGeom>
              <a:solidFill>
                <a:srgbClr val="434343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endParaRPr sz="2400"/>
              </a:p>
            </p:txBody>
          </p:sp>
          <p:sp>
            <p:nvSpPr>
              <p:cNvPr id="1469" name="Google Shape;1469;p32"/>
              <p:cNvSpPr/>
              <p:nvPr/>
            </p:nvSpPr>
            <p:spPr>
              <a:xfrm>
                <a:off x="-2357590" y="1375198"/>
                <a:ext cx="175511" cy="140416"/>
              </a:xfrm>
              <a:custGeom>
                <a:avLst/>
                <a:gdLst/>
                <a:ahLst/>
                <a:cxnLst/>
                <a:rect l="l" t="t" r="r" b="b"/>
                <a:pathLst>
                  <a:path w="4966" h="3973" extrusionOk="0">
                    <a:moveTo>
                      <a:pt x="3837" y="1"/>
                    </a:moveTo>
                    <a:lnTo>
                      <a:pt x="3823" y="286"/>
                    </a:lnTo>
                    <a:lnTo>
                      <a:pt x="3782" y="572"/>
                    </a:lnTo>
                    <a:lnTo>
                      <a:pt x="3701" y="844"/>
                    </a:lnTo>
                    <a:lnTo>
                      <a:pt x="3605" y="1103"/>
                    </a:lnTo>
                    <a:lnTo>
                      <a:pt x="3497" y="1347"/>
                    </a:lnTo>
                    <a:lnTo>
                      <a:pt x="3347" y="1579"/>
                    </a:lnTo>
                    <a:lnTo>
                      <a:pt x="3184" y="1810"/>
                    </a:lnTo>
                    <a:lnTo>
                      <a:pt x="3007" y="2000"/>
                    </a:lnTo>
                    <a:lnTo>
                      <a:pt x="2803" y="2191"/>
                    </a:lnTo>
                    <a:lnTo>
                      <a:pt x="2585" y="2354"/>
                    </a:lnTo>
                    <a:lnTo>
                      <a:pt x="2340" y="2490"/>
                    </a:lnTo>
                    <a:lnTo>
                      <a:pt x="2096" y="2612"/>
                    </a:lnTo>
                    <a:lnTo>
                      <a:pt x="1837" y="2708"/>
                    </a:lnTo>
                    <a:lnTo>
                      <a:pt x="1565" y="2776"/>
                    </a:lnTo>
                    <a:lnTo>
                      <a:pt x="1279" y="2830"/>
                    </a:lnTo>
                    <a:lnTo>
                      <a:pt x="994" y="2844"/>
                    </a:lnTo>
                    <a:lnTo>
                      <a:pt x="1" y="2844"/>
                    </a:lnTo>
                    <a:lnTo>
                      <a:pt x="1" y="3973"/>
                    </a:lnTo>
                    <a:lnTo>
                      <a:pt x="1198" y="3973"/>
                    </a:lnTo>
                    <a:lnTo>
                      <a:pt x="1402" y="3959"/>
                    </a:lnTo>
                    <a:lnTo>
                      <a:pt x="1606" y="3932"/>
                    </a:lnTo>
                    <a:lnTo>
                      <a:pt x="1796" y="3891"/>
                    </a:lnTo>
                    <a:lnTo>
                      <a:pt x="1987" y="3850"/>
                    </a:lnTo>
                    <a:lnTo>
                      <a:pt x="2177" y="3796"/>
                    </a:lnTo>
                    <a:lnTo>
                      <a:pt x="2354" y="3728"/>
                    </a:lnTo>
                    <a:lnTo>
                      <a:pt x="2544" y="3660"/>
                    </a:lnTo>
                    <a:lnTo>
                      <a:pt x="2721" y="3578"/>
                    </a:lnTo>
                    <a:lnTo>
                      <a:pt x="2884" y="3497"/>
                    </a:lnTo>
                    <a:lnTo>
                      <a:pt x="3061" y="3401"/>
                    </a:lnTo>
                    <a:lnTo>
                      <a:pt x="3211" y="3293"/>
                    </a:lnTo>
                    <a:lnTo>
                      <a:pt x="3374" y="3184"/>
                    </a:lnTo>
                    <a:lnTo>
                      <a:pt x="3524" y="3061"/>
                    </a:lnTo>
                    <a:lnTo>
                      <a:pt x="3673" y="2939"/>
                    </a:lnTo>
                    <a:lnTo>
                      <a:pt x="3809" y="2803"/>
                    </a:lnTo>
                    <a:lnTo>
                      <a:pt x="3932" y="2667"/>
                    </a:lnTo>
                    <a:lnTo>
                      <a:pt x="4068" y="2531"/>
                    </a:lnTo>
                    <a:lnTo>
                      <a:pt x="4177" y="2381"/>
                    </a:lnTo>
                    <a:lnTo>
                      <a:pt x="4286" y="2218"/>
                    </a:lnTo>
                    <a:lnTo>
                      <a:pt x="4394" y="2055"/>
                    </a:lnTo>
                    <a:lnTo>
                      <a:pt x="4490" y="1891"/>
                    </a:lnTo>
                    <a:lnTo>
                      <a:pt x="4585" y="1715"/>
                    </a:lnTo>
                    <a:lnTo>
                      <a:pt x="4653" y="1551"/>
                    </a:lnTo>
                    <a:lnTo>
                      <a:pt x="4734" y="1361"/>
                    </a:lnTo>
                    <a:lnTo>
                      <a:pt x="4789" y="1184"/>
                    </a:lnTo>
                    <a:lnTo>
                      <a:pt x="4843" y="994"/>
                    </a:lnTo>
                    <a:lnTo>
                      <a:pt x="4884" y="803"/>
                    </a:lnTo>
                    <a:lnTo>
                      <a:pt x="4925" y="599"/>
                    </a:lnTo>
                    <a:lnTo>
                      <a:pt x="4952" y="409"/>
                    </a:lnTo>
                    <a:lnTo>
                      <a:pt x="4966" y="205"/>
                    </a:lnTo>
                    <a:lnTo>
                      <a:pt x="4966" y="1"/>
                    </a:lnTo>
                    <a:close/>
                  </a:path>
                </a:pathLst>
              </a:custGeom>
              <a:solidFill>
                <a:srgbClr val="434343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endParaRPr sz="2400"/>
              </a:p>
            </p:txBody>
          </p:sp>
          <p:sp>
            <p:nvSpPr>
              <p:cNvPr id="1470" name="Google Shape;1470;p32"/>
              <p:cNvSpPr/>
              <p:nvPr/>
            </p:nvSpPr>
            <p:spPr>
              <a:xfrm>
                <a:off x="-2248946" y="1607896"/>
                <a:ext cx="203891" cy="39937"/>
              </a:xfrm>
              <a:custGeom>
                <a:avLst/>
                <a:gdLst/>
                <a:ahLst/>
                <a:cxnLst/>
                <a:rect l="l" t="t" r="r" b="b"/>
                <a:pathLst>
                  <a:path w="5769" h="1130" extrusionOk="0">
                    <a:moveTo>
                      <a:pt x="1" y="0"/>
                    </a:moveTo>
                    <a:lnTo>
                      <a:pt x="1" y="1129"/>
                    </a:lnTo>
                    <a:lnTo>
                      <a:pt x="5768" y="1129"/>
                    </a:lnTo>
                    <a:lnTo>
                      <a:pt x="5741" y="558"/>
                    </a:lnTo>
                    <a:lnTo>
                      <a:pt x="5714" y="0"/>
                    </a:lnTo>
                    <a:close/>
                  </a:path>
                </a:pathLst>
              </a:custGeom>
              <a:solidFill>
                <a:srgbClr val="434343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endParaRPr sz="2400"/>
              </a:p>
            </p:txBody>
          </p:sp>
          <p:sp>
            <p:nvSpPr>
              <p:cNvPr id="1471" name="Google Shape;1471;p32"/>
              <p:cNvSpPr/>
              <p:nvPr/>
            </p:nvSpPr>
            <p:spPr>
              <a:xfrm>
                <a:off x="-3264773" y="1067043"/>
                <a:ext cx="197140" cy="102423"/>
              </a:xfrm>
              <a:custGeom>
                <a:avLst/>
                <a:gdLst/>
                <a:ahLst/>
                <a:cxnLst/>
                <a:rect l="l" t="t" r="r" b="b"/>
                <a:pathLst>
                  <a:path w="5578" h="2898" extrusionOk="0">
                    <a:moveTo>
                      <a:pt x="2041" y="0"/>
                    </a:moveTo>
                    <a:lnTo>
                      <a:pt x="1511" y="273"/>
                    </a:lnTo>
                    <a:lnTo>
                      <a:pt x="1007" y="545"/>
                    </a:lnTo>
                    <a:lnTo>
                      <a:pt x="504" y="844"/>
                    </a:lnTo>
                    <a:lnTo>
                      <a:pt x="1" y="1143"/>
                    </a:lnTo>
                    <a:lnTo>
                      <a:pt x="2694" y="1143"/>
                    </a:lnTo>
                    <a:lnTo>
                      <a:pt x="2871" y="1157"/>
                    </a:lnTo>
                    <a:lnTo>
                      <a:pt x="3048" y="1184"/>
                    </a:lnTo>
                    <a:lnTo>
                      <a:pt x="3211" y="1225"/>
                    </a:lnTo>
                    <a:lnTo>
                      <a:pt x="3374" y="1279"/>
                    </a:lnTo>
                    <a:lnTo>
                      <a:pt x="3524" y="1361"/>
                    </a:lnTo>
                    <a:lnTo>
                      <a:pt x="3673" y="1442"/>
                    </a:lnTo>
                    <a:lnTo>
                      <a:pt x="3796" y="1538"/>
                    </a:lnTo>
                    <a:lnTo>
                      <a:pt x="3932" y="1660"/>
                    </a:lnTo>
                    <a:lnTo>
                      <a:pt x="4041" y="1782"/>
                    </a:lnTo>
                    <a:lnTo>
                      <a:pt x="4136" y="1918"/>
                    </a:lnTo>
                    <a:lnTo>
                      <a:pt x="4231" y="2054"/>
                    </a:lnTo>
                    <a:lnTo>
                      <a:pt x="4299" y="2218"/>
                    </a:lnTo>
                    <a:lnTo>
                      <a:pt x="4353" y="2367"/>
                    </a:lnTo>
                    <a:lnTo>
                      <a:pt x="4408" y="2544"/>
                    </a:lnTo>
                    <a:lnTo>
                      <a:pt x="4435" y="2721"/>
                    </a:lnTo>
                    <a:lnTo>
                      <a:pt x="4435" y="2898"/>
                    </a:lnTo>
                    <a:lnTo>
                      <a:pt x="5578" y="2898"/>
                    </a:lnTo>
                    <a:lnTo>
                      <a:pt x="5564" y="2599"/>
                    </a:lnTo>
                    <a:lnTo>
                      <a:pt x="5510" y="2313"/>
                    </a:lnTo>
                    <a:lnTo>
                      <a:pt x="5442" y="2041"/>
                    </a:lnTo>
                    <a:lnTo>
                      <a:pt x="5346" y="1769"/>
                    </a:lnTo>
                    <a:lnTo>
                      <a:pt x="5224" y="1524"/>
                    </a:lnTo>
                    <a:lnTo>
                      <a:pt x="5074" y="1279"/>
                    </a:lnTo>
                    <a:lnTo>
                      <a:pt x="4911" y="1061"/>
                    </a:lnTo>
                    <a:lnTo>
                      <a:pt x="4734" y="857"/>
                    </a:lnTo>
                    <a:lnTo>
                      <a:pt x="4517" y="667"/>
                    </a:lnTo>
                    <a:lnTo>
                      <a:pt x="4299" y="504"/>
                    </a:lnTo>
                    <a:lnTo>
                      <a:pt x="4068" y="354"/>
                    </a:lnTo>
                    <a:lnTo>
                      <a:pt x="3809" y="232"/>
                    </a:lnTo>
                    <a:lnTo>
                      <a:pt x="3551" y="137"/>
                    </a:lnTo>
                    <a:lnTo>
                      <a:pt x="3265" y="69"/>
                    </a:lnTo>
                    <a:lnTo>
                      <a:pt x="2980" y="28"/>
                    </a:lnTo>
                    <a:lnTo>
                      <a:pt x="2694" y="0"/>
                    </a:lnTo>
                    <a:close/>
                  </a:path>
                </a:pathLst>
              </a:custGeom>
              <a:solidFill>
                <a:srgbClr val="434343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endParaRPr sz="2400"/>
              </a:p>
            </p:txBody>
          </p:sp>
          <p:sp>
            <p:nvSpPr>
              <p:cNvPr id="1472" name="Google Shape;1472;p32"/>
              <p:cNvSpPr/>
              <p:nvPr/>
            </p:nvSpPr>
            <p:spPr>
              <a:xfrm>
                <a:off x="-3479658" y="1917960"/>
                <a:ext cx="40396" cy="136599"/>
              </a:xfrm>
              <a:custGeom>
                <a:avLst/>
                <a:gdLst/>
                <a:ahLst/>
                <a:cxnLst/>
                <a:rect l="l" t="t" r="r" b="b"/>
                <a:pathLst>
                  <a:path w="1143" h="3865" extrusionOk="0">
                    <a:moveTo>
                      <a:pt x="0" y="1"/>
                    </a:moveTo>
                    <a:lnTo>
                      <a:pt x="0" y="3306"/>
                    </a:lnTo>
                    <a:lnTo>
                      <a:pt x="14" y="3415"/>
                    </a:lnTo>
                    <a:lnTo>
                      <a:pt x="55" y="3524"/>
                    </a:lnTo>
                    <a:lnTo>
                      <a:pt x="109" y="3619"/>
                    </a:lnTo>
                    <a:lnTo>
                      <a:pt x="177" y="3714"/>
                    </a:lnTo>
                    <a:lnTo>
                      <a:pt x="259" y="3782"/>
                    </a:lnTo>
                    <a:lnTo>
                      <a:pt x="368" y="3823"/>
                    </a:lnTo>
                    <a:lnTo>
                      <a:pt x="476" y="3850"/>
                    </a:lnTo>
                    <a:lnTo>
                      <a:pt x="585" y="3864"/>
                    </a:lnTo>
                    <a:lnTo>
                      <a:pt x="599" y="3864"/>
                    </a:lnTo>
                    <a:lnTo>
                      <a:pt x="708" y="3850"/>
                    </a:lnTo>
                    <a:lnTo>
                      <a:pt x="816" y="3810"/>
                    </a:lnTo>
                    <a:lnTo>
                      <a:pt x="898" y="3755"/>
                    </a:lnTo>
                    <a:lnTo>
                      <a:pt x="980" y="3687"/>
                    </a:lnTo>
                    <a:lnTo>
                      <a:pt x="1048" y="3606"/>
                    </a:lnTo>
                    <a:lnTo>
                      <a:pt x="1102" y="3510"/>
                    </a:lnTo>
                    <a:lnTo>
                      <a:pt x="1129" y="3415"/>
                    </a:lnTo>
                    <a:lnTo>
                      <a:pt x="1143" y="3306"/>
                    </a:lnTo>
                    <a:lnTo>
                      <a:pt x="1143" y="1"/>
                    </a:lnTo>
                    <a:close/>
                  </a:path>
                </a:pathLst>
              </a:custGeom>
              <a:solidFill>
                <a:srgbClr val="434343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endParaRPr sz="2400"/>
              </a:p>
            </p:txBody>
          </p:sp>
          <p:sp>
            <p:nvSpPr>
              <p:cNvPr id="1473" name="Google Shape;1473;p32"/>
              <p:cNvSpPr/>
              <p:nvPr/>
            </p:nvSpPr>
            <p:spPr>
              <a:xfrm>
                <a:off x="-3402751" y="1917960"/>
                <a:ext cx="40432" cy="136599"/>
              </a:xfrm>
              <a:custGeom>
                <a:avLst/>
                <a:gdLst/>
                <a:ahLst/>
                <a:cxnLst/>
                <a:rect l="l" t="t" r="r" b="b"/>
                <a:pathLst>
                  <a:path w="1144" h="3865" extrusionOk="0">
                    <a:moveTo>
                      <a:pt x="1" y="1"/>
                    </a:moveTo>
                    <a:lnTo>
                      <a:pt x="1" y="3306"/>
                    </a:lnTo>
                    <a:lnTo>
                      <a:pt x="14" y="3415"/>
                    </a:lnTo>
                    <a:lnTo>
                      <a:pt x="55" y="3524"/>
                    </a:lnTo>
                    <a:lnTo>
                      <a:pt x="109" y="3619"/>
                    </a:lnTo>
                    <a:lnTo>
                      <a:pt x="177" y="3714"/>
                    </a:lnTo>
                    <a:lnTo>
                      <a:pt x="259" y="3782"/>
                    </a:lnTo>
                    <a:lnTo>
                      <a:pt x="368" y="3823"/>
                    </a:lnTo>
                    <a:lnTo>
                      <a:pt x="477" y="3850"/>
                    </a:lnTo>
                    <a:lnTo>
                      <a:pt x="586" y="3864"/>
                    </a:lnTo>
                    <a:lnTo>
                      <a:pt x="599" y="3864"/>
                    </a:lnTo>
                    <a:lnTo>
                      <a:pt x="708" y="3850"/>
                    </a:lnTo>
                    <a:lnTo>
                      <a:pt x="817" y="3810"/>
                    </a:lnTo>
                    <a:lnTo>
                      <a:pt x="898" y="3755"/>
                    </a:lnTo>
                    <a:lnTo>
                      <a:pt x="980" y="3687"/>
                    </a:lnTo>
                    <a:lnTo>
                      <a:pt x="1048" y="3606"/>
                    </a:lnTo>
                    <a:lnTo>
                      <a:pt x="1102" y="3510"/>
                    </a:lnTo>
                    <a:lnTo>
                      <a:pt x="1130" y="3415"/>
                    </a:lnTo>
                    <a:lnTo>
                      <a:pt x="1143" y="3306"/>
                    </a:lnTo>
                    <a:lnTo>
                      <a:pt x="1143" y="1"/>
                    </a:lnTo>
                    <a:close/>
                  </a:path>
                </a:pathLst>
              </a:custGeom>
              <a:solidFill>
                <a:srgbClr val="434343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endParaRPr sz="2400"/>
              </a:p>
            </p:txBody>
          </p:sp>
          <p:sp>
            <p:nvSpPr>
              <p:cNvPr id="1474" name="Google Shape;1474;p32"/>
              <p:cNvSpPr/>
              <p:nvPr/>
            </p:nvSpPr>
            <p:spPr>
              <a:xfrm>
                <a:off x="-3325350" y="1917960"/>
                <a:ext cx="39937" cy="136599"/>
              </a:xfrm>
              <a:custGeom>
                <a:avLst/>
                <a:gdLst/>
                <a:ahLst/>
                <a:cxnLst/>
                <a:rect l="l" t="t" r="r" b="b"/>
                <a:pathLst>
                  <a:path w="1130" h="3865" extrusionOk="0">
                    <a:moveTo>
                      <a:pt x="1" y="1"/>
                    </a:moveTo>
                    <a:lnTo>
                      <a:pt x="1" y="3306"/>
                    </a:lnTo>
                    <a:lnTo>
                      <a:pt x="1" y="3415"/>
                    </a:lnTo>
                    <a:lnTo>
                      <a:pt x="41" y="3524"/>
                    </a:lnTo>
                    <a:lnTo>
                      <a:pt x="96" y="3619"/>
                    </a:lnTo>
                    <a:lnTo>
                      <a:pt x="164" y="3714"/>
                    </a:lnTo>
                    <a:lnTo>
                      <a:pt x="259" y="3782"/>
                    </a:lnTo>
                    <a:lnTo>
                      <a:pt x="354" y="3823"/>
                    </a:lnTo>
                    <a:lnTo>
                      <a:pt x="463" y="3850"/>
                    </a:lnTo>
                    <a:lnTo>
                      <a:pt x="586" y="3864"/>
                    </a:lnTo>
                    <a:lnTo>
                      <a:pt x="694" y="3850"/>
                    </a:lnTo>
                    <a:lnTo>
                      <a:pt x="803" y="3810"/>
                    </a:lnTo>
                    <a:lnTo>
                      <a:pt x="898" y="3755"/>
                    </a:lnTo>
                    <a:lnTo>
                      <a:pt x="980" y="3687"/>
                    </a:lnTo>
                    <a:lnTo>
                      <a:pt x="1034" y="3606"/>
                    </a:lnTo>
                    <a:lnTo>
                      <a:pt x="1089" y="3510"/>
                    </a:lnTo>
                    <a:lnTo>
                      <a:pt x="1116" y="3415"/>
                    </a:lnTo>
                    <a:lnTo>
                      <a:pt x="1130" y="3306"/>
                    </a:lnTo>
                    <a:lnTo>
                      <a:pt x="1130" y="1"/>
                    </a:lnTo>
                    <a:close/>
                  </a:path>
                </a:pathLst>
              </a:custGeom>
              <a:solidFill>
                <a:srgbClr val="434343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endParaRPr sz="2400"/>
              </a:p>
            </p:txBody>
          </p:sp>
          <p:sp>
            <p:nvSpPr>
              <p:cNvPr id="1475" name="Google Shape;1475;p32"/>
              <p:cNvSpPr/>
              <p:nvPr/>
            </p:nvSpPr>
            <p:spPr>
              <a:xfrm>
                <a:off x="-3248409" y="1917960"/>
                <a:ext cx="39937" cy="136599"/>
              </a:xfrm>
              <a:custGeom>
                <a:avLst/>
                <a:gdLst/>
                <a:ahLst/>
                <a:cxnLst/>
                <a:rect l="l" t="t" r="r" b="b"/>
                <a:pathLst>
                  <a:path w="1130" h="3865" extrusionOk="0">
                    <a:moveTo>
                      <a:pt x="0" y="1"/>
                    </a:moveTo>
                    <a:lnTo>
                      <a:pt x="0" y="3306"/>
                    </a:lnTo>
                    <a:lnTo>
                      <a:pt x="14" y="3415"/>
                    </a:lnTo>
                    <a:lnTo>
                      <a:pt x="41" y="3524"/>
                    </a:lnTo>
                    <a:lnTo>
                      <a:pt x="95" y="3619"/>
                    </a:lnTo>
                    <a:lnTo>
                      <a:pt x="163" y="3714"/>
                    </a:lnTo>
                    <a:lnTo>
                      <a:pt x="259" y="3782"/>
                    </a:lnTo>
                    <a:lnTo>
                      <a:pt x="354" y="3823"/>
                    </a:lnTo>
                    <a:lnTo>
                      <a:pt x="463" y="3850"/>
                    </a:lnTo>
                    <a:lnTo>
                      <a:pt x="585" y="3864"/>
                    </a:lnTo>
                    <a:lnTo>
                      <a:pt x="599" y="3864"/>
                    </a:lnTo>
                    <a:lnTo>
                      <a:pt x="707" y="3850"/>
                    </a:lnTo>
                    <a:lnTo>
                      <a:pt x="803" y="3810"/>
                    </a:lnTo>
                    <a:lnTo>
                      <a:pt x="898" y="3755"/>
                    </a:lnTo>
                    <a:lnTo>
                      <a:pt x="979" y="3687"/>
                    </a:lnTo>
                    <a:lnTo>
                      <a:pt x="1048" y="3606"/>
                    </a:lnTo>
                    <a:lnTo>
                      <a:pt x="1088" y="3510"/>
                    </a:lnTo>
                    <a:lnTo>
                      <a:pt x="1129" y="3415"/>
                    </a:lnTo>
                    <a:lnTo>
                      <a:pt x="1129" y="3306"/>
                    </a:lnTo>
                    <a:lnTo>
                      <a:pt x="1129" y="1"/>
                    </a:lnTo>
                    <a:close/>
                  </a:path>
                </a:pathLst>
              </a:custGeom>
              <a:solidFill>
                <a:srgbClr val="434343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endParaRPr sz="2400"/>
              </a:p>
            </p:txBody>
          </p:sp>
          <p:sp>
            <p:nvSpPr>
              <p:cNvPr id="1476" name="Google Shape;1476;p32"/>
              <p:cNvSpPr/>
              <p:nvPr/>
            </p:nvSpPr>
            <p:spPr>
              <a:xfrm>
                <a:off x="-3171503" y="1917960"/>
                <a:ext cx="40432" cy="136599"/>
              </a:xfrm>
              <a:custGeom>
                <a:avLst/>
                <a:gdLst/>
                <a:ahLst/>
                <a:cxnLst/>
                <a:rect l="l" t="t" r="r" b="b"/>
                <a:pathLst>
                  <a:path w="1144" h="3865" extrusionOk="0">
                    <a:moveTo>
                      <a:pt x="1" y="1"/>
                    </a:moveTo>
                    <a:lnTo>
                      <a:pt x="1" y="3306"/>
                    </a:lnTo>
                    <a:lnTo>
                      <a:pt x="14" y="3415"/>
                    </a:lnTo>
                    <a:lnTo>
                      <a:pt x="41" y="3524"/>
                    </a:lnTo>
                    <a:lnTo>
                      <a:pt x="96" y="3619"/>
                    </a:lnTo>
                    <a:lnTo>
                      <a:pt x="177" y="3714"/>
                    </a:lnTo>
                    <a:lnTo>
                      <a:pt x="259" y="3782"/>
                    </a:lnTo>
                    <a:lnTo>
                      <a:pt x="354" y="3823"/>
                    </a:lnTo>
                    <a:lnTo>
                      <a:pt x="463" y="3850"/>
                    </a:lnTo>
                    <a:lnTo>
                      <a:pt x="585" y="3864"/>
                    </a:lnTo>
                    <a:lnTo>
                      <a:pt x="599" y="3864"/>
                    </a:lnTo>
                    <a:lnTo>
                      <a:pt x="708" y="3850"/>
                    </a:lnTo>
                    <a:lnTo>
                      <a:pt x="803" y="3810"/>
                    </a:lnTo>
                    <a:lnTo>
                      <a:pt x="898" y="3755"/>
                    </a:lnTo>
                    <a:lnTo>
                      <a:pt x="980" y="3687"/>
                    </a:lnTo>
                    <a:lnTo>
                      <a:pt x="1048" y="3606"/>
                    </a:lnTo>
                    <a:lnTo>
                      <a:pt x="1089" y="3510"/>
                    </a:lnTo>
                    <a:lnTo>
                      <a:pt x="1130" y="3415"/>
                    </a:lnTo>
                    <a:lnTo>
                      <a:pt x="1143" y="3306"/>
                    </a:lnTo>
                    <a:lnTo>
                      <a:pt x="1143" y="1"/>
                    </a:lnTo>
                    <a:close/>
                  </a:path>
                </a:pathLst>
              </a:custGeom>
              <a:solidFill>
                <a:srgbClr val="434343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endParaRPr sz="2400"/>
              </a:p>
            </p:txBody>
          </p:sp>
        </p:grpSp>
        <p:sp>
          <p:nvSpPr>
            <p:cNvPr id="1477" name="Google Shape;1477;p32"/>
            <p:cNvSpPr/>
            <p:nvPr/>
          </p:nvSpPr>
          <p:spPr>
            <a:xfrm>
              <a:off x="-1893024" y="2339485"/>
              <a:ext cx="957841" cy="47490"/>
            </a:xfrm>
            <a:custGeom>
              <a:avLst/>
              <a:gdLst/>
              <a:ahLst/>
              <a:cxnLst/>
              <a:rect l="l" t="t" r="r" b="b"/>
              <a:pathLst>
                <a:path w="27475" h="1689" extrusionOk="0">
                  <a:moveTo>
                    <a:pt x="852" y="0"/>
                  </a:moveTo>
                  <a:lnTo>
                    <a:pt x="688" y="15"/>
                  </a:lnTo>
                  <a:lnTo>
                    <a:pt x="523" y="60"/>
                  </a:lnTo>
                  <a:lnTo>
                    <a:pt x="389" y="135"/>
                  </a:lnTo>
                  <a:lnTo>
                    <a:pt x="255" y="239"/>
                  </a:lnTo>
                  <a:lnTo>
                    <a:pt x="150" y="374"/>
                  </a:lnTo>
                  <a:lnTo>
                    <a:pt x="75" y="508"/>
                  </a:lnTo>
                  <a:lnTo>
                    <a:pt x="30" y="673"/>
                  </a:lnTo>
                  <a:lnTo>
                    <a:pt x="1" y="852"/>
                  </a:lnTo>
                  <a:lnTo>
                    <a:pt x="30" y="1016"/>
                  </a:lnTo>
                  <a:lnTo>
                    <a:pt x="75" y="1181"/>
                  </a:lnTo>
                  <a:lnTo>
                    <a:pt x="150" y="1315"/>
                  </a:lnTo>
                  <a:lnTo>
                    <a:pt x="255" y="1450"/>
                  </a:lnTo>
                  <a:lnTo>
                    <a:pt x="389" y="1554"/>
                  </a:lnTo>
                  <a:lnTo>
                    <a:pt x="523" y="1629"/>
                  </a:lnTo>
                  <a:lnTo>
                    <a:pt x="688" y="1674"/>
                  </a:lnTo>
                  <a:lnTo>
                    <a:pt x="852" y="1689"/>
                  </a:lnTo>
                  <a:lnTo>
                    <a:pt x="26623" y="1689"/>
                  </a:lnTo>
                  <a:lnTo>
                    <a:pt x="26787" y="1674"/>
                  </a:lnTo>
                  <a:lnTo>
                    <a:pt x="26952" y="1629"/>
                  </a:lnTo>
                  <a:lnTo>
                    <a:pt x="27101" y="1554"/>
                  </a:lnTo>
                  <a:lnTo>
                    <a:pt x="27221" y="1450"/>
                  </a:lnTo>
                  <a:lnTo>
                    <a:pt x="27325" y="1315"/>
                  </a:lnTo>
                  <a:lnTo>
                    <a:pt x="27400" y="1181"/>
                  </a:lnTo>
                  <a:lnTo>
                    <a:pt x="27460" y="1016"/>
                  </a:lnTo>
                  <a:lnTo>
                    <a:pt x="27475" y="852"/>
                  </a:lnTo>
                  <a:lnTo>
                    <a:pt x="27460" y="673"/>
                  </a:lnTo>
                  <a:lnTo>
                    <a:pt x="27400" y="508"/>
                  </a:lnTo>
                  <a:lnTo>
                    <a:pt x="27325" y="374"/>
                  </a:lnTo>
                  <a:lnTo>
                    <a:pt x="27221" y="239"/>
                  </a:lnTo>
                  <a:lnTo>
                    <a:pt x="27101" y="135"/>
                  </a:lnTo>
                  <a:lnTo>
                    <a:pt x="26952" y="60"/>
                  </a:lnTo>
                  <a:lnTo>
                    <a:pt x="26787" y="15"/>
                  </a:lnTo>
                  <a:lnTo>
                    <a:pt x="26623" y="0"/>
                  </a:lnTo>
                  <a:close/>
                </a:path>
              </a:pathLst>
            </a:custGeom>
            <a:solidFill>
              <a:srgbClr val="EFEFE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1478" name="Google Shape;1478;p32"/>
            <p:cNvSpPr/>
            <p:nvPr/>
          </p:nvSpPr>
          <p:spPr>
            <a:xfrm>
              <a:off x="-1893024" y="2490701"/>
              <a:ext cx="957841" cy="47912"/>
            </a:xfrm>
            <a:custGeom>
              <a:avLst/>
              <a:gdLst/>
              <a:ahLst/>
              <a:cxnLst/>
              <a:rect l="l" t="t" r="r" b="b"/>
              <a:pathLst>
                <a:path w="27475" h="1704" extrusionOk="0">
                  <a:moveTo>
                    <a:pt x="852" y="1"/>
                  </a:moveTo>
                  <a:lnTo>
                    <a:pt x="688" y="31"/>
                  </a:lnTo>
                  <a:lnTo>
                    <a:pt x="523" y="75"/>
                  </a:lnTo>
                  <a:lnTo>
                    <a:pt x="389" y="150"/>
                  </a:lnTo>
                  <a:lnTo>
                    <a:pt x="255" y="255"/>
                  </a:lnTo>
                  <a:lnTo>
                    <a:pt x="150" y="389"/>
                  </a:lnTo>
                  <a:lnTo>
                    <a:pt x="75" y="524"/>
                  </a:lnTo>
                  <a:lnTo>
                    <a:pt x="30" y="688"/>
                  </a:lnTo>
                  <a:lnTo>
                    <a:pt x="1" y="852"/>
                  </a:lnTo>
                  <a:lnTo>
                    <a:pt x="30" y="1031"/>
                  </a:lnTo>
                  <a:lnTo>
                    <a:pt x="75" y="1181"/>
                  </a:lnTo>
                  <a:lnTo>
                    <a:pt x="150" y="1330"/>
                  </a:lnTo>
                  <a:lnTo>
                    <a:pt x="255" y="1465"/>
                  </a:lnTo>
                  <a:lnTo>
                    <a:pt x="389" y="1554"/>
                  </a:lnTo>
                  <a:lnTo>
                    <a:pt x="523" y="1644"/>
                  </a:lnTo>
                  <a:lnTo>
                    <a:pt x="688" y="1689"/>
                  </a:lnTo>
                  <a:lnTo>
                    <a:pt x="852" y="1704"/>
                  </a:lnTo>
                  <a:lnTo>
                    <a:pt x="26623" y="1704"/>
                  </a:lnTo>
                  <a:lnTo>
                    <a:pt x="26787" y="1689"/>
                  </a:lnTo>
                  <a:lnTo>
                    <a:pt x="26952" y="1644"/>
                  </a:lnTo>
                  <a:lnTo>
                    <a:pt x="27101" y="1554"/>
                  </a:lnTo>
                  <a:lnTo>
                    <a:pt x="27221" y="1465"/>
                  </a:lnTo>
                  <a:lnTo>
                    <a:pt x="27325" y="1330"/>
                  </a:lnTo>
                  <a:lnTo>
                    <a:pt x="27400" y="1181"/>
                  </a:lnTo>
                  <a:lnTo>
                    <a:pt x="27460" y="1031"/>
                  </a:lnTo>
                  <a:lnTo>
                    <a:pt x="27475" y="852"/>
                  </a:lnTo>
                  <a:lnTo>
                    <a:pt x="27460" y="688"/>
                  </a:lnTo>
                  <a:lnTo>
                    <a:pt x="27400" y="524"/>
                  </a:lnTo>
                  <a:lnTo>
                    <a:pt x="27325" y="389"/>
                  </a:lnTo>
                  <a:lnTo>
                    <a:pt x="27221" y="255"/>
                  </a:lnTo>
                  <a:lnTo>
                    <a:pt x="27101" y="150"/>
                  </a:lnTo>
                  <a:lnTo>
                    <a:pt x="26952" y="75"/>
                  </a:lnTo>
                  <a:lnTo>
                    <a:pt x="26787" y="31"/>
                  </a:lnTo>
                  <a:lnTo>
                    <a:pt x="26623" y="1"/>
                  </a:lnTo>
                  <a:close/>
                </a:path>
              </a:pathLst>
            </a:custGeom>
            <a:solidFill>
              <a:srgbClr val="EFEFE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1479" name="Google Shape;1479;p32"/>
            <p:cNvSpPr/>
            <p:nvPr/>
          </p:nvSpPr>
          <p:spPr>
            <a:xfrm>
              <a:off x="-1893024" y="2642339"/>
              <a:ext cx="957841" cy="47912"/>
            </a:xfrm>
            <a:custGeom>
              <a:avLst/>
              <a:gdLst/>
              <a:ahLst/>
              <a:cxnLst/>
              <a:rect l="l" t="t" r="r" b="b"/>
              <a:pathLst>
                <a:path w="27475" h="1704" extrusionOk="0">
                  <a:moveTo>
                    <a:pt x="852" y="1"/>
                  </a:moveTo>
                  <a:lnTo>
                    <a:pt x="688" y="16"/>
                  </a:lnTo>
                  <a:lnTo>
                    <a:pt x="523" y="75"/>
                  </a:lnTo>
                  <a:lnTo>
                    <a:pt x="389" y="150"/>
                  </a:lnTo>
                  <a:lnTo>
                    <a:pt x="255" y="255"/>
                  </a:lnTo>
                  <a:lnTo>
                    <a:pt x="150" y="374"/>
                  </a:lnTo>
                  <a:lnTo>
                    <a:pt x="75" y="524"/>
                  </a:lnTo>
                  <a:lnTo>
                    <a:pt x="30" y="688"/>
                  </a:lnTo>
                  <a:lnTo>
                    <a:pt x="1" y="852"/>
                  </a:lnTo>
                  <a:lnTo>
                    <a:pt x="30" y="1032"/>
                  </a:lnTo>
                  <a:lnTo>
                    <a:pt x="75" y="1181"/>
                  </a:lnTo>
                  <a:lnTo>
                    <a:pt x="150" y="1330"/>
                  </a:lnTo>
                  <a:lnTo>
                    <a:pt x="255" y="1450"/>
                  </a:lnTo>
                  <a:lnTo>
                    <a:pt x="389" y="1555"/>
                  </a:lnTo>
                  <a:lnTo>
                    <a:pt x="523" y="1629"/>
                  </a:lnTo>
                  <a:lnTo>
                    <a:pt x="688" y="1689"/>
                  </a:lnTo>
                  <a:lnTo>
                    <a:pt x="852" y="1704"/>
                  </a:lnTo>
                  <a:lnTo>
                    <a:pt x="26623" y="1704"/>
                  </a:lnTo>
                  <a:lnTo>
                    <a:pt x="26787" y="1689"/>
                  </a:lnTo>
                  <a:lnTo>
                    <a:pt x="26952" y="1629"/>
                  </a:lnTo>
                  <a:lnTo>
                    <a:pt x="27101" y="1555"/>
                  </a:lnTo>
                  <a:lnTo>
                    <a:pt x="27221" y="1450"/>
                  </a:lnTo>
                  <a:lnTo>
                    <a:pt x="27325" y="1330"/>
                  </a:lnTo>
                  <a:lnTo>
                    <a:pt x="27400" y="1181"/>
                  </a:lnTo>
                  <a:lnTo>
                    <a:pt x="27460" y="1032"/>
                  </a:lnTo>
                  <a:lnTo>
                    <a:pt x="27475" y="852"/>
                  </a:lnTo>
                  <a:lnTo>
                    <a:pt x="27460" y="688"/>
                  </a:lnTo>
                  <a:lnTo>
                    <a:pt x="27400" y="524"/>
                  </a:lnTo>
                  <a:lnTo>
                    <a:pt x="27325" y="374"/>
                  </a:lnTo>
                  <a:lnTo>
                    <a:pt x="27221" y="255"/>
                  </a:lnTo>
                  <a:lnTo>
                    <a:pt x="27101" y="150"/>
                  </a:lnTo>
                  <a:lnTo>
                    <a:pt x="26952" y="75"/>
                  </a:lnTo>
                  <a:lnTo>
                    <a:pt x="26787" y="16"/>
                  </a:lnTo>
                  <a:lnTo>
                    <a:pt x="26623" y="1"/>
                  </a:lnTo>
                  <a:close/>
                </a:path>
              </a:pathLst>
            </a:custGeom>
            <a:solidFill>
              <a:srgbClr val="EFEFE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1480" name="Google Shape;1480;p32"/>
            <p:cNvSpPr/>
            <p:nvPr/>
          </p:nvSpPr>
          <p:spPr>
            <a:xfrm>
              <a:off x="-1893024" y="2793977"/>
              <a:ext cx="957841" cy="47940"/>
            </a:xfrm>
            <a:custGeom>
              <a:avLst/>
              <a:gdLst/>
              <a:ahLst/>
              <a:cxnLst/>
              <a:rect l="l" t="t" r="r" b="b"/>
              <a:pathLst>
                <a:path w="27475" h="1705" extrusionOk="0">
                  <a:moveTo>
                    <a:pt x="852" y="1"/>
                  </a:moveTo>
                  <a:lnTo>
                    <a:pt x="688" y="16"/>
                  </a:lnTo>
                  <a:lnTo>
                    <a:pt x="523" y="61"/>
                  </a:lnTo>
                  <a:lnTo>
                    <a:pt x="389" y="150"/>
                  </a:lnTo>
                  <a:lnTo>
                    <a:pt x="255" y="255"/>
                  </a:lnTo>
                  <a:lnTo>
                    <a:pt x="150" y="374"/>
                  </a:lnTo>
                  <a:lnTo>
                    <a:pt x="75" y="524"/>
                  </a:lnTo>
                  <a:lnTo>
                    <a:pt x="30" y="673"/>
                  </a:lnTo>
                  <a:lnTo>
                    <a:pt x="1" y="853"/>
                  </a:lnTo>
                  <a:lnTo>
                    <a:pt x="30" y="1017"/>
                  </a:lnTo>
                  <a:lnTo>
                    <a:pt x="75" y="1181"/>
                  </a:lnTo>
                  <a:lnTo>
                    <a:pt x="150" y="1331"/>
                  </a:lnTo>
                  <a:lnTo>
                    <a:pt x="255" y="1450"/>
                  </a:lnTo>
                  <a:lnTo>
                    <a:pt x="389" y="1555"/>
                  </a:lnTo>
                  <a:lnTo>
                    <a:pt x="523" y="1629"/>
                  </a:lnTo>
                  <a:lnTo>
                    <a:pt x="688" y="1674"/>
                  </a:lnTo>
                  <a:lnTo>
                    <a:pt x="852" y="1704"/>
                  </a:lnTo>
                  <a:lnTo>
                    <a:pt x="26623" y="1704"/>
                  </a:lnTo>
                  <a:lnTo>
                    <a:pt x="26787" y="1674"/>
                  </a:lnTo>
                  <a:lnTo>
                    <a:pt x="26952" y="1629"/>
                  </a:lnTo>
                  <a:lnTo>
                    <a:pt x="27101" y="1555"/>
                  </a:lnTo>
                  <a:lnTo>
                    <a:pt x="27221" y="1450"/>
                  </a:lnTo>
                  <a:lnTo>
                    <a:pt x="27325" y="1331"/>
                  </a:lnTo>
                  <a:lnTo>
                    <a:pt x="27400" y="1181"/>
                  </a:lnTo>
                  <a:lnTo>
                    <a:pt x="27460" y="1017"/>
                  </a:lnTo>
                  <a:lnTo>
                    <a:pt x="27475" y="853"/>
                  </a:lnTo>
                  <a:lnTo>
                    <a:pt x="27460" y="673"/>
                  </a:lnTo>
                  <a:lnTo>
                    <a:pt x="27400" y="524"/>
                  </a:lnTo>
                  <a:lnTo>
                    <a:pt x="27325" y="374"/>
                  </a:lnTo>
                  <a:lnTo>
                    <a:pt x="27221" y="255"/>
                  </a:lnTo>
                  <a:lnTo>
                    <a:pt x="27101" y="150"/>
                  </a:lnTo>
                  <a:lnTo>
                    <a:pt x="26952" y="61"/>
                  </a:lnTo>
                  <a:lnTo>
                    <a:pt x="26787" y="16"/>
                  </a:lnTo>
                  <a:lnTo>
                    <a:pt x="26623" y="1"/>
                  </a:lnTo>
                  <a:close/>
                </a:path>
              </a:pathLst>
            </a:custGeom>
            <a:solidFill>
              <a:srgbClr val="EFEFE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1481" name="Google Shape;1481;p32"/>
            <p:cNvSpPr/>
            <p:nvPr/>
          </p:nvSpPr>
          <p:spPr>
            <a:xfrm>
              <a:off x="-1893024" y="2945643"/>
              <a:ext cx="957841" cy="47490"/>
            </a:xfrm>
            <a:custGeom>
              <a:avLst/>
              <a:gdLst/>
              <a:ahLst/>
              <a:cxnLst/>
              <a:rect l="l" t="t" r="r" b="b"/>
              <a:pathLst>
                <a:path w="27475" h="1689" extrusionOk="0">
                  <a:moveTo>
                    <a:pt x="852" y="0"/>
                  </a:moveTo>
                  <a:lnTo>
                    <a:pt x="688" y="15"/>
                  </a:lnTo>
                  <a:lnTo>
                    <a:pt x="523" y="60"/>
                  </a:lnTo>
                  <a:lnTo>
                    <a:pt x="389" y="135"/>
                  </a:lnTo>
                  <a:lnTo>
                    <a:pt x="255" y="239"/>
                  </a:lnTo>
                  <a:lnTo>
                    <a:pt x="150" y="374"/>
                  </a:lnTo>
                  <a:lnTo>
                    <a:pt x="75" y="508"/>
                  </a:lnTo>
                  <a:lnTo>
                    <a:pt x="30" y="672"/>
                  </a:lnTo>
                  <a:lnTo>
                    <a:pt x="1" y="837"/>
                  </a:lnTo>
                  <a:lnTo>
                    <a:pt x="30" y="1016"/>
                  </a:lnTo>
                  <a:lnTo>
                    <a:pt x="75" y="1180"/>
                  </a:lnTo>
                  <a:lnTo>
                    <a:pt x="150" y="1315"/>
                  </a:lnTo>
                  <a:lnTo>
                    <a:pt x="255" y="1449"/>
                  </a:lnTo>
                  <a:lnTo>
                    <a:pt x="389" y="1554"/>
                  </a:lnTo>
                  <a:lnTo>
                    <a:pt x="523" y="1629"/>
                  </a:lnTo>
                  <a:lnTo>
                    <a:pt x="688" y="1673"/>
                  </a:lnTo>
                  <a:lnTo>
                    <a:pt x="852" y="1688"/>
                  </a:lnTo>
                  <a:lnTo>
                    <a:pt x="26623" y="1688"/>
                  </a:lnTo>
                  <a:lnTo>
                    <a:pt x="26787" y="1673"/>
                  </a:lnTo>
                  <a:lnTo>
                    <a:pt x="26952" y="1629"/>
                  </a:lnTo>
                  <a:lnTo>
                    <a:pt x="27101" y="1554"/>
                  </a:lnTo>
                  <a:lnTo>
                    <a:pt x="27221" y="1449"/>
                  </a:lnTo>
                  <a:lnTo>
                    <a:pt x="27325" y="1315"/>
                  </a:lnTo>
                  <a:lnTo>
                    <a:pt x="27400" y="1180"/>
                  </a:lnTo>
                  <a:lnTo>
                    <a:pt x="27460" y="1016"/>
                  </a:lnTo>
                  <a:lnTo>
                    <a:pt x="27475" y="837"/>
                  </a:lnTo>
                  <a:lnTo>
                    <a:pt x="27460" y="672"/>
                  </a:lnTo>
                  <a:lnTo>
                    <a:pt x="27400" y="508"/>
                  </a:lnTo>
                  <a:lnTo>
                    <a:pt x="27325" y="374"/>
                  </a:lnTo>
                  <a:lnTo>
                    <a:pt x="27221" y="239"/>
                  </a:lnTo>
                  <a:lnTo>
                    <a:pt x="27101" y="135"/>
                  </a:lnTo>
                  <a:lnTo>
                    <a:pt x="26952" y="60"/>
                  </a:lnTo>
                  <a:lnTo>
                    <a:pt x="26787" y="15"/>
                  </a:lnTo>
                  <a:lnTo>
                    <a:pt x="26623" y="0"/>
                  </a:lnTo>
                  <a:close/>
                </a:path>
              </a:pathLst>
            </a:custGeom>
            <a:solidFill>
              <a:srgbClr val="EFEFE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1482" name="Google Shape;1482;p32"/>
            <p:cNvSpPr/>
            <p:nvPr/>
          </p:nvSpPr>
          <p:spPr>
            <a:xfrm>
              <a:off x="-1893024" y="3096859"/>
              <a:ext cx="957841" cy="47912"/>
            </a:xfrm>
            <a:custGeom>
              <a:avLst/>
              <a:gdLst/>
              <a:ahLst/>
              <a:cxnLst/>
              <a:rect l="l" t="t" r="r" b="b"/>
              <a:pathLst>
                <a:path w="27475" h="1704" extrusionOk="0">
                  <a:moveTo>
                    <a:pt x="852" y="0"/>
                  </a:moveTo>
                  <a:lnTo>
                    <a:pt x="688" y="15"/>
                  </a:lnTo>
                  <a:lnTo>
                    <a:pt x="523" y="75"/>
                  </a:lnTo>
                  <a:lnTo>
                    <a:pt x="389" y="150"/>
                  </a:lnTo>
                  <a:lnTo>
                    <a:pt x="255" y="254"/>
                  </a:lnTo>
                  <a:lnTo>
                    <a:pt x="150" y="374"/>
                  </a:lnTo>
                  <a:lnTo>
                    <a:pt x="75" y="523"/>
                  </a:lnTo>
                  <a:lnTo>
                    <a:pt x="30" y="688"/>
                  </a:lnTo>
                  <a:lnTo>
                    <a:pt x="1" y="852"/>
                  </a:lnTo>
                  <a:lnTo>
                    <a:pt x="30" y="1031"/>
                  </a:lnTo>
                  <a:lnTo>
                    <a:pt x="75" y="1181"/>
                  </a:lnTo>
                  <a:lnTo>
                    <a:pt x="150" y="1330"/>
                  </a:lnTo>
                  <a:lnTo>
                    <a:pt x="255" y="1449"/>
                  </a:lnTo>
                  <a:lnTo>
                    <a:pt x="389" y="1554"/>
                  </a:lnTo>
                  <a:lnTo>
                    <a:pt x="523" y="1644"/>
                  </a:lnTo>
                  <a:lnTo>
                    <a:pt x="688" y="1689"/>
                  </a:lnTo>
                  <a:lnTo>
                    <a:pt x="852" y="1703"/>
                  </a:lnTo>
                  <a:lnTo>
                    <a:pt x="26623" y="1703"/>
                  </a:lnTo>
                  <a:lnTo>
                    <a:pt x="26787" y="1689"/>
                  </a:lnTo>
                  <a:lnTo>
                    <a:pt x="26952" y="1644"/>
                  </a:lnTo>
                  <a:lnTo>
                    <a:pt x="27101" y="1554"/>
                  </a:lnTo>
                  <a:lnTo>
                    <a:pt x="27221" y="1449"/>
                  </a:lnTo>
                  <a:lnTo>
                    <a:pt x="27325" y="1330"/>
                  </a:lnTo>
                  <a:lnTo>
                    <a:pt x="27400" y="1181"/>
                  </a:lnTo>
                  <a:lnTo>
                    <a:pt x="27460" y="1031"/>
                  </a:lnTo>
                  <a:lnTo>
                    <a:pt x="27475" y="852"/>
                  </a:lnTo>
                  <a:lnTo>
                    <a:pt x="27460" y="688"/>
                  </a:lnTo>
                  <a:lnTo>
                    <a:pt x="27400" y="523"/>
                  </a:lnTo>
                  <a:lnTo>
                    <a:pt x="27325" y="374"/>
                  </a:lnTo>
                  <a:lnTo>
                    <a:pt x="27221" y="254"/>
                  </a:lnTo>
                  <a:lnTo>
                    <a:pt x="27101" y="150"/>
                  </a:lnTo>
                  <a:lnTo>
                    <a:pt x="26952" y="75"/>
                  </a:lnTo>
                  <a:lnTo>
                    <a:pt x="26787" y="15"/>
                  </a:lnTo>
                  <a:lnTo>
                    <a:pt x="26623" y="0"/>
                  </a:lnTo>
                  <a:close/>
                </a:path>
              </a:pathLst>
            </a:custGeom>
            <a:solidFill>
              <a:srgbClr val="EFEFE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</p:grpSp>
      <p:grpSp>
        <p:nvGrpSpPr>
          <p:cNvPr id="1483" name="Google Shape;1483;p32"/>
          <p:cNvGrpSpPr/>
          <p:nvPr/>
        </p:nvGrpSpPr>
        <p:grpSpPr>
          <a:xfrm>
            <a:off x="182096" y="2865533"/>
            <a:ext cx="3450777" cy="3541755"/>
            <a:chOff x="-2362222" y="2639837"/>
            <a:chExt cx="2038181" cy="2091917"/>
          </a:xfrm>
        </p:grpSpPr>
        <p:sp>
          <p:nvSpPr>
            <p:cNvPr id="1484" name="Google Shape;1484;p32"/>
            <p:cNvSpPr/>
            <p:nvPr/>
          </p:nvSpPr>
          <p:spPr>
            <a:xfrm>
              <a:off x="-2362222" y="4609077"/>
              <a:ext cx="2038181" cy="122677"/>
            </a:xfrm>
            <a:custGeom>
              <a:avLst/>
              <a:gdLst/>
              <a:ahLst/>
              <a:cxnLst/>
              <a:rect l="l" t="t" r="r" b="b"/>
              <a:pathLst>
                <a:path w="72488" h="4363" extrusionOk="0">
                  <a:moveTo>
                    <a:pt x="36244" y="1"/>
                  </a:moveTo>
                  <a:lnTo>
                    <a:pt x="32538" y="16"/>
                  </a:lnTo>
                  <a:lnTo>
                    <a:pt x="28938" y="45"/>
                  </a:lnTo>
                  <a:lnTo>
                    <a:pt x="25472" y="105"/>
                  </a:lnTo>
                  <a:lnTo>
                    <a:pt x="22141" y="180"/>
                  </a:lnTo>
                  <a:lnTo>
                    <a:pt x="18973" y="270"/>
                  </a:lnTo>
                  <a:lnTo>
                    <a:pt x="15985" y="374"/>
                  </a:lnTo>
                  <a:lnTo>
                    <a:pt x="13192" y="509"/>
                  </a:lnTo>
                  <a:lnTo>
                    <a:pt x="10622" y="643"/>
                  </a:lnTo>
                  <a:lnTo>
                    <a:pt x="8277" y="792"/>
                  </a:lnTo>
                  <a:lnTo>
                    <a:pt x="6185" y="972"/>
                  </a:lnTo>
                  <a:lnTo>
                    <a:pt x="5244" y="1061"/>
                  </a:lnTo>
                  <a:lnTo>
                    <a:pt x="4377" y="1151"/>
                  </a:lnTo>
                  <a:lnTo>
                    <a:pt x="3571" y="1241"/>
                  </a:lnTo>
                  <a:lnTo>
                    <a:pt x="2853" y="1330"/>
                  </a:lnTo>
                  <a:lnTo>
                    <a:pt x="2196" y="1435"/>
                  </a:lnTo>
                  <a:lnTo>
                    <a:pt x="1628" y="1539"/>
                  </a:lnTo>
                  <a:lnTo>
                    <a:pt x="1150" y="1644"/>
                  </a:lnTo>
                  <a:lnTo>
                    <a:pt x="732" y="1749"/>
                  </a:lnTo>
                  <a:lnTo>
                    <a:pt x="418" y="1853"/>
                  </a:lnTo>
                  <a:lnTo>
                    <a:pt x="299" y="1913"/>
                  </a:lnTo>
                  <a:lnTo>
                    <a:pt x="194" y="1958"/>
                  </a:lnTo>
                  <a:lnTo>
                    <a:pt x="105" y="2018"/>
                  </a:lnTo>
                  <a:lnTo>
                    <a:pt x="45" y="2077"/>
                  </a:lnTo>
                  <a:lnTo>
                    <a:pt x="15" y="2122"/>
                  </a:lnTo>
                  <a:lnTo>
                    <a:pt x="0" y="2182"/>
                  </a:lnTo>
                  <a:lnTo>
                    <a:pt x="15" y="2242"/>
                  </a:lnTo>
                  <a:lnTo>
                    <a:pt x="45" y="2301"/>
                  </a:lnTo>
                  <a:lnTo>
                    <a:pt x="105" y="2346"/>
                  </a:lnTo>
                  <a:lnTo>
                    <a:pt x="194" y="2406"/>
                  </a:lnTo>
                  <a:lnTo>
                    <a:pt x="299" y="2466"/>
                  </a:lnTo>
                  <a:lnTo>
                    <a:pt x="418" y="2511"/>
                  </a:lnTo>
                  <a:lnTo>
                    <a:pt x="732" y="2630"/>
                  </a:lnTo>
                  <a:lnTo>
                    <a:pt x="1150" y="2735"/>
                  </a:lnTo>
                  <a:lnTo>
                    <a:pt x="1628" y="2839"/>
                  </a:lnTo>
                  <a:lnTo>
                    <a:pt x="2196" y="2929"/>
                  </a:lnTo>
                  <a:lnTo>
                    <a:pt x="2853" y="3033"/>
                  </a:lnTo>
                  <a:lnTo>
                    <a:pt x="3571" y="3123"/>
                  </a:lnTo>
                  <a:lnTo>
                    <a:pt x="4377" y="3228"/>
                  </a:lnTo>
                  <a:lnTo>
                    <a:pt x="5244" y="3317"/>
                  </a:lnTo>
                  <a:lnTo>
                    <a:pt x="6185" y="3407"/>
                  </a:lnTo>
                  <a:lnTo>
                    <a:pt x="8277" y="3571"/>
                  </a:lnTo>
                  <a:lnTo>
                    <a:pt x="10622" y="3721"/>
                  </a:lnTo>
                  <a:lnTo>
                    <a:pt x="13192" y="3870"/>
                  </a:lnTo>
                  <a:lnTo>
                    <a:pt x="15985" y="3990"/>
                  </a:lnTo>
                  <a:lnTo>
                    <a:pt x="18973" y="4094"/>
                  </a:lnTo>
                  <a:lnTo>
                    <a:pt x="22141" y="4184"/>
                  </a:lnTo>
                  <a:lnTo>
                    <a:pt x="25472" y="4258"/>
                  </a:lnTo>
                  <a:lnTo>
                    <a:pt x="28938" y="4318"/>
                  </a:lnTo>
                  <a:lnTo>
                    <a:pt x="32538" y="4348"/>
                  </a:lnTo>
                  <a:lnTo>
                    <a:pt x="36244" y="4363"/>
                  </a:lnTo>
                  <a:lnTo>
                    <a:pt x="39949" y="4348"/>
                  </a:lnTo>
                  <a:lnTo>
                    <a:pt x="43549" y="4318"/>
                  </a:lnTo>
                  <a:lnTo>
                    <a:pt x="47015" y="4258"/>
                  </a:lnTo>
                  <a:lnTo>
                    <a:pt x="50347" y="4184"/>
                  </a:lnTo>
                  <a:lnTo>
                    <a:pt x="53514" y="4094"/>
                  </a:lnTo>
                  <a:lnTo>
                    <a:pt x="56502" y="3990"/>
                  </a:lnTo>
                  <a:lnTo>
                    <a:pt x="59295" y="3870"/>
                  </a:lnTo>
                  <a:lnTo>
                    <a:pt x="61865" y="3721"/>
                  </a:lnTo>
                  <a:lnTo>
                    <a:pt x="64210" y="3571"/>
                  </a:lnTo>
                  <a:lnTo>
                    <a:pt x="66302" y="3407"/>
                  </a:lnTo>
                  <a:lnTo>
                    <a:pt x="67243" y="3317"/>
                  </a:lnTo>
                  <a:lnTo>
                    <a:pt x="68110" y="3228"/>
                  </a:lnTo>
                  <a:lnTo>
                    <a:pt x="68916" y="3123"/>
                  </a:lnTo>
                  <a:lnTo>
                    <a:pt x="69634" y="3033"/>
                  </a:lnTo>
                  <a:lnTo>
                    <a:pt x="70291" y="2929"/>
                  </a:lnTo>
                  <a:lnTo>
                    <a:pt x="70859" y="2839"/>
                  </a:lnTo>
                  <a:lnTo>
                    <a:pt x="71352" y="2735"/>
                  </a:lnTo>
                  <a:lnTo>
                    <a:pt x="71755" y="2630"/>
                  </a:lnTo>
                  <a:lnTo>
                    <a:pt x="72069" y="2511"/>
                  </a:lnTo>
                  <a:lnTo>
                    <a:pt x="72188" y="2466"/>
                  </a:lnTo>
                  <a:lnTo>
                    <a:pt x="72293" y="2406"/>
                  </a:lnTo>
                  <a:lnTo>
                    <a:pt x="72382" y="2346"/>
                  </a:lnTo>
                  <a:lnTo>
                    <a:pt x="72442" y="2301"/>
                  </a:lnTo>
                  <a:lnTo>
                    <a:pt x="72472" y="2242"/>
                  </a:lnTo>
                  <a:lnTo>
                    <a:pt x="72487" y="2182"/>
                  </a:lnTo>
                  <a:lnTo>
                    <a:pt x="72472" y="2122"/>
                  </a:lnTo>
                  <a:lnTo>
                    <a:pt x="72442" y="2077"/>
                  </a:lnTo>
                  <a:lnTo>
                    <a:pt x="72382" y="2018"/>
                  </a:lnTo>
                  <a:lnTo>
                    <a:pt x="72293" y="1958"/>
                  </a:lnTo>
                  <a:lnTo>
                    <a:pt x="72188" y="1913"/>
                  </a:lnTo>
                  <a:lnTo>
                    <a:pt x="72069" y="1853"/>
                  </a:lnTo>
                  <a:lnTo>
                    <a:pt x="71755" y="1749"/>
                  </a:lnTo>
                  <a:lnTo>
                    <a:pt x="71352" y="1644"/>
                  </a:lnTo>
                  <a:lnTo>
                    <a:pt x="70859" y="1539"/>
                  </a:lnTo>
                  <a:lnTo>
                    <a:pt x="70291" y="1435"/>
                  </a:lnTo>
                  <a:lnTo>
                    <a:pt x="69634" y="1330"/>
                  </a:lnTo>
                  <a:lnTo>
                    <a:pt x="68916" y="1241"/>
                  </a:lnTo>
                  <a:lnTo>
                    <a:pt x="68110" y="1151"/>
                  </a:lnTo>
                  <a:lnTo>
                    <a:pt x="67243" y="1061"/>
                  </a:lnTo>
                  <a:lnTo>
                    <a:pt x="66302" y="972"/>
                  </a:lnTo>
                  <a:lnTo>
                    <a:pt x="64210" y="792"/>
                  </a:lnTo>
                  <a:lnTo>
                    <a:pt x="61865" y="643"/>
                  </a:lnTo>
                  <a:lnTo>
                    <a:pt x="59295" y="509"/>
                  </a:lnTo>
                  <a:lnTo>
                    <a:pt x="56502" y="374"/>
                  </a:lnTo>
                  <a:lnTo>
                    <a:pt x="53514" y="270"/>
                  </a:lnTo>
                  <a:lnTo>
                    <a:pt x="50347" y="180"/>
                  </a:lnTo>
                  <a:lnTo>
                    <a:pt x="47015" y="105"/>
                  </a:lnTo>
                  <a:lnTo>
                    <a:pt x="43549" y="45"/>
                  </a:lnTo>
                  <a:lnTo>
                    <a:pt x="39949" y="16"/>
                  </a:lnTo>
                  <a:lnTo>
                    <a:pt x="36244" y="1"/>
                  </a:lnTo>
                  <a:close/>
                </a:path>
              </a:pathLst>
            </a:custGeom>
            <a:solidFill>
              <a:srgbClr val="666666">
                <a:alpha val="12549"/>
              </a:srgbClr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1485" name="Google Shape;1485;p32"/>
            <p:cNvSpPr/>
            <p:nvPr/>
          </p:nvSpPr>
          <p:spPr>
            <a:xfrm>
              <a:off x="-1460771" y="3049397"/>
              <a:ext cx="729255" cy="492759"/>
            </a:xfrm>
            <a:custGeom>
              <a:avLst/>
              <a:gdLst/>
              <a:ahLst/>
              <a:cxnLst/>
              <a:rect l="l" t="t" r="r" b="b"/>
              <a:pathLst>
                <a:path w="25936" h="17525" extrusionOk="0">
                  <a:moveTo>
                    <a:pt x="3735" y="0"/>
                  </a:moveTo>
                  <a:lnTo>
                    <a:pt x="3377" y="30"/>
                  </a:lnTo>
                  <a:lnTo>
                    <a:pt x="3018" y="75"/>
                  </a:lnTo>
                  <a:lnTo>
                    <a:pt x="2660" y="165"/>
                  </a:lnTo>
                  <a:lnTo>
                    <a:pt x="2480" y="224"/>
                  </a:lnTo>
                  <a:lnTo>
                    <a:pt x="2316" y="299"/>
                  </a:lnTo>
                  <a:lnTo>
                    <a:pt x="2152" y="374"/>
                  </a:lnTo>
                  <a:lnTo>
                    <a:pt x="1972" y="448"/>
                  </a:lnTo>
                  <a:lnTo>
                    <a:pt x="1808" y="538"/>
                  </a:lnTo>
                  <a:lnTo>
                    <a:pt x="1659" y="643"/>
                  </a:lnTo>
                  <a:lnTo>
                    <a:pt x="1494" y="762"/>
                  </a:lnTo>
                  <a:lnTo>
                    <a:pt x="1345" y="882"/>
                  </a:lnTo>
                  <a:lnTo>
                    <a:pt x="1196" y="1001"/>
                  </a:lnTo>
                  <a:lnTo>
                    <a:pt x="1061" y="1136"/>
                  </a:lnTo>
                  <a:lnTo>
                    <a:pt x="942" y="1285"/>
                  </a:lnTo>
                  <a:lnTo>
                    <a:pt x="807" y="1419"/>
                  </a:lnTo>
                  <a:lnTo>
                    <a:pt x="703" y="1569"/>
                  </a:lnTo>
                  <a:lnTo>
                    <a:pt x="598" y="1733"/>
                  </a:lnTo>
                  <a:lnTo>
                    <a:pt x="493" y="1883"/>
                  </a:lnTo>
                  <a:lnTo>
                    <a:pt x="404" y="2047"/>
                  </a:lnTo>
                  <a:lnTo>
                    <a:pt x="254" y="2376"/>
                  </a:lnTo>
                  <a:lnTo>
                    <a:pt x="135" y="2719"/>
                  </a:lnTo>
                  <a:lnTo>
                    <a:pt x="60" y="3078"/>
                  </a:lnTo>
                  <a:lnTo>
                    <a:pt x="15" y="3436"/>
                  </a:lnTo>
                  <a:lnTo>
                    <a:pt x="0" y="3795"/>
                  </a:lnTo>
                  <a:lnTo>
                    <a:pt x="15" y="4153"/>
                  </a:lnTo>
                  <a:lnTo>
                    <a:pt x="60" y="4512"/>
                  </a:lnTo>
                  <a:lnTo>
                    <a:pt x="150" y="4870"/>
                  </a:lnTo>
                  <a:lnTo>
                    <a:pt x="210" y="5035"/>
                  </a:lnTo>
                  <a:lnTo>
                    <a:pt x="284" y="5214"/>
                  </a:lnTo>
                  <a:lnTo>
                    <a:pt x="359" y="5378"/>
                  </a:lnTo>
                  <a:lnTo>
                    <a:pt x="434" y="5558"/>
                  </a:lnTo>
                  <a:lnTo>
                    <a:pt x="538" y="5707"/>
                  </a:lnTo>
                  <a:lnTo>
                    <a:pt x="628" y="5871"/>
                  </a:lnTo>
                  <a:lnTo>
                    <a:pt x="747" y="6036"/>
                  </a:lnTo>
                  <a:lnTo>
                    <a:pt x="867" y="6185"/>
                  </a:lnTo>
                  <a:lnTo>
                    <a:pt x="9323" y="16314"/>
                  </a:lnTo>
                  <a:lnTo>
                    <a:pt x="9547" y="16583"/>
                  </a:lnTo>
                  <a:lnTo>
                    <a:pt x="9651" y="16718"/>
                  </a:lnTo>
                  <a:lnTo>
                    <a:pt x="9771" y="16837"/>
                  </a:lnTo>
                  <a:lnTo>
                    <a:pt x="9905" y="16942"/>
                  </a:lnTo>
                  <a:lnTo>
                    <a:pt x="10040" y="17046"/>
                  </a:lnTo>
                  <a:lnTo>
                    <a:pt x="10189" y="17136"/>
                  </a:lnTo>
                  <a:lnTo>
                    <a:pt x="10339" y="17225"/>
                  </a:lnTo>
                  <a:lnTo>
                    <a:pt x="10488" y="17300"/>
                  </a:lnTo>
                  <a:lnTo>
                    <a:pt x="10652" y="17360"/>
                  </a:lnTo>
                  <a:lnTo>
                    <a:pt x="10802" y="17420"/>
                  </a:lnTo>
                  <a:lnTo>
                    <a:pt x="10981" y="17465"/>
                  </a:lnTo>
                  <a:lnTo>
                    <a:pt x="11145" y="17494"/>
                  </a:lnTo>
                  <a:lnTo>
                    <a:pt x="11325" y="17524"/>
                  </a:lnTo>
                  <a:lnTo>
                    <a:pt x="11668" y="17524"/>
                  </a:lnTo>
                  <a:lnTo>
                    <a:pt x="11848" y="17509"/>
                  </a:lnTo>
                  <a:lnTo>
                    <a:pt x="12027" y="17494"/>
                  </a:lnTo>
                  <a:lnTo>
                    <a:pt x="12908" y="17315"/>
                  </a:lnTo>
                  <a:lnTo>
                    <a:pt x="13790" y="17121"/>
                  </a:lnTo>
                  <a:lnTo>
                    <a:pt x="14656" y="16912"/>
                  </a:lnTo>
                  <a:lnTo>
                    <a:pt x="15523" y="16658"/>
                  </a:lnTo>
                  <a:lnTo>
                    <a:pt x="16374" y="16404"/>
                  </a:lnTo>
                  <a:lnTo>
                    <a:pt x="17211" y="16105"/>
                  </a:lnTo>
                  <a:lnTo>
                    <a:pt x="18047" y="15791"/>
                  </a:lnTo>
                  <a:lnTo>
                    <a:pt x="18869" y="15463"/>
                  </a:lnTo>
                  <a:lnTo>
                    <a:pt x="19676" y="15104"/>
                  </a:lnTo>
                  <a:lnTo>
                    <a:pt x="20468" y="14731"/>
                  </a:lnTo>
                  <a:lnTo>
                    <a:pt x="21259" y="14342"/>
                  </a:lnTo>
                  <a:lnTo>
                    <a:pt x="22021" y="13924"/>
                  </a:lnTo>
                  <a:lnTo>
                    <a:pt x="22783" y="13506"/>
                  </a:lnTo>
                  <a:lnTo>
                    <a:pt x="23530" y="13057"/>
                  </a:lnTo>
                  <a:lnTo>
                    <a:pt x="24262" y="12594"/>
                  </a:lnTo>
                  <a:lnTo>
                    <a:pt x="24979" y="12131"/>
                  </a:lnTo>
                  <a:lnTo>
                    <a:pt x="25144" y="12012"/>
                  </a:lnTo>
                  <a:lnTo>
                    <a:pt x="25293" y="11877"/>
                  </a:lnTo>
                  <a:lnTo>
                    <a:pt x="25428" y="11728"/>
                  </a:lnTo>
                  <a:lnTo>
                    <a:pt x="25547" y="11578"/>
                  </a:lnTo>
                  <a:lnTo>
                    <a:pt x="25652" y="11414"/>
                  </a:lnTo>
                  <a:lnTo>
                    <a:pt x="25741" y="11250"/>
                  </a:lnTo>
                  <a:lnTo>
                    <a:pt x="25816" y="11070"/>
                  </a:lnTo>
                  <a:lnTo>
                    <a:pt x="25861" y="10876"/>
                  </a:lnTo>
                  <a:lnTo>
                    <a:pt x="25906" y="10697"/>
                  </a:lnTo>
                  <a:lnTo>
                    <a:pt x="25936" y="10503"/>
                  </a:lnTo>
                  <a:lnTo>
                    <a:pt x="25936" y="10308"/>
                  </a:lnTo>
                  <a:lnTo>
                    <a:pt x="25921" y="10114"/>
                  </a:lnTo>
                  <a:lnTo>
                    <a:pt x="25906" y="9920"/>
                  </a:lnTo>
                  <a:lnTo>
                    <a:pt x="25846" y="9726"/>
                  </a:lnTo>
                  <a:lnTo>
                    <a:pt x="25786" y="9532"/>
                  </a:lnTo>
                  <a:lnTo>
                    <a:pt x="25697" y="9352"/>
                  </a:lnTo>
                  <a:lnTo>
                    <a:pt x="25592" y="9158"/>
                  </a:lnTo>
                  <a:lnTo>
                    <a:pt x="25458" y="8979"/>
                  </a:lnTo>
                  <a:lnTo>
                    <a:pt x="25323" y="8815"/>
                  </a:lnTo>
                  <a:lnTo>
                    <a:pt x="25159" y="8680"/>
                  </a:lnTo>
                  <a:lnTo>
                    <a:pt x="24994" y="8546"/>
                  </a:lnTo>
                  <a:lnTo>
                    <a:pt x="24815" y="8441"/>
                  </a:lnTo>
                  <a:lnTo>
                    <a:pt x="24636" y="8351"/>
                  </a:lnTo>
                  <a:lnTo>
                    <a:pt x="24442" y="8277"/>
                  </a:lnTo>
                  <a:lnTo>
                    <a:pt x="24247" y="8232"/>
                  </a:lnTo>
                  <a:lnTo>
                    <a:pt x="24038" y="8187"/>
                  </a:lnTo>
                  <a:lnTo>
                    <a:pt x="23829" y="8172"/>
                  </a:lnTo>
                  <a:lnTo>
                    <a:pt x="23620" y="8187"/>
                  </a:lnTo>
                  <a:lnTo>
                    <a:pt x="23411" y="8202"/>
                  </a:lnTo>
                  <a:lnTo>
                    <a:pt x="23202" y="8247"/>
                  </a:lnTo>
                  <a:lnTo>
                    <a:pt x="22992" y="8322"/>
                  </a:lnTo>
                  <a:lnTo>
                    <a:pt x="22798" y="8411"/>
                  </a:lnTo>
                  <a:lnTo>
                    <a:pt x="22783" y="8411"/>
                  </a:lnTo>
                  <a:lnTo>
                    <a:pt x="22096" y="8770"/>
                  </a:lnTo>
                  <a:lnTo>
                    <a:pt x="21394" y="9098"/>
                  </a:lnTo>
                  <a:lnTo>
                    <a:pt x="20692" y="9412"/>
                  </a:lnTo>
                  <a:lnTo>
                    <a:pt x="19990" y="9696"/>
                  </a:lnTo>
                  <a:lnTo>
                    <a:pt x="19287" y="9980"/>
                  </a:lnTo>
                  <a:lnTo>
                    <a:pt x="18570" y="10234"/>
                  </a:lnTo>
                  <a:lnTo>
                    <a:pt x="17868" y="10473"/>
                  </a:lnTo>
                  <a:lnTo>
                    <a:pt x="17151" y="10682"/>
                  </a:lnTo>
                  <a:lnTo>
                    <a:pt x="16658" y="10831"/>
                  </a:lnTo>
                  <a:lnTo>
                    <a:pt x="16165" y="10951"/>
                  </a:lnTo>
                  <a:lnTo>
                    <a:pt x="15657" y="11070"/>
                  </a:lnTo>
                  <a:lnTo>
                    <a:pt x="15164" y="11175"/>
                  </a:lnTo>
                  <a:lnTo>
                    <a:pt x="14671" y="11280"/>
                  </a:lnTo>
                  <a:lnTo>
                    <a:pt x="14178" y="11369"/>
                  </a:lnTo>
                  <a:lnTo>
                    <a:pt x="13670" y="11444"/>
                  </a:lnTo>
                  <a:lnTo>
                    <a:pt x="13177" y="11519"/>
                  </a:lnTo>
                  <a:lnTo>
                    <a:pt x="6932" y="1748"/>
                  </a:lnTo>
                  <a:lnTo>
                    <a:pt x="6798" y="1554"/>
                  </a:lnTo>
                  <a:lnTo>
                    <a:pt x="6649" y="1360"/>
                  </a:lnTo>
                  <a:lnTo>
                    <a:pt x="6529" y="1210"/>
                  </a:lnTo>
                  <a:lnTo>
                    <a:pt x="6395" y="1076"/>
                  </a:lnTo>
                  <a:lnTo>
                    <a:pt x="6245" y="941"/>
                  </a:lnTo>
                  <a:lnTo>
                    <a:pt x="6111" y="822"/>
                  </a:lnTo>
                  <a:lnTo>
                    <a:pt x="5961" y="717"/>
                  </a:lnTo>
                  <a:lnTo>
                    <a:pt x="5797" y="613"/>
                  </a:lnTo>
                  <a:lnTo>
                    <a:pt x="5648" y="508"/>
                  </a:lnTo>
                  <a:lnTo>
                    <a:pt x="5483" y="419"/>
                  </a:lnTo>
                  <a:lnTo>
                    <a:pt x="5155" y="269"/>
                  </a:lnTo>
                  <a:lnTo>
                    <a:pt x="4811" y="150"/>
                  </a:lnTo>
                  <a:lnTo>
                    <a:pt x="4452" y="75"/>
                  </a:lnTo>
                  <a:lnTo>
                    <a:pt x="4094" y="15"/>
                  </a:lnTo>
                  <a:lnTo>
                    <a:pt x="3735" y="0"/>
                  </a:lnTo>
                  <a:close/>
                </a:path>
              </a:pathLst>
            </a:custGeom>
            <a:solidFill>
              <a:srgbClr val="202C8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1486" name="Google Shape;1486;p32"/>
            <p:cNvSpPr/>
            <p:nvPr/>
          </p:nvSpPr>
          <p:spPr>
            <a:xfrm>
              <a:off x="-1796411" y="2946065"/>
              <a:ext cx="561647" cy="1207703"/>
            </a:xfrm>
            <a:custGeom>
              <a:avLst/>
              <a:gdLst/>
              <a:ahLst/>
              <a:cxnLst/>
              <a:rect l="l" t="t" r="r" b="b"/>
              <a:pathLst>
                <a:path w="19975" h="42952" extrusionOk="0">
                  <a:moveTo>
                    <a:pt x="10160" y="0"/>
                  </a:moveTo>
                  <a:lnTo>
                    <a:pt x="9801" y="164"/>
                  </a:lnTo>
                  <a:lnTo>
                    <a:pt x="9383" y="344"/>
                  </a:lnTo>
                  <a:lnTo>
                    <a:pt x="8860" y="598"/>
                  </a:lnTo>
                  <a:lnTo>
                    <a:pt x="8217" y="896"/>
                  </a:lnTo>
                  <a:lnTo>
                    <a:pt x="7515" y="1255"/>
                  </a:lnTo>
                  <a:lnTo>
                    <a:pt x="6753" y="1673"/>
                  </a:lnTo>
                  <a:lnTo>
                    <a:pt x="5962" y="2136"/>
                  </a:lnTo>
                  <a:lnTo>
                    <a:pt x="5155" y="2629"/>
                  </a:lnTo>
                  <a:lnTo>
                    <a:pt x="4766" y="2883"/>
                  </a:lnTo>
                  <a:lnTo>
                    <a:pt x="4378" y="3152"/>
                  </a:lnTo>
                  <a:lnTo>
                    <a:pt x="4004" y="3436"/>
                  </a:lnTo>
                  <a:lnTo>
                    <a:pt x="3631" y="3720"/>
                  </a:lnTo>
                  <a:lnTo>
                    <a:pt x="3287" y="4019"/>
                  </a:lnTo>
                  <a:lnTo>
                    <a:pt x="2959" y="4303"/>
                  </a:lnTo>
                  <a:lnTo>
                    <a:pt x="2645" y="4616"/>
                  </a:lnTo>
                  <a:lnTo>
                    <a:pt x="2361" y="4915"/>
                  </a:lnTo>
                  <a:lnTo>
                    <a:pt x="2107" y="5229"/>
                  </a:lnTo>
                  <a:lnTo>
                    <a:pt x="1883" y="5543"/>
                  </a:lnTo>
                  <a:lnTo>
                    <a:pt x="1689" y="5856"/>
                  </a:lnTo>
                  <a:lnTo>
                    <a:pt x="1525" y="6170"/>
                  </a:lnTo>
                  <a:lnTo>
                    <a:pt x="1465" y="6334"/>
                  </a:lnTo>
                  <a:lnTo>
                    <a:pt x="1405" y="6499"/>
                  </a:lnTo>
                  <a:lnTo>
                    <a:pt x="1360" y="6648"/>
                  </a:lnTo>
                  <a:lnTo>
                    <a:pt x="1330" y="6812"/>
                  </a:lnTo>
                  <a:lnTo>
                    <a:pt x="1256" y="7320"/>
                  </a:lnTo>
                  <a:lnTo>
                    <a:pt x="1166" y="8052"/>
                  </a:lnTo>
                  <a:lnTo>
                    <a:pt x="1076" y="8994"/>
                  </a:lnTo>
                  <a:lnTo>
                    <a:pt x="972" y="10099"/>
                  </a:lnTo>
                  <a:lnTo>
                    <a:pt x="867" y="11384"/>
                  </a:lnTo>
                  <a:lnTo>
                    <a:pt x="763" y="12818"/>
                  </a:lnTo>
                  <a:lnTo>
                    <a:pt x="643" y="14372"/>
                  </a:lnTo>
                  <a:lnTo>
                    <a:pt x="538" y="16030"/>
                  </a:lnTo>
                  <a:lnTo>
                    <a:pt x="524" y="16299"/>
                  </a:lnTo>
                  <a:lnTo>
                    <a:pt x="479" y="17091"/>
                  </a:lnTo>
                  <a:lnTo>
                    <a:pt x="449" y="17405"/>
                  </a:lnTo>
                  <a:lnTo>
                    <a:pt x="434" y="17748"/>
                  </a:lnTo>
                  <a:lnTo>
                    <a:pt x="404" y="18181"/>
                  </a:lnTo>
                  <a:lnTo>
                    <a:pt x="389" y="18525"/>
                  </a:lnTo>
                  <a:lnTo>
                    <a:pt x="374" y="18839"/>
                  </a:lnTo>
                  <a:lnTo>
                    <a:pt x="344" y="19571"/>
                  </a:lnTo>
                  <a:lnTo>
                    <a:pt x="329" y="19840"/>
                  </a:lnTo>
                  <a:lnTo>
                    <a:pt x="180" y="22962"/>
                  </a:lnTo>
                  <a:lnTo>
                    <a:pt x="165" y="23575"/>
                  </a:lnTo>
                  <a:lnTo>
                    <a:pt x="75" y="26040"/>
                  </a:lnTo>
                  <a:lnTo>
                    <a:pt x="45" y="27399"/>
                  </a:lnTo>
                  <a:lnTo>
                    <a:pt x="45" y="27489"/>
                  </a:lnTo>
                  <a:lnTo>
                    <a:pt x="45" y="27713"/>
                  </a:lnTo>
                  <a:lnTo>
                    <a:pt x="16" y="28908"/>
                  </a:lnTo>
                  <a:lnTo>
                    <a:pt x="16" y="29864"/>
                  </a:lnTo>
                  <a:lnTo>
                    <a:pt x="1" y="31015"/>
                  </a:lnTo>
                  <a:lnTo>
                    <a:pt x="1" y="31283"/>
                  </a:lnTo>
                  <a:lnTo>
                    <a:pt x="16" y="32553"/>
                  </a:lnTo>
                  <a:lnTo>
                    <a:pt x="31" y="33793"/>
                  </a:lnTo>
                  <a:lnTo>
                    <a:pt x="45" y="34391"/>
                  </a:lnTo>
                  <a:lnTo>
                    <a:pt x="105" y="35974"/>
                  </a:lnTo>
                  <a:lnTo>
                    <a:pt x="150" y="36736"/>
                  </a:lnTo>
                  <a:lnTo>
                    <a:pt x="195" y="37453"/>
                  </a:lnTo>
                  <a:lnTo>
                    <a:pt x="255" y="38126"/>
                  </a:lnTo>
                  <a:lnTo>
                    <a:pt x="314" y="38768"/>
                  </a:lnTo>
                  <a:lnTo>
                    <a:pt x="389" y="39381"/>
                  </a:lnTo>
                  <a:lnTo>
                    <a:pt x="479" y="39933"/>
                  </a:lnTo>
                  <a:lnTo>
                    <a:pt x="568" y="40441"/>
                  </a:lnTo>
                  <a:lnTo>
                    <a:pt x="658" y="40905"/>
                  </a:lnTo>
                  <a:lnTo>
                    <a:pt x="778" y="41323"/>
                  </a:lnTo>
                  <a:lnTo>
                    <a:pt x="897" y="41696"/>
                  </a:lnTo>
                  <a:lnTo>
                    <a:pt x="1017" y="41995"/>
                  </a:lnTo>
                  <a:lnTo>
                    <a:pt x="1091" y="42130"/>
                  </a:lnTo>
                  <a:lnTo>
                    <a:pt x="1166" y="42249"/>
                  </a:lnTo>
                  <a:lnTo>
                    <a:pt x="1241" y="42354"/>
                  </a:lnTo>
                  <a:lnTo>
                    <a:pt x="1315" y="42443"/>
                  </a:lnTo>
                  <a:lnTo>
                    <a:pt x="1390" y="42503"/>
                  </a:lnTo>
                  <a:lnTo>
                    <a:pt x="1480" y="42563"/>
                  </a:lnTo>
                  <a:lnTo>
                    <a:pt x="1614" y="42637"/>
                  </a:lnTo>
                  <a:lnTo>
                    <a:pt x="1764" y="42697"/>
                  </a:lnTo>
                  <a:lnTo>
                    <a:pt x="1943" y="42757"/>
                  </a:lnTo>
                  <a:lnTo>
                    <a:pt x="2122" y="42802"/>
                  </a:lnTo>
                  <a:lnTo>
                    <a:pt x="2316" y="42847"/>
                  </a:lnTo>
                  <a:lnTo>
                    <a:pt x="2525" y="42877"/>
                  </a:lnTo>
                  <a:lnTo>
                    <a:pt x="2989" y="42921"/>
                  </a:lnTo>
                  <a:lnTo>
                    <a:pt x="3482" y="42951"/>
                  </a:lnTo>
                  <a:lnTo>
                    <a:pt x="4019" y="42936"/>
                  </a:lnTo>
                  <a:lnTo>
                    <a:pt x="4587" y="42906"/>
                  </a:lnTo>
                  <a:lnTo>
                    <a:pt x="5185" y="42862"/>
                  </a:lnTo>
                  <a:lnTo>
                    <a:pt x="5827" y="42787"/>
                  </a:lnTo>
                  <a:lnTo>
                    <a:pt x="6484" y="42682"/>
                  </a:lnTo>
                  <a:lnTo>
                    <a:pt x="7157" y="42578"/>
                  </a:lnTo>
                  <a:lnTo>
                    <a:pt x="7844" y="42443"/>
                  </a:lnTo>
                  <a:lnTo>
                    <a:pt x="8561" y="42309"/>
                  </a:lnTo>
                  <a:lnTo>
                    <a:pt x="9263" y="42159"/>
                  </a:lnTo>
                  <a:lnTo>
                    <a:pt x="9995" y="41995"/>
                  </a:lnTo>
                  <a:lnTo>
                    <a:pt x="10712" y="41816"/>
                  </a:lnTo>
                  <a:lnTo>
                    <a:pt x="12147" y="41442"/>
                  </a:lnTo>
                  <a:lnTo>
                    <a:pt x="13536" y="41054"/>
                  </a:lnTo>
                  <a:lnTo>
                    <a:pt x="14851" y="40665"/>
                  </a:lnTo>
                  <a:lnTo>
                    <a:pt x="16061" y="40277"/>
                  </a:lnTo>
                  <a:lnTo>
                    <a:pt x="17136" y="39918"/>
                  </a:lnTo>
                  <a:lnTo>
                    <a:pt x="18048" y="39575"/>
                  </a:lnTo>
                  <a:lnTo>
                    <a:pt x="18765" y="39291"/>
                  </a:lnTo>
                  <a:lnTo>
                    <a:pt x="19034" y="39172"/>
                  </a:lnTo>
                  <a:lnTo>
                    <a:pt x="19258" y="39067"/>
                  </a:lnTo>
                  <a:lnTo>
                    <a:pt x="19452" y="38947"/>
                  </a:lnTo>
                  <a:lnTo>
                    <a:pt x="19631" y="38828"/>
                  </a:lnTo>
                  <a:lnTo>
                    <a:pt x="19751" y="38693"/>
                  </a:lnTo>
                  <a:lnTo>
                    <a:pt x="19811" y="38619"/>
                  </a:lnTo>
                  <a:lnTo>
                    <a:pt x="19855" y="38544"/>
                  </a:lnTo>
                  <a:lnTo>
                    <a:pt x="19885" y="38454"/>
                  </a:lnTo>
                  <a:lnTo>
                    <a:pt x="19915" y="38365"/>
                  </a:lnTo>
                  <a:lnTo>
                    <a:pt x="19960" y="38156"/>
                  </a:lnTo>
                  <a:lnTo>
                    <a:pt x="19975" y="37902"/>
                  </a:lnTo>
                  <a:lnTo>
                    <a:pt x="19960" y="37618"/>
                  </a:lnTo>
                  <a:lnTo>
                    <a:pt x="19930" y="37274"/>
                  </a:lnTo>
                  <a:lnTo>
                    <a:pt x="19885" y="36871"/>
                  </a:lnTo>
                  <a:lnTo>
                    <a:pt x="19766" y="35855"/>
                  </a:lnTo>
                  <a:lnTo>
                    <a:pt x="19601" y="34540"/>
                  </a:lnTo>
                  <a:lnTo>
                    <a:pt x="19512" y="33748"/>
                  </a:lnTo>
                  <a:lnTo>
                    <a:pt x="19407" y="32852"/>
                  </a:lnTo>
                  <a:lnTo>
                    <a:pt x="19318" y="31776"/>
                  </a:lnTo>
                  <a:lnTo>
                    <a:pt x="19273" y="31388"/>
                  </a:lnTo>
                  <a:lnTo>
                    <a:pt x="19258" y="31239"/>
                  </a:lnTo>
                  <a:lnTo>
                    <a:pt x="19198" y="30581"/>
                  </a:lnTo>
                  <a:lnTo>
                    <a:pt x="19183" y="30312"/>
                  </a:lnTo>
                  <a:lnTo>
                    <a:pt x="19123" y="29700"/>
                  </a:lnTo>
                  <a:lnTo>
                    <a:pt x="19093" y="29371"/>
                  </a:lnTo>
                  <a:lnTo>
                    <a:pt x="19004" y="28101"/>
                  </a:lnTo>
                  <a:lnTo>
                    <a:pt x="18974" y="27773"/>
                  </a:lnTo>
                  <a:lnTo>
                    <a:pt x="18959" y="27459"/>
                  </a:lnTo>
                  <a:lnTo>
                    <a:pt x="18944" y="27130"/>
                  </a:lnTo>
                  <a:lnTo>
                    <a:pt x="18929" y="27100"/>
                  </a:lnTo>
                  <a:lnTo>
                    <a:pt x="18914" y="26548"/>
                  </a:lnTo>
                  <a:lnTo>
                    <a:pt x="18884" y="25636"/>
                  </a:lnTo>
                  <a:lnTo>
                    <a:pt x="18869" y="24785"/>
                  </a:lnTo>
                  <a:lnTo>
                    <a:pt x="18884" y="24262"/>
                  </a:lnTo>
                  <a:lnTo>
                    <a:pt x="18884" y="24098"/>
                  </a:lnTo>
                  <a:lnTo>
                    <a:pt x="18899" y="23231"/>
                  </a:lnTo>
                  <a:lnTo>
                    <a:pt x="18884" y="22275"/>
                  </a:lnTo>
                  <a:lnTo>
                    <a:pt x="18869" y="21886"/>
                  </a:lnTo>
                  <a:lnTo>
                    <a:pt x="18854" y="21513"/>
                  </a:lnTo>
                  <a:lnTo>
                    <a:pt x="18854" y="21095"/>
                  </a:lnTo>
                  <a:lnTo>
                    <a:pt x="18795" y="19646"/>
                  </a:lnTo>
                  <a:lnTo>
                    <a:pt x="18780" y="19317"/>
                  </a:lnTo>
                  <a:lnTo>
                    <a:pt x="18750" y="18450"/>
                  </a:lnTo>
                  <a:lnTo>
                    <a:pt x="18735" y="18137"/>
                  </a:lnTo>
                  <a:lnTo>
                    <a:pt x="18690" y="17061"/>
                  </a:lnTo>
                  <a:lnTo>
                    <a:pt x="18675" y="16717"/>
                  </a:lnTo>
                  <a:lnTo>
                    <a:pt x="18660" y="16404"/>
                  </a:lnTo>
                  <a:lnTo>
                    <a:pt x="18660" y="16060"/>
                  </a:lnTo>
                  <a:lnTo>
                    <a:pt x="18645" y="16030"/>
                  </a:lnTo>
                  <a:lnTo>
                    <a:pt x="18630" y="15343"/>
                  </a:lnTo>
                  <a:lnTo>
                    <a:pt x="18615" y="14357"/>
                  </a:lnTo>
                  <a:lnTo>
                    <a:pt x="18600" y="13356"/>
                  </a:lnTo>
                  <a:lnTo>
                    <a:pt x="18600" y="12669"/>
                  </a:lnTo>
                  <a:lnTo>
                    <a:pt x="18615" y="11653"/>
                  </a:lnTo>
                  <a:lnTo>
                    <a:pt x="18645" y="10652"/>
                  </a:lnTo>
                  <a:lnTo>
                    <a:pt x="18705" y="9681"/>
                  </a:lnTo>
                  <a:lnTo>
                    <a:pt x="18780" y="8755"/>
                  </a:lnTo>
                  <a:lnTo>
                    <a:pt x="18810" y="8441"/>
                  </a:lnTo>
                  <a:lnTo>
                    <a:pt x="18825" y="8127"/>
                  </a:lnTo>
                  <a:lnTo>
                    <a:pt x="18825" y="7813"/>
                  </a:lnTo>
                  <a:lnTo>
                    <a:pt x="18810" y="7515"/>
                  </a:lnTo>
                  <a:lnTo>
                    <a:pt x="18780" y="7201"/>
                  </a:lnTo>
                  <a:lnTo>
                    <a:pt x="18735" y="6902"/>
                  </a:lnTo>
                  <a:lnTo>
                    <a:pt x="18690" y="6603"/>
                  </a:lnTo>
                  <a:lnTo>
                    <a:pt x="18615" y="6305"/>
                  </a:lnTo>
                  <a:lnTo>
                    <a:pt x="18541" y="6021"/>
                  </a:lnTo>
                  <a:lnTo>
                    <a:pt x="18451" y="5722"/>
                  </a:lnTo>
                  <a:lnTo>
                    <a:pt x="18347" y="5453"/>
                  </a:lnTo>
                  <a:lnTo>
                    <a:pt x="18242" y="5169"/>
                  </a:lnTo>
                  <a:lnTo>
                    <a:pt x="18107" y="4900"/>
                  </a:lnTo>
                  <a:lnTo>
                    <a:pt x="17973" y="4631"/>
                  </a:lnTo>
                  <a:lnTo>
                    <a:pt x="17824" y="4377"/>
                  </a:lnTo>
                  <a:lnTo>
                    <a:pt x="17674" y="4123"/>
                  </a:lnTo>
                  <a:lnTo>
                    <a:pt x="17510" y="3869"/>
                  </a:lnTo>
                  <a:lnTo>
                    <a:pt x="17331" y="3630"/>
                  </a:lnTo>
                  <a:lnTo>
                    <a:pt x="17136" y="3406"/>
                  </a:lnTo>
                  <a:lnTo>
                    <a:pt x="16942" y="3167"/>
                  </a:lnTo>
                  <a:lnTo>
                    <a:pt x="16733" y="2958"/>
                  </a:lnTo>
                  <a:lnTo>
                    <a:pt x="16509" y="2749"/>
                  </a:lnTo>
                  <a:lnTo>
                    <a:pt x="16285" y="2555"/>
                  </a:lnTo>
                  <a:lnTo>
                    <a:pt x="16061" y="2361"/>
                  </a:lnTo>
                  <a:lnTo>
                    <a:pt x="15807" y="2181"/>
                  </a:lnTo>
                  <a:lnTo>
                    <a:pt x="15553" y="2017"/>
                  </a:lnTo>
                  <a:lnTo>
                    <a:pt x="15299" y="1853"/>
                  </a:lnTo>
                  <a:lnTo>
                    <a:pt x="15030" y="1703"/>
                  </a:lnTo>
                  <a:lnTo>
                    <a:pt x="14761" y="1569"/>
                  </a:lnTo>
                  <a:lnTo>
                    <a:pt x="14477" y="1434"/>
                  </a:lnTo>
                  <a:lnTo>
                    <a:pt x="14178" y="1315"/>
                  </a:lnTo>
                  <a:lnTo>
                    <a:pt x="13880" y="1210"/>
                  </a:lnTo>
                  <a:lnTo>
                    <a:pt x="10160" y="0"/>
                  </a:lnTo>
                  <a:close/>
                </a:path>
              </a:pathLst>
            </a:custGeom>
            <a:solidFill>
              <a:srgbClr val="1D6FA9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1487" name="Google Shape;1487;p32"/>
            <p:cNvSpPr/>
            <p:nvPr/>
          </p:nvSpPr>
          <p:spPr>
            <a:xfrm>
              <a:off x="-1507812" y="2639837"/>
              <a:ext cx="362547" cy="154168"/>
            </a:xfrm>
            <a:custGeom>
              <a:avLst/>
              <a:gdLst/>
              <a:ahLst/>
              <a:cxnLst/>
              <a:rect l="l" t="t" r="r" b="b"/>
              <a:pathLst>
                <a:path w="12894" h="5483" extrusionOk="0">
                  <a:moveTo>
                    <a:pt x="4766" y="0"/>
                  </a:moveTo>
                  <a:lnTo>
                    <a:pt x="4258" y="15"/>
                  </a:lnTo>
                  <a:lnTo>
                    <a:pt x="3765" y="60"/>
                  </a:lnTo>
                  <a:lnTo>
                    <a:pt x="3287" y="135"/>
                  </a:lnTo>
                  <a:lnTo>
                    <a:pt x="3063" y="194"/>
                  </a:lnTo>
                  <a:lnTo>
                    <a:pt x="2839" y="254"/>
                  </a:lnTo>
                  <a:lnTo>
                    <a:pt x="2615" y="314"/>
                  </a:lnTo>
                  <a:lnTo>
                    <a:pt x="2405" y="404"/>
                  </a:lnTo>
                  <a:lnTo>
                    <a:pt x="2196" y="478"/>
                  </a:lnTo>
                  <a:lnTo>
                    <a:pt x="1987" y="583"/>
                  </a:lnTo>
                  <a:lnTo>
                    <a:pt x="1808" y="687"/>
                  </a:lnTo>
                  <a:lnTo>
                    <a:pt x="1614" y="807"/>
                  </a:lnTo>
                  <a:lnTo>
                    <a:pt x="1449" y="941"/>
                  </a:lnTo>
                  <a:lnTo>
                    <a:pt x="1285" y="1076"/>
                  </a:lnTo>
                  <a:lnTo>
                    <a:pt x="1136" y="1225"/>
                  </a:lnTo>
                  <a:lnTo>
                    <a:pt x="1001" y="1390"/>
                  </a:lnTo>
                  <a:lnTo>
                    <a:pt x="867" y="1569"/>
                  </a:lnTo>
                  <a:lnTo>
                    <a:pt x="747" y="1733"/>
                  </a:lnTo>
                  <a:lnTo>
                    <a:pt x="643" y="1912"/>
                  </a:lnTo>
                  <a:lnTo>
                    <a:pt x="538" y="2092"/>
                  </a:lnTo>
                  <a:lnTo>
                    <a:pt x="374" y="2435"/>
                  </a:lnTo>
                  <a:lnTo>
                    <a:pt x="254" y="2794"/>
                  </a:lnTo>
                  <a:lnTo>
                    <a:pt x="150" y="3137"/>
                  </a:lnTo>
                  <a:lnTo>
                    <a:pt x="75" y="3481"/>
                  </a:lnTo>
                  <a:lnTo>
                    <a:pt x="30" y="3810"/>
                  </a:lnTo>
                  <a:lnTo>
                    <a:pt x="0" y="4109"/>
                  </a:lnTo>
                  <a:lnTo>
                    <a:pt x="0" y="4407"/>
                  </a:lnTo>
                  <a:lnTo>
                    <a:pt x="0" y="4661"/>
                  </a:lnTo>
                  <a:lnTo>
                    <a:pt x="15" y="4900"/>
                  </a:lnTo>
                  <a:lnTo>
                    <a:pt x="30" y="5095"/>
                  </a:lnTo>
                  <a:lnTo>
                    <a:pt x="75" y="5378"/>
                  </a:lnTo>
                  <a:lnTo>
                    <a:pt x="90" y="5483"/>
                  </a:lnTo>
                  <a:lnTo>
                    <a:pt x="10323" y="4168"/>
                  </a:lnTo>
                  <a:lnTo>
                    <a:pt x="10383" y="4168"/>
                  </a:lnTo>
                  <a:lnTo>
                    <a:pt x="10548" y="4138"/>
                  </a:lnTo>
                  <a:lnTo>
                    <a:pt x="10667" y="4109"/>
                  </a:lnTo>
                  <a:lnTo>
                    <a:pt x="10802" y="4079"/>
                  </a:lnTo>
                  <a:lnTo>
                    <a:pt x="10951" y="4004"/>
                  </a:lnTo>
                  <a:lnTo>
                    <a:pt x="11115" y="3929"/>
                  </a:lnTo>
                  <a:lnTo>
                    <a:pt x="11295" y="3810"/>
                  </a:lnTo>
                  <a:lnTo>
                    <a:pt x="11474" y="3675"/>
                  </a:lnTo>
                  <a:lnTo>
                    <a:pt x="11668" y="3496"/>
                  </a:lnTo>
                  <a:lnTo>
                    <a:pt x="11862" y="3287"/>
                  </a:lnTo>
                  <a:lnTo>
                    <a:pt x="12071" y="3033"/>
                  </a:lnTo>
                  <a:lnTo>
                    <a:pt x="12266" y="2734"/>
                  </a:lnTo>
                  <a:lnTo>
                    <a:pt x="12460" y="2376"/>
                  </a:lnTo>
                  <a:lnTo>
                    <a:pt x="12654" y="1987"/>
                  </a:lnTo>
                  <a:lnTo>
                    <a:pt x="12744" y="1748"/>
                  </a:lnTo>
                  <a:lnTo>
                    <a:pt x="12818" y="1524"/>
                  </a:lnTo>
                  <a:lnTo>
                    <a:pt x="12863" y="1330"/>
                  </a:lnTo>
                  <a:lnTo>
                    <a:pt x="12893" y="1165"/>
                  </a:lnTo>
                  <a:lnTo>
                    <a:pt x="12893" y="1016"/>
                  </a:lnTo>
                  <a:lnTo>
                    <a:pt x="12878" y="897"/>
                  </a:lnTo>
                  <a:lnTo>
                    <a:pt x="12833" y="777"/>
                  </a:lnTo>
                  <a:lnTo>
                    <a:pt x="12774" y="687"/>
                  </a:lnTo>
                  <a:lnTo>
                    <a:pt x="12699" y="613"/>
                  </a:lnTo>
                  <a:lnTo>
                    <a:pt x="12594" y="553"/>
                  </a:lnTo>
                  <a:lnTo>
                    <a:pt x="12490" y="493"/>
                  </a:lnTo>
                  <a:lnTo>
                    <a:pt x="12355" y="463"/>
                  </a:lnTo>
                  <a:lnTo>
                    <a:pt x="12221" y="433"/>
                  </a:lnTo>
                  <a:lnTo>
                    <a:pt x="12056" y="418"/>
                  </a:lnTo>
                  <a:lnTo>
                    <a:pt x="11713" y="418"/>
                  </a:lnTo>
                  <a:lnTo>
                    <a:pt x="11324" y="433"/>
                  </a:lnTo>
                  <a:lnTo>
                    <a:pt x="10906" y="463"/>
                  </a:lnTo>
                  <a:lnTo>
                    <a:pt x="10473" y="508"/>
                  </a:lnTo>
                  <a:lnTo>
                    <a:pt x="10010" y="538"/>
                  </a:lnTo>
                  <a:lnTo>
                    <a:pt x="9547" y="553"/>
                  </a:lnTo>
                  <a:lnTo>
                    <a:pt x="9069" y="553"/>
                  </a:lnTo>
                  <a:lnTo>
                    <a:pt x="8844" y="538"/>
                  </a:lnTo>
                  <a:lnTo>
                    <a:pt x="8620" y="508"/>
                  </a:lnTo>
                  <a:lnTo>
                    <a:pt x="8396" y="478"/>
                  </a:lnTo>
                  <a:lnTo>
                    <a:pt x="8172" y="433"/>
                  </a:lnTo>
                  <a:lnTo>
                    <a:pt x="7739" y="329"/>
                  </a:lnTo>
                  <a:lnTo>
                    <a:pt x="7261" y="224"/>
                  </a:lnTo>
                  <a:lnTo>
                    <a:pt x="6783" y="150"/>
                  </a:lnTo>
                  <a:lnTo>
                    <a:pt x="6290" y="75"/>
                  </a:lnTo>
                  <a:lnTo>
                    <a:pt x="5782" y="30"/>
                  </a:lnTo>
                  <a:lnTo>
                    <a:pt x="5274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1488" name="Google Shape;1488;p32"/>
            <p:cNvSpPr/>
            <p:nvPr/>
          </p:nvSpPr>
          <p:spPr>
            <a:xfrm>
              <a:off x="-1527157" y="2833060"/>
              <a:ext cx="200843" cy="225587"/>
            </a:xfrm>
            <a:custGeom>
              <a:avLst/>
              <a:gdLst/>
              <a:ahLst/>
              <a:cxnLst/>
              <a:rect l="l" t="t" r="r" b="b"/>
              <a:pathLst>
                <a:path w="7143" h="8023" extrusionOk="0">
                  <a:moveTo>
                    <a:pt x="2810" y="0"/>
                  </a:moveTo>
                  <a:lnTo>
                    <a:pt x="2720" y="359"/>
                  </a:lnTo>
                  <a:lnTo>
                    <a:pt x="2600" y="702"/>
                  </a:lnTo>
                  <a:lnTo>
                    <a:pt x="2466" y="1046"/>
                  </a:lnTo>
                  <a:lnTo>
                    <a:pt x="2302" y="1375"/>
                  </a:lnTo>
                  <a:lnTo>
                    <a:pt x="2137" y="1703"/>
                  </a:lnTo>
                  <a:lnTo>
                    <a:pt x="1943" y="2017"/>
                  </a:lnTo>
                  <a:lnTo>
                    <a:pt x="1749" y="2316"/>
                  </a:lnTo>
                  <a:lnTo>
                    <a:pt x="1555" y="2615"/>
                  </a:lnTo>
                  <a:lnTo>
                    <a:pt x="1346" y="2899"/>
                  </a:lnTo>
                  <a:lnTo>
                    <a:pt x="1136" y="3168"/>
                  </a:lnTo>
                  <a:lnTo>
                    <a:pt x="718" y="3646"/>
                  </a:lnTo>
                  <a:lnTo>
                    <a:pt x="330" y="4049"/>
                  </a:lnTo>
                  <a:lnTo>
                    <a:pt x="1" y="4393"/>
                  </a:lnTo>
                  <a:lnTo>
                    <a:pt x="240" y="4691"/>
                  </a:lnTo>
                  <a:lnTo>
                    <a:pt x="494" y="5020"/>
                  </a:lnTo>
                  <a:lnTo>
                    <a:pt x="808" y="5394"/>
                  </a:lnTo>
                  <a:lnTo>
                    <a:pt x="1106" y="5722"/>
                  </a:lnTo>
                  <a:lnTo>
                    <a:pt x="1450" y="6066"/>
                  </a:lnTo>
                  <a:lnTo>
                    <a:pt x="1853" y="6469"/>
                  </a:lnTo>
                  <a:lnTo>
                    <a:pt x="2317" y="6917"/>
                  </a:lnTo>
                  <a:lnTo>
                    <a:pt x="2810" y="7351"/>
                  </a:lnTo>
                  <a:lnTo>
                    <a:pt x="3273" y="7724"/>
                  </a:lnTo>
                  <a:lnTo>
                    <a:pt x="3482" y="7888"/>
                  </a:lnTo>
                  <a:lnTo>
                    <a:pt x="3676" y="8023"/>
                  </a:lnTo>
                  <a:lnTo>
                    <a:pt x="4124" y="7620"/>
                  </a:lnTo>
                  <a:lnTo>
                    <a:pt x="4543" y="7201"/>
                  </a:lnTo>
                  <a:lnTo>
                    <a:pt x="4961" y="6783"/>
                  </a:lnTo>
                  <a:lnTo>
                    <a:pt x="5349" y="6350"/>
                  </a:lnTo>
                  <a:lnTo>
                    <a:pt x="5648" y="6006"/>
                  </a:lnTo>
                  <a:lnTo>
                    <a:pt x="5962" y="5647"/>
                  </a:lnTo>
                  <a:lnTo>
                    <a:pt x="6350" y="5184"/>
                  </a:lnTo>
                  <a:lnTo>
                    <a:pt x="6664" y="4781"/>
                  </a:lnTo>
                  <a:lnTo>
                    <a:pt x="6679" y="4766"/>
                  </a:lnTo>
                  <a:lnTo>
                    <a:pt x="6724" y="4706"/>
                  </a:lnTo>
                  <a:lnTo>
                    <a:pt x="7142" y="4154"/>
                  </a:lnTo>
                  <a:lnTo>
                    <a:pt x="2810" y="0"/>
                  </a:lnTo>
                  <a:close/>
                </a:path>
              </a:pathLst>
            </a:custGeom>
            <a:solidFill>
              <a:srgbClr val="FBB99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1489" name="Google Shape;1489;p32"/>
            <p:cNvSpPr/>
            <p:nvPr/>
          </p:nvSpPr>
          <p:spPr>
            <a:xfrm>
              <a:off x="-1383054" y="2933018"/>
              <a:ext cx="44960" cy="78588"/>
            </a:xfrm>
            <a:custGeom>
              <a:avLst/>
              <a:gdLst/>
              <a:ahLst/>
              <a:cxnLst/>
              <a:rect l="l" t="t" r="r" b="b"/>
              <a:pathLst>
                <a:path w="1599" h="2795" extrusionOk="0">
                  <a:moveTo>
                    <a:pt x="30" y="1"/>
                  </a:moveTo>
                  <a:lnTo>
                    <a:pt x="15" y="300"/>
                  </a:lnTo>
                  <a:lnTo>
                    <a:pt x="0" y="613"/>
                  </a:lnTo>
                  <a:lnTo>
                    <a:pt x="0" y="1002"/>
                  </a:lnTo>
                  <a:lnTo>
                    <a:pt x="15" y="1435"/>
                  </a:lnTo>
                  <a:lnTo>
                    <a:pt x="45" y="1898"/>
                  </a:lnTo>
                  <a:lnTo>
                    <a:pt x="75" y="2122"/>
                  </a:lnTo>
                  <a:lnTo>
                    <a:pt x="120" y="2361"/>
                  </a:lnTo>
                  <a:lnTo>
                    <a:pt x="165" y="2585"/>
                  </a:lnTo>
                  <a:lnTo>
                    <a:pt x="224" y="2795"/>
                  </a:lnTo>
                  <a:lnTo>
                    <a:pt x="523" y="2451"/>
                  </a:lnTo>
                  <a:lnTo>
                    <a:pt x="837" y="2092"/>
                  </a:lnTo>
                  <a:lnTo>
                    <a:pt x="1225" y="1629"/>
                  </a:lnTo>
                  <a:lnTo>
                    <a:pt x="1539" y="1226"/>
                  </a:lnTo>
                  <a:lnTo>
                    <a:pt x="1554" y="1211"/>
                  </a:lnTo>
                  <a:lnTo>
                    <a:pt x="1599" y="1151"/>
                  </a:lnTo>
                  <a:lnTo>
                    <a:pt x="30" y="1"/>
                  </a:lnTo>
                  <a:close/>
                </a:path>
              </a:pathLst>
            </a:custGeom>
            <a:solidFill>
              <a:srgbClr val="FB947D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1490" name="Google Shape;1490;p32"/>
            <p:cNvSpPr/>
            <p:nvPr/>
          </p:nvSpPr>
          <p:spPr>
            <a:xfrm>
              <a:off x="-1506575" y="2672172"/>
              <a:ext cx="314663" cy="342387"/>
            </a:xfrm>
            <a:custGeom>
              <a:avLst/>
              <a:gdLst/>
              <a:ahLst/>
              <a:cxnLst/>
              <a:rect l="l" t="t" r="r" b="b"/>
              <a:pathLst>
                <a:path w="11191" h="12177" extrusionOk="0">
                  <a:moveTo>
                    <a:pt x="3437" y="1"/>
                  </a:moveTo>
                  <a:lnTo>
                    <a:pt x="3228" y="15"/>
                  </a:lnTo>
                  <a:lnTo>
                    <a:pt x="3004" y="45"/>
                  </a:lnTo>
                  <a:lnTo>
                    <a:pt x="2780" y="105"/>
                  </a:lnTo>
                  <a:lnTo>
                    <a:pt x="2571" y="165"/>
                  </a:lnTo>
                  <a:lnTo>
                    <a:pt x="2361" y="240"/>
                  </a:lnTo>
                  <a:lnTo>
                    <a:pt x="2167" y="329"/>
                  </a:lnTo>
                  <a:lnTo>
                    <a:pt x="1958" y="434"/>
                  </a:lnTo>
                  <a:lnTo>
                    <a:pt x="1764" y="553"/>
                  </a:lnTo>
                  <a:lnTo>
                    <a:pt x="1585" y="688"/>
                  </a:lnTo>
                  <a:lnTo>
                    <a:pt x="1405" y="837"/>
                  </a:lnTo>
                  <a:lnTo>
                    <a:pt x="1226" y="987"/>
                  </a:lnTo>
                  <a:lnTo>
                    <a:pt x="1062" y="1151"/>
                  </a:lnTo>
                  <a:lnTo>
                    <a:pt x="912" y="1330"/>
                  </a:lnTo>
                  <a:lnTo>
                    <a:pt x="763" y="1509"/>
                  </a:lnTo>
                  <a:lnTo>
                    <a:pt x="628" y="1704"/>
                  </a:lnTo>
                  <a:lnTo>
                    <a:pt x="509" y="1898"/>
                  </a:lnTo>
                  <a:lnTo>
                    <a:pt x="404" y="2107"/>
                  </a:lnTo>
                  <a:lnTo>
                    <a:pt x="300" y="2316"/>
                  </a:lnTo>
                  <a:lnTo>
                    <a:pt x="210" y="2540"/>
                  </a:lnTo>
                  <a:lnTo>
                    <a:pt x="135" y="2764"/>
                  </a:lnTo>
                  <a:lnTo>
                    <a:pt x="76" y="2988"/>
                  </a:lnTo>
                  <a:lnTo>
                    <a:pt x="31" y="3213"/>
                  </a:lnTo>
                  <a:lnTo>
                    <a:pt x="16" y="3452"/>
                  </a:lnTo>
                  <a:lnTo>
                    <a:pt x="1" y="3691"/>
                  </a:lnTo>
                  <a:lnTo>
                    <a:pt x="1" y="3915"/>
                  </a:lnTo>
                  <a:lnTo>
                    <a:pt x="16" y="4154"/>
                  </a:lnTo>
                  <a:lnTo>
                    <a:pt x="61" y="4393"/>
                  </a:lnTo>
                  <a:lnTo>
                    <a:pt x="121" y="4632"/>
                  </a:lnTo>
                  <a:lnTo>
                    <a:pt x="195" y="4856"/>
                  </a:lnTo>
                  <a:lnTo>
                    <a:pt x="300" y="5095"/>
                  </a:lnTo>
                  <a:lnTo>
                    <a:pt x="404" y="5319"/>
                  </a:lnTo>
                  <a:lnTo>
                    <a:pt x="554" y="5543"/>
                  </a:lnTo>
                  <a:lnTo>
                    <a:pt x="867" y="5991"/>
                  </a:lnTo>
                  <a:lnTo>
                    <a:pt x="1256" y="6469"/>
                  </a:lnTo>
                  <a:lnTo>
                    <a:pt x="1689" y="6962"/>
                  </a:lnTo>
                  <a:lnTo>
                    <a:pt x="2167" y="7470"/>
                  </a:lnTo>
                  <a:lnTo>
                    <a:pt x="2556" y="7874"/>
                  </a:lnTo>
                  <a:lnTo>
                    <a:pt x="2959" y="8262"/>
                  </a:lnTo>
                  <a:lnTo>
                    <a:pt x="3362" y="8665"/>
                  </a:lnTo>
                  <a:lnTo>
                    <a:pt x="3796" y="9054"/>
                  </a:lnTo>
                  <a:lnTo>
                    <a:pt x="4632" y="9801"/>
                  </a:lnTo>
                  <a:lnTo>
                    <a:pt x="5469" y="10488"/>
                  </a:lnTo>
                  <a:lnTo>
                    <a:pt x="6231" y="11086"/>
                  </a:lnTo>
                  <a:lnTo>
                    <a:pt x="6589" y="11340"/>
                  </a:lnTo>
                  <a:lnTo>
                    <a:pt x="6918" y="11579"/>
                  </a:lnTo>
                  <a:lnTo>
                    <a:pt x="7217" y="11773"/>
                  </a:lnTo>
                  <a:lnTo>
                    <a:pt x="7486" y="11922"/>
                  </a:lnTo>
                  <a:lnTo>
                    <a:pt x="7710" y="12042"/>
                  </a:lnTo>
                  <a:lnTo>
                    <a:pt x="7904" y="12116"/>
                  </a:lnTo>
                  <a:lnTo>
                    <a:pt x="8024" y="12146"/>
                  </a:lnTo>
                  <a:lnTo>
                    <a:pt x="8143" y="12176"/>
                  </a:lnTo>
                  <a:lnTo>
                    <a:pt x="8367" y="12176"/>
                  </a:lnTo>
                  <a:lnTo>
                    <a:pt x="8472" y="12146"/>
                  </a:lnTo>
                  <a:lnTo>
                    <a:pt x="8576" y="12116"/>
                  </a:lnTo>
                  <a:lnTo>
                    <a:pt x="8681" y="12072"/>
                  </a:lnTo>
                  <a:lnTo>
                    <a:pt x="8785" y="11997"/>
                  </a:lnTo>
                  <a:lnTo>
                    <a:pt x="8890" y="11922"/>
                  </a:lnTo>
                  <a:lnTo>
                    <a:pt x="8980" y="11833"/>
                  </a:lnTo>
                  <a:lnTo>
                    <a:pt x="9084" y="11713"/>
                  </a:lnTo>
                  <a:lnTo>
                    <a:pt x="9174" y="11594"/>
                  </a:lnTo>
                  <a:lnTo>
                    <a:pt x="9264" y="11444"/>
                  </a:lnTo>
                  <a:lnTo>
                    <a:pt x="9353" y="11280"/>
                  </a:lnTo>
                  <a:lnTo>
                    <a:pt x="9443" y="11101"/>
                  </a:lnTo>
                  <a:lnTo>
                    <a:pt x="9532" y="10906"/>
                  </a:lnTo>
                  <a:lnTo>
                    <a:pt x="9727" y="10369"/>
                  </a:lnTo>
                  <a:lnTo>
                    <a:pt x="10100" y="9218"/>
                  </a:lnTo>
                  <a:lnTo>
                    <a:pt x="10205" y="8800"/>
                  </a:lnTo>
                  <a:lnTo>
                    <a:pt x="10518" y="8800"/>
                  </a:lnTo>
                  <a:lnTo>
                    <a:pt x="10683" y="8785"/>
                  </a:lnTo>
                  <a:lnTo>
                    <a:pt x="10847" y="8755"/>
                  </a:lnTo>
                  <a:lnTo>
                    <a:pt x="10997" y="8725"/>
                  </a:lnTo>
                  <a:lnTo>
                    <a:pt x="11116" y="8680"/>
                  </a:lnTo>
                  <a:lnTo>
                    <a:pt x="11161" y="8665"/>
                  </a:lnTo>
                  <a:lnTo>
                    <a:pt x="11176" y="8636"/>
                  </a:lnTo>
                  <a:lnTo>
                    <a:pt x="11191" y="8591"/>
                  </a:lnTo>
                  <a:lnTo>
                    <a:pt x="11191" y="8561"/>
                  </a:lnTo>
                  <a:lnTo>
                    <a:pt x="10608" y="6888"/>
                  </a:lnTo>
                  <a:lnTo>
                    <a:pt x="10698" y="6215"/>
                  </a:lnTo>
                  <a:lnTo>
                    <a:pt x="10743" y="5558"/>
                  </a:lnTo>
                  <a:lnTo>
                    <a:pt x="10758" y="5229"/>
                  </a:lnTo>
                  <a:lnTo>
                    <a:pt x="10772" y="4916"/>
                  </a:lnTo>
                  <a:lnTo>
                    <a:pt x="10772" y="4617"/>
                  </a:lnTo>
                  <a:lnTo>
                    <a:pt x="10758" y="4318"/>
                  </a:lnTo>
                  <a:lnTo>
                    <a:pt x="10743" y="4124"/>
                  </a:lnTo>
                  <a:lnTo>
                    <a:pt x="10698" y="3915"/>
                  </a:lnTo>
                  <a:lnTo>
                    <a:pt x="10653" y="3735"/>
                  </a:lnTo>
                  <a:lnTo>
                    <a:pt x="10578" y="3541"/>
                  </a:lnTo>
                  <a:lnTo>
                    <a:pt x="10489" y="3362"/>
                  </a:lnTo>
                  <a:lnTo>
                    <a:pt x="10384" y="3168"/>
                  </a:lnTo>
                  <a:lnTo>
                    <a:pt x="10279" y="3003"/>
                  </a:lnTo>
                  <a:lnTo>
                    <a:pt x="10145" y="2839"/>
                  </a:lnTo>
                  <a:lnTo>
                    <a:pt x="9996" y="2690"/>
                  </a:lnTo>
                  <a:lnTo>
                    <a:pt x="9846" y="2555"/>
                  </a:lnTo>
                  <a:lnTo>
                    <a:pt x="9667" y="2421"/>
                  </a:lnTo>
                  <a:lnTo>
                    <a:pt x="9488" y="2316"/>
                  </a:lnTo>
                  <a:lnTo>
                    <a:pt x="8860" y="1958"/>
                  </a:lnTo>
                  <a:lnTo>
                    <a:pt x="8143" y="1584"/>
                  </a:lnTo>
                  <a:lnTo>
                    <a:pt x="7351" y="1196"/>
                  </a:lnTo>
                  <a:lnTo>
                    <a:pt x="6948" y="1001"/>
                  </a:lnTo>
                  <a:lnTo>
                    <a:pt x="6530" y="822"/>
                  </a:lnTo>
                  <a:lnTo>
                    <a:pt x="6111" y="658"/>
                  </a:lnTo>
                  <a:lnTo>
                    <a:pt x="5693" y="494"/>
                  </a:lnTo>
                  <a:lnTo>
                    <a:pt x="5290" y="359"/>
                  </a:lnTo>
                  <a:lnTo>
                    <a:pt x="4886" y="240"/>
                  </a:lnTo>
                  <a:lnTo>
                    <a:pt x="4498" y="135"/>
                  </a:lnTo>
                  <a:lnTo>
                    <a:pt x="4124" y="60"/>
                  </a:lnTo>
                  <a:lnTo>
                    <a:pt x="3766" y="15"/>
                  </a:lnTo>
                  <a:lnTo>
                    <a:pt x="3437" y="1"/>
                  </a:lnTo>
                  <a:close/>
                </a:path>
              </a:pathLst>
            </a:custGeom>
            <a:solidFill>
              <a:srgbClr val="FBB99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1491" name="Google Shape;1491;p32"/>
            <p:cNvSpPr/>
            <p:nvPr/>
          </p:nvSpPr>
          <p:spPr>
            <a:xfrm>
              <a:off x="-1271737" y="2927142"/>
              <a:ext cx="31098" cy="27752"/>
            </a:xfrm>
            <a:custGeom>
              <a:avLst/>
              <a:gdLst/>
              <a:ahLst/>
              <a:cxnLst/>
              <a:rect l="l" t="t" r="r" b="b"/>
              <a:pathLst>
                <a:path w="1106" h="987" extrusionOk="0">
                  <a:moveTo>
                    <a:pt x="90" y="1"/>
                  </a:moveTo>
                  <a:lnTo>
                    <a:pt x="45" y="31"/>
                  </a:lnTo>
                  <a:lnTo>
                    <a:pt x="15" y="61"/>
                  </a:lnTo>
                  <a:lnTo>
                    <a:pt x="0" y="105"/>
                  </a:lnTo>
                  <a:lnTo>
                    <a:pt x="0" y="165"/>
                  </a:lnTo>
                  <a:lnTo>
                    <a:pt x="60" y="285"/>
                  </a:lnTo>
                  <a:lnTo>
                    <a:pt x="120" y="404"/>
                  </a:lnTo>
                  <a:lnTo>
                    <a:pt x="209" y="539"/>
                  </a:lnTo>
                  <a:lnTo>
                    <a:pt x="329" y="673"/>
                  </a:lnTo>
                  <a:lnTo>
                    <a:pt x="404" y="733"/>
                  </a:lnTo>
                  <a:lnTo>
                    <a:pt x="478" y="793"/>
                  </a:lnTo>
                  <a:lnTo>
                    <a:pt x="568" y="852"/>
                  </a:lnTo>
                  <a:lnTo>
                    <a:pt x="673" y="912"/>
                  </a:lnTo>
                  <a:lnTo>
                    <a:pt x="777" y="942"/>
                  </a:lnTo>
                  <a:lnTo>
                    <a:pt x="897" y="972"/>
                  </a:lnTo>
                  <a:lnTo>
                    <a:pt x="971" y="987"/>
                  </a:lnTo>
                  <a:lnTo>
                    <a:pt x="1016" y="987"/>
                  </a:lnTo>
                  <a:lnTo>
                    <a:pt x="1061" y="957"/>
                  </a:lnTo>
                  <a:lnTo>
                    <a:pt x="1091" y="927"/>
                  </a:lnTo>
                  <a:lnTo>
                    <a:pt x="1106" y="867"/>
                  </a:lnTo>
                  <a:lnTo>
                    <a:pt x="1106" y="822"/>
                  </a:lnTo>
                  <a:lnTo>
                    <a:pt x="1091" y="778"/>
                  </a:lnTo>
                  <a:lnTo>
                    <a:pt x="1046" y="748"/>
                  </a:lnTo>
                  <a:lnTo>
                    <a:pt x="1001" y="733"/>
                  </a:lnTo>
                  <a:lnTo>
                    <a:pt x="897" y="718"/>
                  </a:lnTo>
                  <a:lnTo>
                    <a:pt x="807" y="688"/>
                  </a:lnTo>
                  <a:lnTo>
                    <a:pt x="717" y="658"/>
                  </a:lnTo>
                  <a:lnTo>
                    <a:pt x="643" y="613"/>
                  </a:lnTo>
                  <a:lnTo>
                    <a:pt x="508" y="494"/>
                  </a:lnTo>
                  <a:lnTo>
                    <a:pt x="419" y="389"/>
                  </a:lnTo>
                  <a:lnTo>
                    <a:pt x="344" y="270"/>
                  </a:lnTo>
                  <a:lnTo>
                    <a:pt x="284" y="180"/>
                  </a:lnTo>
                  <a:lnTo>
                    <a:pt x="254" y="75"/>
                  </a:lnTo>
                  <a:lnTo>
                    <a:pt x="224" y="31"/>
                  </a:lnTo>
                  <a:lnTo>
                    <a:pt x="180" y="1"/>
                  </a:lnTo>
                  <a:close/>
                </a:path>
              </a:pathLst>
            </a:custGeom>
            <a:solidFill>
              <a:srgbClr val="FB947D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1492" name="Google Shape;1492;p32"/>
            <p:cNvSpPr/>
            <p:nvPr/>
          </p:nvSpPr>
          <p:spPr>
            <a:xfrm>
              <a:off x="-1314166" y="2856567"/>
              <a:ext cx="53789" cy="35316"/>
            </a:xfrm>
            <a:custGeom>
              <a:avLst/>
              <a:gdLst/>
              <a:ahLst/>
              <a:cxnLst/>
              <a:rect l="l" t="t" r="r" b="b"/>
              <a:pathLst>
                <a:path w="1913" h="1256" extrusionOk="0">
                  <a:moveTo>
                    <a:pt x="434" y="1"/>
                  </a:moveTo>
                  <a:lnTo>
                    <a:pt x="299" y="31"/>
                  </a:lnTo>
                  <a:lnTo>
                    <a:pt x="165" y="76"/>
                  </a:lnTo>
                  <a:lnTo>
                    <a:pt x="120" y="106"/>
                  </a:lnTo>
                  <a:lnTo>
                    <a:pt x="75" y="135"/>
                  </a:lnTo>
                  <a:lnTo>
                    <a:pt x="45" y="180"/>
                  </a:lnTo>
                  <a:lnTo>
                    <a:pt x="15" y="225"/>
                  </a:lnTo>
                  <a:lnTo>
                    <a:pt x="0" y="270"/>
                  </a:lnTo>
                  <a:lnTo>
                    <a:pt x="0" y="330"/>
                  </a:lnTo>
                  <a:lnTo>
                    <a:pt x="0" y="389"/>
                  </a:lnTo>
                  <a:lnTo>
                    <a:pt x="15" y="449"/>
                  </a:lnTo>
                  <a:lnTo>
                    <a:pt x="60" y="569"/>
                  </a:lnTo>
                  <a:lnTo>
                    <a:pt x="150" y="688"/>
                  </a:lnTo>
                  <a:lnTo>
                    <a:pt x="254" y="808"/>
                  </a:lnTo>
                  <a:lnTo>
                    <a:pt x="404" y="912"/>
                  </a:lnTo>
                  <a:lnTo>
                    <a:pt x="568" y="1017"/>
                  </a:lnTo>
                  <a:lnTo>
                    <a:pt x="747" y="1106"/>
                  </a:lnTo>
                  <a:lnTo>
                    <a:pt x="942" y="1181"/>
                  </a:lnTo>
                  <a:lnTo>
                    <a:pt x="1136" y="1226"/>
                  </a:lnTo>
                  <a:lnTo>
                    <a:pt x="1315" y="1256"/>
                  </a:lnTo>
                  <a:lnTo>
                    <a:pt x="1479" y="1256"/>
                  </a:lnTo>
                  <a:lnTo>
                    <a:pt x="1614" y="1226"/>
                  </a:lnTo>
                  <a:lnTo>
                    <a:pt x="1733" y="1181"/>
                  </a:lnTo>
                  <a:lnTo>
                    <a:pt x="1793" y="1151"/>
                  </a:lnTo>
                  <a:lnTo>
                    <a:pt x="1838" y="1121"/>
                  </a:lnTo>
                  <a:lnTo>
                    <a:pt x="1868" y="1077"/>
                  </a:lnTo>
                  <a:lnTo>
                    <a:pt x="1898" y="1032"/>
                  </a:lnTo>
                  <a:lnTo>
                    <a:pt x="1913" y="987"/>
                  </a:lnTo>
                  <a:lnTo>
                    <a:pt x="1913" y="927"/>
                  </a:lnTo>
                  <a:lnTo>
                    <a:pt x="1913" y="867"/>
                  </a:lnTo>
                  <a:lnTo>
                    <a:pt x="1898" y="808"/>
                  </a:lnTo>
                  <a:lnTo>
                    <a:pt x="1853" y="703"/>
                  </a:lnTo>
                  <a:lnTo>
                    <a:pt x="1763" y="569"/>
                  </a:lnTo>
                  <a:lnTo>
                    <a:pt x="1659" y="464"/>
                  </a:lnTo>
                  <a:lnTo>
                    <a:pt x="1509" y="345"/>
                  </a:lnTo>
                  <a:lnTo>
                    <a:pt x="1345" y="240"/>
                  </a:lnTo>
                  <a:lnTo>
                    <a:pt x="1166" y="150"/>
                  </a:lnTo>
                  <a:lnTo>
                    <a:pt x="971" y="76"/>
                  </a:lnTo>
                  <a:lnTo>
                    <a:pt x="777" y="31"/>
                  </a:lnTo>
                  <a:lnTo>
                    <a:pt x="598" y="1"/>
                  </a:lnTo>
                  <a:close/>
                </a:path>
              </a:pathLst>
            </a:custGeom>
            <a:solidFill>
              <a:srgbClr val="FB947D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1493" name="Google Shape;1493;p32"/>
            <p:cNvSpPr/>
            <p:nvPr/>
          </p:nvSpPr>
          <p:spPr>
            <a:xfrm>
              <a:off x="-1239401" y="2838937"/>
              <a:ext cx="13047" cy="23562"/>
            </a:xfrm>
            <a:custGeom>
              <a:avLst/>
              <a:gdLst/>
              <a:ahLst/>
              <a:cxnLst/>
              <a:rect l="l" t="t" r="r" b="b"/>
              <a:pathLst>
                <a:path w="464" h="838" extrusionOk="0">
                  <a:moveTo>
                    <a:pt x="210" y="0"/>
                  </a:moveTo>
                  <a:lnTo>
                    <a:pt x="165" y="15"/>
                  </a:lnTo>
                  <a:lnTo>
                    <a:pt x="120" y="60"/>
                  </a:lnTo>
                  <a:lnTo>
                    <a:pt x="90" y="105"/>
                  </a:lnTo>
                  <a:lnTo>
                    <a:pt x="45" y="165"/>
                  </a:lnTo>
                  <a:lnTo>
                    <a:pt x="30" y="240"/>
                  </a:lnTo>
                  <a:lnTo>
                    <a:pt x="1" y="314"/>
                  </a:lnTo>
                  <a:lnTo>
                    <a:pt x="1" y="404"/>
                  </a:lnTo>
                  <a:lnTo>
                    <a:pt x="1" y="479"/>
                  </a:lnTo>
                  <a:lnTo>
                    <a:pt x="1" y="568"/>
                  </a:lnTo>
                  <a:lnTo>
                    <a:pt x="16" y="643"/>
                  </a:lnTo>
                  <a:lnTo>
                    <a:pt x="45" y="703"/>
                  </a:lnTo>
                  <a:lnTo>
                    <a:pt x="75" y="747"/>
                  </a:lnTo>
                  <a:lnTo>
                    <a:pt x="105" y="792"/>
                  </a:lnTo>
                  <a:lnTo>
                    <a:pt x="150" y="822"/>
                  </a:lnTo>
                  <a:lnTo>
                    <a:pt x="195" y="837"/>
                  </a:lnTo>
                  <a:lnTo>
                    <a:pt x="255" y="837"/>
                  </a:lnTo>
                  <a:lnTo>
                    <a:pt x="299" y="807"/>
                  </a:lnTo>
                  <a:lnTo>
                    <a:pt x="329" y="777"/>
                  </a:lnTo>
                  <a:lnTo>
                    <a:pt x="374" y="718"/>
                  </a:lnTo>
                  <a:lnTo>
                    <a:pt x="404" y="658"/>
                  </a:lnTo>
                  <a:lnTo>
                    <a:pt x="434" y="598"/>
                  </a:lnTo>
                  <a:lnTo>
                    <a:pt x="449" y="508"/>
                  </a:lnTo>
                  <a:lnTo>
                    <a:pt x="464" y="434"/>
                  </a:lnTo>
                  <a:lnTo>
                    <a:pt x="464" y="344"/>
                  </a:lnTo>
                  <a:lnTo>
                    <a:pt x="449" y="269"/>
                  </a:lnTo>
                  <a:lnTo>
                    <a:pt x="434" y="195"/>
                  </a:lnTo>
                  <a:lnTo>
                    <a:pt x="419" y="135"/>
                  </a:lnTo>
                  <a:lnTo>
                    <a:pt x="389" y="75"/>
                  </a:lnTo>
                  <a:lnTo>
                    <a:pt x="344" y="30"/>
                  </a:lnTo>
                  <a:lnTo>
                    <a:pt x="299" y="0"/>
                  </a:lnTo>
                  <a:close/>
                </a:path>
              </a:pathLst>
            </a:custGeom>
            <a:solidFill>
              <a:srgbClr val="002029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1494" name="Google Shape;1494;p32"/>
            <p:cNvSpPr/>
            <p:nvPr/>
          </p:nvSpPr>
          <p:spPr>
            <a:xfrm>
              <a:off x="-1264595" y="2809104"/>
              <a:ext cx="51680" cy="24828"/>
            </a:xfrm>
            <a:custGeom>
              <a:avLst/>
              <a:gdLst/>
              <a:ahLst/>
              <a:cxnLst/>
              <a:rect l="l" t="t" r="r" b="b"/>
              <a:pathLst>
                <a:path w="1838" h="883" extrusionOk="0">
                  <a:moveTo>
                    <a:pt x="1046" y="1"/>
                  </a:moveTo>
                  <a:lnTo>
                    <a:pt x="912" y="31"/>
                  </a:lnTo>
                  <a:lnTo>
                    <a:pt x="792" y="46"/>
                  </a:lnTo>
                  <a:lnTo>
                    <a:pt x="687" y="90"/>
                  </a:lnTo>
                  <a:lnTo>
                    <a:pt x="583" y="135"/>
                  </a:lnTo>
                  <a:lnTo>
                    <a:pt x="478" y="195"/>
                  </a:lnTo>
                  <a:lnTo>
                    <a:pt x="299" y="300"/>
                  </a:lnTo>
                  <a:lnTo>
                    <a:pt x="150" y="434"/>
                  </a:lnTo>
                  <a:lnTo>
                    <a:pt x="45" y="554"/>
                  </a:lnTo>
                  <a:lnTo>
                    <a:pt x="0" y="628"/>
                  </a:lnTo>
                  <a:lnTo>
                    <a:pt x="0" y="703"/>
                  </a:lnTo>
                  <a:lnTo>
                    <a:pt x="30" y="778"/>
                  </a:lnTo>
                  <a:lnTo>
                    <a:pt x="75" y="837"/>
                  </a:lnTo>
                  <a:lnTo>
                    <a:pt x="120" y="852"/>
                  </a:lnTo>
                  <a:lnTo>
                    <a:pt x="165" y="867"/>
                  </a:lnTo>
                  <a:lnTo>
                    <a:pt x="209" y="882"/>
                  </a:lnTo>
                  <a:lnTo>
                    <a:pt x="269" y="867"/>
                  </a:lnTo>
                  <a:lnTo>
                    <a:pt x="314" y="837"/>
                  </a:lnTo>
                  <a:lnTo>
                    <a:pt x="359" y="808"/>
                  </a:lnTo>
                  <a:lnTo>
                    <a:pt x="463" y="703"/>
                  </a:lnTo>
                  <a:lnTo>
                    <a:pt x="568" y="613"/>
                  </a:lnTo>
                  <a:lnTo>
                    <a:pt x="702" y="524"/>
                  </a:lnTo>
                  <a:lnTo>
                    <a:pt x="792" y="479"/>
                  </a:lnTo>
                  <a:lnTo>
                    <a:pt x="882" y="449"/>
                  </a:lnTo>
                  <a:lnTo>
                    <a:pt x="971" y="419"/>
                  </a:lnTo>
                  <a:lnTo>
                    <a:pt x="1076" y="404"/>
                  </a:lnTo>
                  <a:lnTo>
                    <a:pt x="1195" y="404"/>
                  </a:lnTo>
                  <a:lnTo>
                    <a:pt x="1300" y="419"/>
                  </a:lnTo>
                  <a:lnTo>
                    <a:pt x="1419" y="449"/>
                  </a:lnTo>
                  <a:lnTo>
                    <a:pt x="1554" y="494"/>
                  </a:lnTo>
                  <a:lnTo>
                    <a:pt x="1629" y="524"/>
                  </a:lnTo>
                  <a:lnTo>
                    <a:pt x="1703" y="509"/>
                  </a:lnTo>
                  <a:lnTo>
                    <a:pt x="1778" y="464"/>
                  </a:lnTo>
                  <a:lnTo>
                    <a:pt x="1823" y="404"/>
                  </a:lnTo>
                  <a:lnTo>
                    <a:pt x="1838" y="329"/>
                  </a:lnTo>
                  <a:lnTo>
                    <a:pt x="1823" y="255"/>
                  </a:lnTo>
                  <a:lnTo>
                    <a:pt x="1793" y="180"/>
                  </a:lnTo>
                  <a:lnTo>
                    <a:pt x="1718" y="135"/>
                  </a:lnTo>
                  <a:lnTo>
                    <a:pt x="1584" y="75"/>
                  </a:lnTo>
                  <a:lnTo>
                    <a:pt x="1434" y="31"/>
                  </a:lnTo>
                  <a:lnTo>
                    <a:pt x="1300" y="16"/>
                  </a:lnTo>
                  <a:lnTo>
                    <a:pt x="1166" y="1"/>
                  </a:lnTo>
                  <a:close/>
                </a:path>
              </a:pathLst>
            </a:custGeom>
            <a:solidFill>
              <a:srgbClr val="002029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1495" name="Google Shape;1495;p32"/>
            <p:cNvSpPr/>
            <p:nvPr/>
          </p:nvSpPr>
          <p:spPr>
            <a:xfrm>
              <a:off x="-1374647" y="2801119"/>
              <a:ext cx="25221" cy="55082"/>
            </a:xfrm>
            <a:custGeom>
              <a:avLst/>
              <a:gdLst/>
              <a:ahLst/>
              <a:cxnLst/>
              <a:rect l="l" t="t" r="r" b="b"/>
              <a:pathLst>
                <a:path w="897" h="1959" extrusionOk="0">
                  <a:moveTo>
                    <a:pt x="149" y="1"/>
                  </a:moveTo>
                  <a:lnTo>
                    <a:pt x="90" y="16"/>
                  </a:lnTo>
                  <a:lnTo>
                    <a:pt x="45" y="46"/>
                  </a:lnTo>
                  <a:lnTo>
                    <a:pt x="15" y="91"/>
                  </a:lnTo>
                  <a:lnTo>
                    <a:pt x="0" y="135"/>
                  </a:lnTo>
                  <a:lnTo>
                    <a:pt x="15" y="195"/>
                  </a:lnTo>
                  <a:lnTo>
                    <a:pt x="45" y="240"/>
                  </a:lnTo>
                  <a:lnTo>
                    <a:pt x="134" y="359"/>
                  </a:lnTo>
                  <a:lnTo>
                    <a:pt x="239" y="494"/>
                  </a:lnTo>
                  <a:lnTo>
                    <a:pt x="344" y="673"/>
                  </a:lnTo>
                  <a:lnTo>
                    <a:pt x="448" y="897"/>
                  </a:lnTo>
                  <a:lnTo>
                    <a:pt x="493" y="1032"/>
                  </a:lnTo>
                  <a:lnTo>
                    <a:pt x="538" y="1166"/>
                  </a:lnTo>
                  <a:lnTo>
                    <a:pt x="568" y="1316"/>
                  </a:lnTo>
                  <a:lnTo>
                    <a:pt x="598" y="1480"/>
                  </a:lnTo>
                  <a:lnTo>
                    <a:pt x="613" y="1644"/>
                  </a:lnTo>
                  <a:lnTo>
                    <a:pt x="613" y="1824"/>
                  </a:lnTo>
                  <a:lnTo>
                    <a:pt x="627" y="1868"/>
                  </a:lnTo>
                  <a:lnTo>
                    <a:pt x="642" y="1913"/>
                  </a:lnTo>
                  <a:lnTo>
                    <a:pt x="672" y="1943"/>
                  </a:lnTo>
                  <a:lnTo>
                    <a:pt x="717" y="1958"/>
                  </a:lnTo>
                  <a:lnTo>
                    <a:pt x="807" y="1958"/>
                  </a:lnTo>
                  <a:lnTo>
                    <a:pt x="852" y="1928"/>
                  </a:lnTo>
                  <a:lnTo>
                    <a:pt x="881" y="1883"/>
                  </a:lnTo>
                  <a:lnTo>
                    <a:pt x="896" y="1824"/>
                  </a:lnTo>
                  <a:lnTo>
                    <a:pt x="896" y="1629"/>
                  </a:lnTo>
                  <a:lnTo>
                    <a:pt x="881" y="1435"/>
                  </a:lnTo>
                  <a:lnTo>
                    <a:pt x="852" y="1271"/>
                  </a:lnTo>
                  <a:lnTo>
                    <a:pt x="807" y="1106"/>
                  </a:lnTo>
                  <a:lnTo>
                    <a:pt x="762" y="942"/>
                  </a:lnTo>
                  <a:lnTo>
                    <a:pt x="717" y="793"/>
                  </a:lnTo>
                  <a:lnTo>
                    <a:pt x="598" y="539"/>
                  </a:lnTo>
                  <a:lnTo>
                    <a:pt x="463" y="330"/>
                  </a:lnTo>
                  <a:lnTo>
                    <a:pt x="359" y="180"/>
                  </a:lnTo>
                  <a:lnTo>
                    <a:pt x="239" y="46"/>
                  </a:lnTo>
                  <a:lnTo>
                    <a:pt x="194" y="16"/>
                  </a:lnTo>
                  <a:lnTo>
                    <a:pt x="149" y="1"/>
                  </a:lnTo>
                  <a:close/>
                </a:path>
              </a:pathLst>
            </a:custGeom>
            <a:solidFill>
              <a:srgbClr val="FB947D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1496" name="Google Shape;1496;p32"/>
            <p:cNvSpPr/>
            <p:nvPr/>
          </p:nvSpPr>
          <p:spPr>
            <a:xfrm>
              <a:off x="-1383054" y="2821701"/>
              <a:ext cx="29439" cy="9701"/>
            </a:xfrm>
            <a:custGeom>
              <a:avLst/>
              <a:gdLst/>
              <a:ahLst/>
              <a:cxnLst/>
              <a:rect l="l" t="t" r="r" b="b"/>
              <a:pathLst>
                <a:path w="1047" h="345" extrusionOk="0">
                  <a:moveTo>
                    <a:pt x="538" y="1"/>
                  </a:moveTo>
                  <a:lnTo>
                    <a:pt x="404" y="16"/>
                  </a:lnTo>
                  <a:lnTo>
                    <a:pt x="194" y="46"/>
                  </a:lnTo>
                  <a:lnTo>
                    <a:pt x="105" y="61"/>
                  </a:lnTo>
                  <a:lnTo>
                    <a:pt x="45" y="91"/>
                  </a:lnTo>
                  <a:lnTo>
                    <a:pt x="15" y="135"/>
                  </a:lnTo>
                  <a:lnTo>
                    <a:pt x="0" y="180"/>
                  </a:lnTo>
                  <a:lnTo>
                    <a:pt x="0" y="240"/>
                  </a:lnTo>
                  <a:lnTo>
                    <a:pt x="15" y="270"/>
                  </a:lnTo>
                  <a:lnTo>
                    <a:pt x="45" y="300"/>
                  </a:lnTo>
                  <a:lnTo>
                    <a:pt x="75" y="330"/>
                  </a:lnTo>
                  <a:lnTo>
                    <a:pt x="105" y="330"/>
                  </a:lnTo>
                  <a:lnTo>
                    <a:pt x="135" y="345"/>
                  </a:lnTo>
                  <a:lnTo>
                    <a:pt x="180" y="330"/>
                  </a:lnTo>
                  <a:lnTo>
                    <a:pt x="299" y="300"/>
                  </a:lnTo>
                  <a:lnTo>
                    <a:pt x="478" y="285"/>
                  </a:lnTo>
                  <a:lnTo>
                    <a:pt x="673" y="285"/>
                  </a:lnTo>
                  <a:lnTo>
                    <a:pt x="762" y="300"/>
                  </a:lnTo>
                  <a:lnTo>
                    <a:pt x="852" y="330"/>
                  </a:lnTo>
                  <a:lnTo>
                    <a:pt x="956" y="330"/>
                  </a:lnTo>
                  <a:lnTo>
                    <a:pt x="1001" y="300"/>
                  </a:lnTo>
                  <a:lnTo>
                    <a:pt x="1031" y="255"/>
                  </a:lnTo>
                  <a:lnTo>
                    <a:pt x="1046" y="195"/>
                  </a:lnTo>
                  <a:lnTo>
                    <a:pt x="1031" y="135"/>
                  </a:lnTo>
                  <a:lnTo>
                    <a:pt x="1001" y="91"/>
                  </a:lnTo>
                  <a:lnTo>
                    <a:pt x="956" y="61"/>
                  </a:lnTo>
                  <a:lnTo>
                    <a:pt x="822" y="16"/>
                  </a:lnTo>
                  <a:lnTo>
                    <a:pt x="687" y="1"/>
                  </a:lnTo>
                  <a:close/>
                </a:path>
              </a:pathLst>
            </a:custGeom>
            <a:solidFill>
              <a:srgbClr val="FB947D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1497" name="Google Shape;1497;p32"/>
            <p:cNvSpPr/>
            <p:nvPr/>
          </p:nvSpPr>
          <p:spPr>
            <a:xfrm>
              <a:off x="-1506575" y="2672172"/>
              <a:ext cx="289048" cy="210488"/>
            </a:xfrm>
            <a:custGeom>
              <a:avLst/>
              <a:gdLst/>
              <a:ahLst/>
              <a:cxnLst/>
              <a:rect l="l" t="t" r="r" b="b"/>
              <a:pathLst>
                <a:path w="10280" h="7486" extrusionOk="0">
                  <a:moveTo>
                    <a:pt x="3437" y="1"/>
                  </a:moveTo>
                  <a:lnTo>
                    <a:pt x="3228" y="15"/>
                  </a:lnTo>
                  <a:lnTo>
                    <a:pt x="3004" y="45"/>
                  </a:lnTo>
                  <a:lnTo>
                    <a:pt x="2780" y="105"/>
                  </a:lnTo>
                  <a:lnTo>
                    <a:pt x="2571" y="165"/>
                  </a:lnTo>
                  <a:lnTo>
                    <a:pt x="2361" y="240"/>
                  </a:lnTo>
                  <a:lnTo>
                    <a:pt x="2167" y="329"/>
                  </a:lnTo>
                  <a:lnTo>
                    <a:pt x="1958" y="434"/>
                  </a:lnTo>
                  <a:lnTo>
                    <a:pt x="1764" y="553"/>
                  </a:lnTo>
                  <a:lnTo>
                    <a:pt x="1585" y="688"/>
                  </a:lnTo>
                  <a:lnTo>
                    <a:pt x="1405" y="837"/>
                  </a:lnTo>
                  <a:lnTo>
                    <a:pt x="1226" y="987"/>
                  </a:lnTo>
                  <a:lnTo>
                    <a:pt x="1062" y="1151"/>
                  </a:lnTo>
                  <a:lnTo>
                    <a:pt x="912" y="1330"/>
                  </a:lnTo>
                  <a:lnTo>
                    <a:pt x="763" y="1509"/>
                  </a:lnTo>
                  <a:lnTo>
                    <a:pt x="628" y="1704"/>
                  </a:lnTo>
                  <a:lnTo>
                    <a:pt x="509" y="1898"/>
                  </a:lnTo>
                  <a:lnTo>
                    <a:pt x="404" y="2107"/>
                  </a:lnTo>
                  <a:lnTo>
                    <a:pt x="300" y="2316"/>
                  </a:lnTo>
                  <a:lnTo>
                    <a:pt x="210" y="2540"/>
                  </a:lnTo>
                  <a:lnTo>
                    <a:pt x="135" y="2764"/>
                  </a:lnTo>
                  <a:lnTo>
                    <a:pt x="76" y="2988"/>
                  </a:lnTo>
                  <a:lnTo>
                    <a:pt x="31" y="3213"/>
                  </a:lnTo>
                  <a:lnTo>
                    <a:pt x="16" y="3452"/>
                  </a:lnTo>
                  <a:lnTo>
                    <a:pt x="1" y="3691"/>
                  </a:lnTo>
                  <a:lnTo>
                    <a:pt x="1" y="3915"/>
                  </a:lnTo>
                  <a:lnTo>
                    <a:pt x="16" y="4154"/>
                  </a:lnTo>
                  <a:lnTo>
                    <a:pt x="61" y="4393"/>
                  </a:lnTo>
                  <a:lnTo>
                    <a:pt x="121" y="4632"/>
                  </a:lnTo>
                  <a:lnTo>
                    <a:pt x="195" y="4856"/>
                  </a:lnTo>
                  <a:lnTo>
                    <a:pt x="300" y="5095"/>
                  </a:lnTo>
                  <a:lnTo>
                    <a:pt x="404" y="5319"/>
                  </a:lnTo>
                  <a:lnTo>
                    <a:pt x="554" y="5543"/>
                  </a:lnTo>
                  <a:lnTo>
                    <a:pt x="867" y="5991"/>
                  </a:lnTo>
                  <a:lnTo>
                    <a:pt x="1256" y="6469"/>
                  </a:lnTo>
                  <a:lnTo>
                    <a:pt x="1689" y="6962"/>
                  </a:lnTo>
                  <a:lnTo>
                    <a:pt x="2167" y="7470"/>
                  </a:lnTo>
                  <a:lnTo>
                    <a:pt x="2257" y="7485"/>
                  </a:lnTo>
                  <a:lnTo>
                    <a:pt x="2361" y="7485"/>
                  </a:lnTo>
                  <a:lnTo>
                    <a:pt x="2466" y="7470"/>
                  </a:lnTo>
                  <a:lnTo>
                    <a:pt x="2571" y="7455"/>
                  </a:lnTo>
                  <a:lnTo>
                    <a:pt x="2675" y="7425"/>
                  </a:lnTo>
                  <a:lnTo>
                    <a:pt x="2795" y="7381"/>
                  </a:lnTo>
                  <a:lnTo>
                    <a:pt x="2899" y="7321"/>
                  </a:lnTo>
                  <a:lnTo>
                    <a:pt x="3019" y="7261"/>
                  </a:lnTo>
                  <a:lnTo>
                    <a:pt x="3123" y="7186"/>
                  </a:lnTo>
                  <a:lnTo>
                    <a:pt x="3228" y="7097"/>
                  </a:lnTo>
                  <a:lnTo>
                    <a:pt x="3333" y="6992"/>
                  </a:lnTo>
                  <a:lnTo>
                    <a:pt x="3437" y="6888"/>
                  </a:lnTo>
                  <a:lnTo>
                    <a:pt x="3542" y="6768"/>
                  </a:lnTo>
                  <a:lnTo>
                    <a:pt x="3631" y="6634"/>
                  </a:lnTo>
                  <a:lnTo>
                    <a:pt x="3721" y="6499"/>
                  </a:lnTo>
                  <a:lnTo>
                    <a:pt x="3811" y="6350"/>
                  </a:lnTo>
                  <a:lnTo>
                    <a:pt x="3721" y="6185"/>
                  </a:lnTo>
                  <a:lnTo>
                    <a:pt x="3646" y="6006"/>
                  </a:lnTo>
                  <a:lnTo>
                    <a:pt x="3587" y="5827"/>
                  </a:lnTo>
                  <a:lnTo>
                    <a:pt x="3542" y="5663"/>
                  </a:lnTo>
                  <a:lnTo>
                    <a:pt x="3497" y="5483"/>
                  </a:lnTo>
                  <a:lnTo>
                    <a:pt x="3467" y="5304"/>
                  </a:lnTo>
                  <a:lnTo>
                    <a:pt x="3467" y="5125"/>
                  </a:lnTo>
                  <a:lnTo>
                    <a:pt x="3467" y="4960"/>
                  </a:lnTo>
                  <a:lnTo>
                    <a:pt x="3497" y="4796"/>
                  </a:lnTo>
                  <a:lnTo>
                    <a:pt x="3542" y="4632"/>
                  </a:lnTo>
                  <a:lnTo>
                    <a:pt x="3587" y="4482"/>
                  </a:lnTo>
                  <a:lnTo>
                    <a:pt x="3676" y="4333"/>
                  </a:lnTo>
                  <a:lnTo>
                    <a:pt x="3766" y="4199"/>
                  </a:lnTo>
                  <a:lnTo>
                    <a:pt x="3885" y="4079"/>
                  </a:lnTo>
                  <a:lnTo>
                    <a:pt x="4020" y="3974"/>
                  </a:lnTo>
                  <a:lnTo>
                    <a:pt x="4184" y="3870"/>
                  </a:lnTo>
                  <a:lnTo>
                    <a:pt x="4319" y="3795"/>
                  </a:lnTo>
                  <a:lnTo>
                    <a:pt x="4468" y="3750"/>
                  </a:lnTo>
                  <a:lnTo>
                    <a:pt x="4602" y="3706"/>
                  </a:lnTo>
                  <a:lnTo>
                    <a:pt x="4737" y="3676"/>
                  </a:lnTo>
                  <a:lnTo>
                    <a:pt x="4856" y="3661"/>
                  </a:lnTo>
                  <a:lnTo>
                    <a:pt x="4976" y="3661"/>
                  </a:lnTo>
                  <a:lnTo>
                    <a:pt x="5095" y="3676"/>
                  </a:lnTo>
                  <a:lnTo>
                    <a:pt x="5215" y="3691"/>
                  </a:lnTo>
                  <a:lnTo>
                    <a:pt x="5319" y="3720"/>
                  </a:lnTo>
                  <a:lnTo>
                    <a:pt x="5424" y="3750"/>
                  </a:lnTo>
                  <a:lnTo>
                    <a:pt x="5618" y="3855"/>
                  </a:lnTo>
                  <a:lnTo>
                    <a:pt x="5783" y="3959"/>
                  </a:lnTo>
                  <a:lnTo>
                    <a:pt x="5947" y="4094"/>
                  </a:lnTo>
                  <a:lnTo>
                    <a:pt x="6081" y="4243"/>
                  </a:lnTo>
                  <a:lnTo>
                    <a:pt x="6201" y="4393"/>
                  </a:lnTo>
                  <a:lnTo>
                    <a:pt x="6291" y="4527"/>
                  </a:lnTo>
                  <a:lnTo>
                    <a:pt x="6380" y="4662"/>
                  </a:lnTo>
                  <a:lnTo>
                    <a:pt x="6485" y="4871"/>
                  </a:lnTo>
                  <a:lnTo>
                    <a:pt x="6515" y="4945"/>
                  </a:lnTo>
                  <a:lnTo>
                    <a:pt x="6739" y="4975"/>
                  </a:lnTo>
                  <a:lnTo>
                    <a:pt x="6963" y="4990"/>
                  </a:lnTo>
                  <a:lnTo>
                    <a:pt x="7067" y="4527"/>
                  </a:lnTo>
                  <a:lnTo>
                    <a:pt x="7172" y="4079"/>
                  </a:lnTo>
                  <a:lnTo>
                    <a:pt x="7277" y="3646"/>
                  </a:lnTo>
                  <a:lnTo>
                    <a:pt x="7366" y="3198"/>
                  </a:lnTo>
                  <a:lnTo>
                    <a:pt x="7546" y="3198"/>
                  </a:lnTo>
                  <a:lnTo>
                    <a:pt x="7740" y="3168"/>
                  </a:lnTo>
                  <a:lnTo>
                    <a:pt x="7934" y="3108"/>
                  </a:lnTo>
                  <a:lnTo>
                    <a:pt x="8128" y="3018"/>
                  </a:lnTo>
                  <a:lnTo>
                    <a:pt x="8322" y="2899"/>
                  </a:lnTo>
                  <a:lnTo>
                    <a:pt x="8502" y="2764"/>
                  </a:lnTo>
                  <a:lnTo>
                    <a:pt x="8681" y="2615"/>
                  </a:lnTo>
                  <a:lnTo>
                    <a:pt x="8845" y="2451"/>
                  </a:lnTo>
                  <a:lnTo>
                    <a:pt x="9547" y="2764"/>
                  </a:lnTo>
                  <a:lnTo>
                    <a:pt x="9906" y="2914"/>
                  </a:lnTo>
                  <a:lnTo>
                    <a:pt x="10100" y="2973"/>
                  </a:lnTo>
                  <a:lnTo>
                    <a:pt x="10279" y="3018"/>
                  </a:lnTo>
                  <a:lnTo>
                    <a:pt x="10115" y="2809"/>
                  </a:lnTo>
                  <a:lnTo>
                    <a:pt x="9921" y="2615"/>
                  </a:lnTo>
                  <a:lnTo>
                    <a:pt x="9712" y="2451"/>
                  </a:lnTo>
                  <a:lnTo>
                    <a:pt x="9488" y="2316"/>
                  </a:lnTo>
                  <a:lnTo>
                    <a:pt x="8860" y="1958"/>
                  </a:lnTo>
                  <a:lnTo>
                    <a:pt x="8143" y="1584"/>
                  </a:lnTo>
                  <a:lnTo>
                    <a:pt x="7351" y="1196"/>
                  </a:lnTo>
                  <a:lnTo>
                    <a:pt x="6948" y="1001"/>
                  </a:lnTo>
                  <a:lnTo>
                    <a:pt x="6530" y="822"/>
                  </a:lnTo>
                  <a:lnTo>
                    <a:pt x="6111" y="658"/>
                  </a:lnTo>
                  <a:lnTo>
                    <a:pt x="5693" y="494"/>
                  </a:lnTo>
                  <a:lnTo>
                    <a:pt x="5290" y="359"/>
                  </a:lnTo>
                  <a:lnTo>
                    <a:pt x="4886" y="240"/>
                  </a:lnTo>
                  <a:lnTo>
                    <a:pt x="4498" y="135"/>
                  </a:lnTo>
                  <a:lnTo>
                    <a:pt x="4124" y="60"/>
                  </a:lnTo>
                  <a:lnTo>
                    <a:pt x="3766" y="15"/>
                  </a:lnTo>
                  <a:lnTo>
                    <a:pt x="343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1498" name="Google Shape;1498;p32"/>
            <p:cNvSpPr/>
            <p:nvPr/>
          </p:nvSpPr>
          <p:spPr>
            <a:xfrm>
              <a:off x="-1254950" y="2797773"/>
              <a:ext cx="50865" cy="99592"/>
            </a:xfrm>
            <a:custGeom>
              <a:avLst/>
              <a:gdLst/>
              <a:ahLst/>
              <a:cxnLst/>
              <a:rect l="l" t="t" r="r" b="b"/>
              <a:pathLst>
                <a:path w="1809" h="3542" extrusionOk="0">
                  <a:moveTo>
                    <a:pt x="1301" y="180"/>
                  </a:moveTo>
                  <a:lnTo>
                    <a:pt x="1360" y="210"/>
                  </a:lnTo>
                  <a:lnTo>
                    <a:pt x="1405" y="239"/>
                  </a:lnTo>
                  <a:lnTo>
                    <a:pt x="1450" y="284"/>
                  </a:lnTo>
                  <a:lnTo>
                    <a:pt x="1495" y="344"/>
                  </a:lnTo>
                  <a:lnTo>
                    <a:pt x="1540" y="419"/>
                  </a:lnTo>
                  <a:lnTo>
                    <a:pt x="1569" y="508"/>
                  </a:lnTo>
                  <a:lnTo>
                    <a:pt x="1614" y="718"/>
                  </a:lnTo>
                  <a:lnTo>
                    <a:pt x="1644" y="957"/>
                  </a:lnTo>
                  <a:lnTo>
                    <a:pt x="1629" y="1240"/>
                  </a:lnTo>
                  <a:lnTo>
                    <a:pt x="1599" y="1554"/>
                  </a:lnTo>
                  <a:lnTo>
                    <a:pt x="1540" y="1883"/>
                  </a:lnTo>
                  <a:lnTo>
                    <a:pt x="1525" y="1928"/>
                  </a:lnTo>
                  <a:lnTo>
                    <a:pt x="1480" y="2092"/>
                  </a:lnTo>
                  <a:lnTo>
                    <a:pt x="1375" y="2391"/>
                  </a:lnTo>
                  <a:lnTo>
                    <a:pt x="1271" y="2660"/>
                  </a:lnTo>
                  <a:lnTo>
                    <a:pt x="1136" y="2884"/>
                  </a:lnTo>
                  <a:lnTo>
                    <a:pt x="1002" y="3078"/>
                  </a:lnTo>
                  <a:lnTo>
                    <a:pt x="882" y="3212"/>
                  </a:lnTo>
                  <a:lnTo>
                    <a:pt x="748" y="3317"/>
                  </a:lnTo>
                  <a:lnTo>
                    <a:pt x="688" y="3347"/>
                  </a:lnTo>
                  <a:lnTo>
                    <a:pt x="628" y="3362"/>
                  </a:lnTo>
                  <a:lnTo>
                    <a:pt x="569" y="3377"/>
                  </a:lnTo>
                  <a:lnTo>
                    <a:pt x="509" y="3362"/>
                  </a:lnTo>
                  <a:lnTo>
                    <a:pt x="464" y="3347"/>
                  </a:lnTo>
                  <a:lnTo>
                    <a:pt x="404" y="3302"/>
                  </a:lnTo>
                  <a:lnTo>
                    <a:pt x="359" y="3257"/>
                  </a:lnTo>
                  <a:lnTo>
                    <a:pt x="315" y="3197"/>
                  </a:lnTo>
                  <a:lnTo>
                    <a:pt x="285" y="3123"/>
                  </a:lnTo>
                  <a:lnTo>
                    <a:pt x="255" y="3033"/>
                  </a:lnTo>
                  <a:lnTo>
                    <a:pt x="195" y="2824"/>
                  </a:lnTo>
                  <a:lnTo>
                    <a:pt x="180" y="2570"/>
                  </a:lnTo>
                  <a:lnTo>
                    <a:pt x="180" y="2271"/>
                  </a:lnTo>
                  <a:lnTo>
                    <a:pt x="225" y="1957"/>
                  </a:lnTo>
                  <a:lnTo>
                    <a:pt x="285" y="1614"/>
                  </a:lnTo>
                  <a:lnTo>
                    <a:pt x="389" y="1285"/>
                  </a:lnTo>
                  <a:lnTo>
                    <a:pt x="509" y="986"/>
                  </a:lnTo>
                  <a:lnTo>
                    <a:pt x="628" y="732"/>
                  </a:lnTo>
                  <a:lnTo>
                    <a:pt x="778" y="523"/>
                  </a:lnTo>
                  <a:lnTo>
                    <a:pt x="912" y="359"/>
                  </a:lnTo>
                  <a:lnTo>
                    <a:pt x="987" y="299"/>
                  </a:lnTo>
                  <a:lnTo>
                    <a:pt x="1047" y="239"/>
                  </a:lnTo>
                  <a:lnTo>
                    <a:pt x="1121" y="210"/>
                  </a:lnTo>
                  <a:lnTo>
                    <a:pt x="1181" y="180"/>
                  </a:lnTo>
                  <a:close/>
                  <a:moveTo>
                    <a:pt x="1256" y="0"/>
                  </a:moveTo>
                  <a:lnTo>
                    <a:pt x="1181" y="15"/>
                  </a:lnTo>
                  <a:lnTo>
                    <a:pt x="1091" y="30"/>
                  </a:lnTo>
                  <a:lnTo>
                    <a:pt x="1002" y="75"/>
                  </a:lnTo>
                  <a:lnTo>
                    <a:pt x="912" y="135"/>
                  </a:lnTo>
                  <a:lnTo>
                    <a:pt x="823" y="195"/>
                  </a:lnTo>
                  <a:lnTo>
                    <a:pt x="748" y="284"/>
                  </a:lnTo>
                  <a:lnTo>
                    <a:pt x="658" y="389"/>
                  </a:lnTo>
                  <a:lnTo>
                    <a:pt x="583" y="493"/>
                  </a:lnTo>
                  <a:lnTo>
                    <a:pt x="494" y="628"/>
                  </a:lnTo>
                  <a:lnTo>
                    <a:pt x="359" y="897"/>
                  </a:lnTo>
                  <a:lnTo>
                    <a:pt x="225" y="1225"/>
                  </a:lnTo>
                  <a:lnTo>
                    <a:pt x="120" y="1584"/>
                  </a:lnTo>
                  <a:lnTo>
                    <a:pt x="46" y="1943"/>
                  </a:lnTo>
                  <a:lnTo>
                    <a:pt x="1" y="2286"/>
                  </a:lnTo>
                  <a:lnTo>
                    <a:pt x="1" y="2600"/>
                  </a:lnTo>
                  <a:lnTo>
                    <a:pt x="16" y="2749"/>
                  </a:lnTo>
                  <a:lnTo>
                    <a:pt x="31" y="2884"/>
                  </a:lnTo>
                  <a:lnTo>
                    <a:pt x="61" y="3018"/>
                  </a:lnTo>
                  <a:lnTo>
                    <a:pt x="105" y="3123"/>
                  </a:lnTo>
                  <a:lnTo>
                    <a:pt x="135" y="3227"/>
                  </a:lnTo>
                  <a:lnTo>
                    <a:pt x="195" y="3317"/>
                  </a:lnTo>
                  <a:lnTo>
                    <a:pt x="255" y="3392"/>
                  </a:lnTo>
                  <a:lnTo>
                    <a:pt x="315" y="3451"/>
                  </a:lnTo>
                  <a:lnTo>
                    <a:pt x="389" y="3511"/>
                  </a:lnTo>
                  <a:lnTo>
                    <a:pt x="464" y="3526"/>
                  </a:lnTo>
                  <a:lnTo>
                    <a:pt x="554" y="3541"/>
                  </a:lnTo>
                  <a:lnTo>
                    <a:pt x="628" y="3541"/>
                  </a:lnTo>
                  <a:lnTo>
                    <a:pt x="718" y="3511"/>
                  </a:lnTo>
                  <a:lnTo>
                    <a:pt x="808" y="3481"/>
                  </a:lnTo>
                  <a:lnTo>
                    <a:pt x="882" y="3422"/>
                  </a:lnTo>
                  <a:lnTo>
                    <a:pt x="972" y="3362"/>
                  </a:lnTo>
                  <a:lnTo>
                    <a:pt x="1047" y="3287"/>
                  </a:lnTo>
                  <a:lnTo>
                    <a:pt x="1136" y="3183"/>
                  </a:lnTo>
                  <a:lnTo>
                    <a:pt x="1286" y="2973"/>
                  </a:lnTo>
                  <a:lnTo>
                    <a:pt x="1435" y="2704"/>
                  </a:lnTo>
                  <a:lnTo>
                    <a:pt x="1569" y="2406"/>
                  </a:lnTo>
                  <a:lnTo>
                    <a:pt x="1674" y="2062"/>
                  </a:lnTo>
                  <a:lnTo>
                    <a:pt x="1689" y="1972"/>
                  </a:lnTo>
                  <a:lnTo>
                    <a:pt x="1719" y="1898"/>
                  </a:lnTo>
                  <a:lnTo>
                    <a:pt x="1779" y="1539"/>
                  </a:lnTo>
                  <a:lnTo>
                    <a:pt x="1809" y="1211"/>
                  </a:lnTo>
                  <a:lnTo>
                    <a:pt x="1809" y="912"/>
                  </a:lnTo>
                  <a:lnTo>
                    <a:pt x="1779" y="643"/>
                  </a:lnTo>
                  <a:lnTo>
                    <a:pt x="1749" y="508"/>
                  </a:lnTo>
                  <a:lnTo>
                    <a:pt x="1704" y="404"/>
                  </a:lnTo>
                  <a:lnTo>
                    <a:pt x="1659" y="299"/>
                  </a:lnTo>
                  <a:lnTo>
                    <a:pt x="1614" y="225"/>
                  </a:lnTo>
                  <a:lnTo>
                    <a:pt x="1555" y="150"/>
                  </a:lnTo>
                  <a:lnTo>
                    <a:pt x="1495" y="90"/>
                  </a:lnTo>
                  <a:lnTo>
                    <a:pt x="1420" y="45"/>
                  </a:lnTo>
                  <a:lnTo>
                    <a:pt x="1345" y="15"/>
                  </a:lnTo>
                  <a:lnTo>
                    <a:pt x="125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1499" name="Google Shape;1499;p32"/>
            <p:cNvSpPr/>
            <p:nvPr/>
          </p:nvSpPr>
          <p:spPr>
            <a:xfrm>
              <a:off x="-1213364" y="2850268"/>
              <a:ext cx="11388" cy="8435"/>
            </a:xfrm>
            <a:custGeom>
              <a:avLst/>
              <a:gdLst/>
              <a:ahLst/>
              <a:cxnLst/>
              <a:rect l="l" t="t" r="r" b="b"/>
              <a:pathLst>
                <a:path w="405" h="300" extrusionOk="0">
                  <a:moveTo>
                    <a:pt x="120" y="1"/>
                  </a:moveTo>
                  <a:lnTo>
                    <a:pt x="61" y="16"/>
                  </a:lnTo>
                  <a:lnTo>
                    <a:pt x="46" y="61"/>
                  </a:lnTo>
                  <a:lnTo>
                    <a:pt x="1" y="225"/>
                  </a:lnTo>
                  <a:lnTo>
                    <a:pt x="31" y="225"/>
                  </a:lnTo>
                  <a:lnTo>
                    <a:pt x="61" y="210"/>
                  </a:lnTo>
                  <a:lnTo>
                    <a:pt x="90" y="195"/>
                  </a:lnTo>
                  <a:lnTo>
                    <a:pt x="135" y="180"/>
                  </a:lnTo>
                  <a:lnTo>
                    <a:pt x="165" y="180"/>
                  </a:lnTo>
                  <a:lnTo>
                    <a:pt x="195" y="195"/>
                  </a:lnTo>
                  <a:lnTo>
                    <a:pt x="210" y="225"/>
                  </a:lnTo>
                  <a:lnTo>
                    <a:pt x="240" y="255"/>
                  </a:lnTo>
                  <a:lnTo>
                    <a:pt x="255" y="285"/>
                  </a:lnTo>
                  <a:lnTo>
                    <a:pt x="285" y="300"/>
                  </a:lnTo>
                  <a:lnTo>
                    <a:pt x="359" y="300"/>
                  </a:lnTo>
                  <a:lnTo>
                    <a:pt x="389" y="270"/>
                  </a:lnTo>
                  <a:lnTo>
                    <a:pt x="404" y="240"/>
                  </a:lnTo>
                  <a:lnTo>
                    <a:pt x="404" y="210"/>
                  </a:lnTo>
                  <a:lnTo>
                    <a:pt x="389" y="180"/>
                  </a:lnTo>
                  <a:lnTo>
                    <a:pt x="359" y="120"/>
                  </a:lnTo>
                  <a:lnTo>
                    <a:pt x="315" y="76"/>
                  </a:lnTo>
                  <a:lnTo>
                    <a:pt x="270" y="46"/>
                  </a:lnTo>
                  <a:lnTo>
                    <a:pt x="240" y="31"/>
                  </a:lnTo>
                  <a:lnTo>
                    <a:pt x="210" y="16"/>
                  </a:lnTo>
                  <a:lnTo>
                    <a:pt x="120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1500" name="Google Shape;1500;p32"/>
            <p:cNvSpPr/>
            <p:nvPr/>
          </p:nvSpPr>
          <p:spPr>
            <a:xfrm>
              <a:off x="-1310820" y="2817933"/>
              <a:ext cx="65148" cy="22297"/>
            </a:xfrm>
            <a:custGeom>
              <a:avLst/>
              <a:gdLst/>
              <a:ahLst/>
              <a:cxnLst/>
              <a:rect l="l" t="t" r="r" b="b"/>
              <a:pathLst>
                <a:path w="2317" h="793" extrusionOk="0">
                  <a:moveTo>
                    <a:pt x="1" y="1"/>
                  </a:moveTo>
                  <a:lnTo>
                    <a:pt x="1" y="180"/>
                  </a:lnTo>
                  <a:lnTo>
                    <a:pt x="2212" y="792"/>
                  </a:lnTo>
                  <a:lnTo>
                    <a:pt x="2257" y="792"/>
                  </a:lnTo>
                  <a:lnTo>
                    <a:pt x="2287" y="777"/>
                  </a:lnTo>
                  <a:lnTo>
                    <a:pt x="2302" y="762"/>
                  </a:lnTo>
                  <a:lnTo>
                    <a:pt x="2316" y="733"/>
                  </a:lnTo>
                  <a:lnTo>
                    <a:pt x="2316" y="703"/>
                  </a:lnTo>
                  <a:lnTo>
                    <a:pt x="2316" y="673"/>
                  </a:lnTo>
                  <a:lnTo>
                    <a:pt x="2287" y="643"/>
                  </a:lnTo>
                  <a:lnTo>
                    <a:pt x="2257" y="628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1501" name="Google Shape;1501;p32"/>
            <p:cNvSpPr/>
            <p:nvPr/>
          </p:nvSpPr>
          <p:spPr>
            <a:xfrm>
              <a:off x="-1845561" y="4073494"/>
              <a:ext cx="930464" cy="580148"/>
            </a:xfrm>
            <a:custGeom>
              <a:avLst/>
              <a:gdLst/>
              <a:ahLst/>
              <a:cxnLst/>
              <a:rect l="l" t="t" r="r" b="b"/>
              <a:pathLst>
                <a:path w="33092" h="20633" extrusionOk="0">
                  <a:moveTo>
                    <a:pt x="18317" y="1"/>
                  </a:moveTo>
                  <a:lnTo>
                    <a:pt x="7441" y="4781"/>
                  </a:lnTo>
                  <a:lnTo>
                    <a:pt x="7560" y="5020"/>
                  </a:lnTo>
                  <a:lnTo>
                    <a:pt x="7725" y="5289"/>
                  </a:lnTo>
                  <a:lnTo>
                    <a:pt x="7964" y="5663"/>
                  </a:lnTo>
                  <a:lnTo>
                    <a:pt x="8277" y="6111"/>
                  </a:lnTo>
                  <a:lnTo>
                    <a:pt x="8471" y="6365"/>
                  </a:lnTo>
                  <a:lnTo>
                    <a:pt x="8696" y="6634"/>
                  </a:lnTo>
                  <a:lnTo>
                    <a:pt x="8935" y="6918"/>
                  </a:lnTo>
                  <a:lnTo>
                    <a:pt x="9189" y="7217"/>
                  </a:lnTo>
                  <a:lnTo>
                    <a:pt x="9487" y="7530"/>
                  </a:lnTo>
                  <a:lnTo>
                    <a:pt x="9801" y="7844"/>
                  </a:lnTo>
                  <a:lnTo>
                    <a:pt x="10160" y="8173"/>
                  </a:lnTo>
                  <a:lnTo>
                    <a:pt x="10533" y="8501"/>
                  </a:lnTo>
                  <a:lnTo>
                    <a:pt x="10937" y="8845"/>
                  </a:lnTo>
                  <a:lnTo>
                    <a:pt x="11370" y="9189"/>
                  </a:lnTo>
                  <a:lnTo>
                    <a:pt x="11848" y="9532"/>
                  </a:lnTo>
                  <a:lnTo>
                    <a:pt x="12341" y="9876"/>
                  </a:lnTo>
                  <a:lnTo>
                    <a:pt x="12879" y="10234"/>
                  </a:lnTo>
                  <a:lnTo>
                    <a:pt x="13446" y="10578"/>
                  </a:lnTo>
                  <a:lnTo>
                    <a:pt x="14059" y="10922"/>
                  </a:lnTo>
                  <a:lnTo>
                    <a:pt x="14686" y="11265"/>
                  </a:lnTo>
                  <a:lnTo>
                    <a:pt x="15374" y="11594"/>
                  </a:lnTo>
                  <a:lnTo>
                    <a:pt x="16091" y="11923"/>
                  </a:lnTo>
                  <a:lnTo>
                    <a:pt x="16838" y="12236"/>
                  </a:lnTo>
                  <a:lnTo>
                    <a:pt x="17629" y="12550"/>
                  </a:lnTo>
                  <a:lnTo>
                    <a:pt x="18466" y="12849"/>
                  </a:lnTo>
                  <a:lnTo>
                    <a:pt x="19333" y="13133"/>
                  </a:lnTo>
                  <a:lnTo>
                    <a:pt x="19228" y="13103"/>
                  </a:lnTo>
                  <a:lnTo>
                    <a:pt x="18899" y="12998"/>
                  </a:lnTo>
                  <a:lnTo>
                    <a:pt x="18660" y="12938"/>
                  </a:lnTo>
                  <a:lnTo>
                    <a:pt x="18362" y="12879"/>
                  </a:lnTo>
                  <a:lnTo>
                    <a:pt x="18003" y="12819"/>
                  </a:lnTo>
                  <a:lnTo>
                    <a:pt x="17585" y="12759"/>
                  </a:lnTo>
                  <a:lnTo>
                    <a:pt x="17122" y="12714"/>
                  </a:lnTo>
                  <a:lnTo>
                    <a:pt x="16599" y="12684"/>
                  </a:lnTo>
                  <a:lnTo>
                    <a:pt x="16016" y="12655"/>
                  </a:lnTo>
                  <a:lnTo>
                    <a:pt x="15374" y="12655"/>
                  </a:lnTo>
                  <a:lnTo>
                    <a:pt x="14671" y="12684"/>
                  </a:lnTo>
                  <a:lnTo>
                    <a:pt x="13924" y="12729"/>
                  </a:lnTo>
                  <a:lnTo>
                    <a:pt x="13103" y="12804"/>
                  </a:lnTo>
                  <a:lnTo>
                    <a:pt x="12236" y="12923"/>
                  </a:lnTo>
                  <a:lnTo>
                    <a:pt x="11310" y="13073"/>
                  </a:lnTo>
                  <a:lnTo>
                    <a:pt x="10339" y="13267"/>
                  </a:lnTo>
                  <a:lnTo>
                    <a:pt x="9323" y="13491"/>
                  </a:lnTo>
                  <a:lnTo>
                    <a:pt x="8307" y="13745"/>
                  </a:lnTo>
                  <a:lnTo>
                    <a:pt x="7276" y="14014"/>
                  </a:lnTo>
                  <a:lnTo>
                    <a:pt x="6260" y="14298"/>
                  </a:lnTo>
                  <a:lnTo>
                    <a:pt x="5274" y="14582"/>
                  </a:lnTo>
                  <a:lnTo>
                    <a:pt x="4318" y="14866"/>
                  </a:lnTo>
                  <a:lnTo>
                    <a:pt x="2600" y="15403"/>
                  </a:lnTo>
                  <a:lnTo>
                    <a:pt x="1241" y="15852"/>
                  </a:lnTo>
                  <a:lnTo>
                    <a:pt x="1" y="16285"/>
                  </a:lnTo>
                  <a:lnTo>
                    <a:pt x="105" y="19796"/>
                  </a:lnTo>
                  <a:lnTo>
                    <a:pt x="29880" y="20632"/>
                  </a:lnTo>
                  <a:lnTo>
                    <a:pt x="30104" y="20617"/>
                  </a:lnTo>
                  <a:lnTo>
                    <a:pt x="30313" y="20602"/>
                  </a:lnTo>
                  <a:lnTo>
                    <a:pt x="30522" y="20572"/>
                  </a:lnTo>
                  <a:lnTo>
                    <a:pt x="30717" y="20528"/>
                  </a:lnTo>
                  <a:lnTo>
                    <a:pt x="30926" y="20468"/>
                  </a:lnTo>
                  <a:lnTo>
                    <a:pt x="31105" y="20408"/>
                  </a:lnTo>
                  <a:lnTo>
                    <a:pt x="31299" y="20319"/>
                  </a:lnTo>
                  <a:lnTo>
                    <a:pt x="31478" y="20229"/>
                  </a:lnTo>
                  <a:lnTo>
                    <a:pt x="31643" y="20124"/>
                  </a:lnTo>
                  <a:lnTo>
                    <a:pt x="31807" y="20020"/>
                  </a:lnTo>
                  <a:lnTo>
                    <a:pt x="31957" y="19885"/>
                  </a:lnTo>
                  <a:lnTo>
                    <a:pt x="32106" y="19766"/>
                  </a:lnTo>
                  <a:lnTo>
                    <a:pt x="32240" y="19616"/>
                  </a:lnTo>
                  <a:lnTo>
                    <a:pt x="32375" y="19467"/>
                  </a:lnTo>
                  <a:lnTo>
                    <a:pt x="32479" y="19318"/>
                  </a:lnTo>
                  <a:lnTo>
                    <a:pt x="32599" y="19153"/>
                  </a:lnTo>
                  <a:lnTo>
                    <a:pt x="32689" y="18989"/>
                  </a:lnTo>
                  <a:lnTo>
                    <a:pt x="32778" y="18825"/>
                  </a:lnTo>
                  <a:lnTo>
                    <a:pt x="32868" y="18645"/>
                  </a:lnTo>
                  <a:lnTo>
                    <a:pt x="32928" y="18451"/>
                  </a:lnTo>
                  <a:lnTo>
                    <a:pt x="32987" y="18272"/>
                  </a:lnTo>
                  <a:lnTo>
                    <a:pt x="33032" y="18078"/>
                  </a:lnTo>
                  <a:lnTo>
                    <a:pt x="33062" y="17883"/>
                  </a:lnTo>
                  <a:lnTo>
                    <a:pt x="33092" y="17689"/>
                  </a:lnTo>
                  <a:lnTo>
                    <a:pt x="33092" y="17495"/>
                  </a:lnTo>
                  <a:lnTo>
                    <a:pt x="33092" y="17286"/>
                  </a:lnTo>
                  <a:lnTo>
                    <a:pt x="33077" y="17092"/>
                  </a:lnTo>
                  <a:lnTo>
                    <a:pt x="33047" y="16882"/>
                  </a:lnTo>
                  <a:lnTo>
                    <a:pt x="33002" y="16673"/>
                  </a:lnTo>
                  <a:lnTo>
                    <a:pt x="32943" y="16479"/>
                  </a:lnTo>
                  <a:lnTo>
                    <a:pt x="32868" y="16270"/>
                  </a:lnTo>
                  <a:lnTo>
                    <a:pt x="32778" y="16076"/>
                  </a:lnTo>
                  <a:lnTo>
                    <a:pt x="32524" y="15568"/>
                  </a:lnTo>
                  <a:lnTo>
                    <a:pt x="32225" y="15045"/>
                  </a:lnTo>
                  <a:lnTo>
                    <a:pt x="31912" y="14507"/>
                  </a:lnTo>
                  <a:lnTo>
                    <a:pt x="31553" y="13969"/>
                  </a:lnTo>
                  <a:lnTo>
                    <a:pt x="31180" y="13416"/>
                  </a:lnTo>
                  <a:lnTo>
                    <a:pt x="30791" y="12849"/>
                  </a:lnTo>
                  <a:lnTo>
                    <a:pt x="30373" y="12281"/>
                  </a:lnTo>
                  <a:lnTo>
                    <a:pt x="29925" y="11698"/>
                  </a:lnTo>
                  <a:lnTo>
                    <a:pt x="29462" y="11116"/>
                  </a:lnTo>
                  <a:lnTo>
                    <a:pt x="28984" y="10533"/>
                  </a:lnTo>
                  <a:lnTo>
                    <a:pt x="28506" y="9950"/>
                  </a:lnTo>
                  <a:lnTo>
                    <a:pt x="27998" y="9368"/>
                  </a:lnTo>
                  <a:lnTo>
                    <a:pt x="26967" y="8203"/>
                  </a:lnTo>
                  <a:lnTo>
                    <a:pt x="25891" y="7052"/>
                  </a:lnTo>
                  <a:lnTo>
                    <a:pt x="24830" y="5947"/>
                  </a:lnTo>
                  <a:lnTo>
                    <a:pt x="23755" y="4871"/>
                  </a:lnTo>
                  <a:lnTo>
                    <a:pt x="22709" y="3855"/>
                  </a:lnTo>
                  <a:lnTo>
                    <a:pt x="21693" y="2914"/>
                  </a:lnTo>
                  <a:lnTo>
                    <a:pt x="20737" y="2033"/>
                  </a:lnTo>
                  <a:lnTo>
                    <a:pt x="19841" y="1256"/>
                  </a:lnTo>
                  <a:lnTo>
                    <a:pt x="19034" y="583"/>
                  </a:lnTo>
                  <a:lnTo>
                    <a:pt x="18317" y="1"/>
                  </a:lnTo>
                  <a:close/>
                </a:path>
              </a:pathLst>
            </a:custGeom>
            <a:solidFill>
              <a:schemeClr val="accent5">
                <a:lumMod val="50000"/>
              </a:schemeClr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1502" name="Google Shape;1502;p32"/>
            <p:cNvSpPr/>
            <p:nvPr/>
          </p:nvSpPr>
          <p:spPr>
            <a:xfrm>
              <a:off x="-1989636" y="4530938"/>
              <a:ext cx="144102" cy="100436"/>
            </a:xfrm>
            <a:custGeom>
              <a:avLst/>
              <a:gdLst/>
              <a:ahLst/>
              <a:cxnLst/>
              <a:rect l="l" t="t" r="r" b="b"/>
              <a:pathLst>
                <a:path w="5125" h="3572" extrusionOk="0">
                  <a:moveTo>
                    <a:pt x="5125" y="1"/>
                  </a:moveTo>
                  <a:lnTo>
                    <a:pt x="2480" y="464"/>
                  </a:lnTo>
                  <a:lnTo>
                    <a:pt x="2271" y="748"/>
                  </a:lnTo>
                  <a:lnTo>
                    <a:pt x="1718" y="1480"/>
                  </a:lnTo>
                  <a:lnTo>
                    <a:pt x="1345" y="1958"/>
                  </a:lnTo>
                  <a:lnTo>
                    <a:pt x="927" y="2481"/>
                  </a:lnTo>
                  <a:lnTo>
                    <a:pt x="479" y="3034"/>
                  </a:lnTo>
                  <a:lnTo>
                    <a:pt x="0" y="3571"/>
                  </a:lnTo>
                  <a:lnTo>
                    <a:pt x="4916" y="2989"/>
                  </a:lnTo>
                  <a:lnTo>
                    <a:pt x="5125" y="1"/>
                  </a:lnTo>
                  <a:close/>
                </a:path>
              </a:pathLst>
            </a:custGeom>
            <a:solidFill>
              <a:srgbClr val="FBB99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1503" name="Google Shape;1503;p32"/>
            <p:cNvSpPr/>
            <p:nvPr/>
          </p:nvSpPr>
          <p:spPr>
            <a:xfrm>
              <a:off x="-1876209" y="4511622"/>
              <a:ext cx="67229" cy="128581"/>
            </a:xfrm>
            <a:custGeom>
              <a:avLst/>
              <a:gdLst/>
              <a:ahLst/>
              <a:cxnLst/>
              <a:rect l="l" t="t" r="r" b="b"/>
              <a:pathLst>
                <a:path w="2391" h="4573" extrusionOk="0">
                  <a:moveTo>
                    <a:pt x="1330" y="1"/>
                  </a:moveTo>
                  <a:lnTo>
                    <a:pt x="1061" y="16"/>
                  </a:lnTo>
                  <a:lnTo>
                    <a:pt x="777" y="31"/>
                  </a:lnTo>
                  <a:lnTo>
                    <a:pt x="508" y="90"/>
                  </a:lnTo>
                  <a:lnTo>
                    <a:pt x="209" y="150"/>
                  </a:lnTo>
                  <a:lnTo>
                    <a:pt x="0" y="4393"/>
                  </a:lnTo>
                  <a:lnTo>
                    <a:pt x="269" y="4483"/>
                  </a:lnTo>
                  <a:lnTo>
                    <a:pt x="538" y="4542"/>
                  </a:lnTo>
                  <a:lnTo>
                    <a:pt x="792" y="4572"/>
                  </a:lnTo>
                  <a:lnTo>
                    <a:pt x="1061" y="4572"/>
                  </a:lnTo>
                  <a:lnTo>
                    <a:pt x="1315" y="4557"/>
                  </a:lnTo>
                  <a:lnTo>
                    <a:pt x="1584" y="4527"/>
                  </a:lnTo>
                  <a:lnTo>
                    <a:pt x="1868" y="4468"/>
                  </a:lnTo>
                  <a:lnTo>
                    <a:pt x="2151" y="4393"/>
                  </a:lnTo>
                  <a:lnTo>
                    <a:pt x="2390" y="105"/>
                  </a:lnTo>
                  <a:lnTo>
                    <a:pt x="2122" y="60"/>
                  </a:lnTo>
                  <a:lnTo>
                    <a:pt x="1853" y="31"/>
                  </a:lnTo>
                  <a:lnTo>
                    <a:pt x="1584" y="1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1504" name="Google Shape;1504;p32"/>
            <p:cNvSpPr/>
            <p:nvPr/>
          </p:nvSpPr>
          <p:spPr>
            <a:xfrm>
              <a:off x="-2237465" y="4441890"/>
              <a:ext cx="346576" cy="242401"/>
            </a:xfrm>
            <a:custGeom>
              <a:avLst/>
              <a:gdLst/>
              <a:ahLst/>
              <a:cxnLst/>
              <a:rect l="l" t="t" r="r" b="b"/>
              <a:pathLst>
                <a:path w="12326" h="8621" extrusionOk="0">
                  <a:moveTo>
                    <a:pt x="9502" y="1"/>
                  </a:moveTo>
                  <a:lnTo>
                    <a:pt x="7993" y="1076"/>
                  </a:lnTo>
                  <a:lnTo>
                    <a:pt x="6454" y="2197"/>
                  </a:lnTo>
                  <a:lnTo>
                    <a:pt x="4691" y="3482"/>
                  </a:lnTo>
                  <a:lnTo>
                    <a:pt x="3810" y="4154"/>
                  </a:lnTo>
                  <a:lnTo>
                    <a:pt x="2943" y="4811"/>
                  </a:lnTo>
                  <a:lnTo>
                    <a:pt x="2136" y="5439"/>
                  </a:lnTo>
                  <a:lnTo>
                    <a:pt x="1419" y="6006"/>
                  </a:lnTo>
                  <a:lnTo>
                    <a:pt x="822" y="6514"/>
                  </a:lnTo>
                  <a:lnTo>
                    <a:pt x="374" y="6933"/>
                  </a:lnTo>
                  <a:lnTo>
                    <a:pt x="209" y="7112"/>
                  </a:lnTo>
                  <a:lnTo>
                    <a:pt x="90" y="7246"/>
                  </a:lnTo>
                  <a:lnTo>
                    <a:pt x="15" y="7351"/>
                  </a:lnTo>
                  <a:lnTo>
                    <a:pt x="0" y="7396"/>
                  </a:lnTo>
                  <a:lnTo>
                    <a:pt x="0" y="7426"/>
                  </a:lnTo>
                  <a:lnTo>
                    <a:pt x="75" y="7680"/>
                  </a:lnTo>
                  <a:lnTo>
                    <a:pt x="120" y="7814"/>
                  </a:lnTo>
                  <a:lnTo>
                    <a:pt x="179" y="7934"/>
                  </a:lnTo>
                  <a:lnTo>
                    <a:pt x="254" y="8068"/>
                  </a:lnTo>
                  <a:lnTo>
                    <a:pt x="329" y="8188"/>
                  </a:lnTo>
                  <a:lnTo>
                    <a:pt x="433" y="8307"/>
                  </a:lnTo>
                  <a:lnTo>
                    <a:pt x="538" y="8397"/>
                  </a:lnTo>
                  <a:lnTo>
                    <a:pt x="657" y="8486"/>
                  </a:lnTo>
                  <a:lnTo>
                    <a:pt x="792" y="8561"/>
                  </a:lnTo>
                  <a:lnTo>
                    <a:pt x="941" y="8591"/>
                  </a:lnTo>
                  <a:lnTo>
                    <a:pt x="1121" y="8621"/>
                  </a:lnTo>
                  <a:lnTo>
                    <a:pt x="1300" y="8606"/>
                  </a:lnTo>
                  <a:lnTo>
                    <a:pt x="1509" y="8561"/>
                  </a:lnTo>
                  <a:lnTo>
                    <a:pt x="1733" y="8486"/>
                  </a:lnTo>
                  <a:lnTo>
                    <a:pt x="1972" y="8367"/>
                  </a:lnTo>
                  <a:lnTo>
                    <a:pt x="2196" y="8277"/>
                  </a:lnTo>
                  <a:lnTo>
                    <a:pt x="2465" y="8188"/>
                  </a:lnTo>
                  <a:lnTo>
                    <a:pt x="2764" y="8098"/>
                  </a:lnTo>
                  <a:lnTo>
                    <a:pt x="3122" y="8023"/>
                  </a:lnTo>
                  <a:lnTo>
                    <a:pt x="3511" y="7964"/>
                  </a:lnTo>
                  <a:lnTo>
                    <a:pt x="3914" y="7889"/>
                  </a:lnTo>
                  <a:lnTo>
                    <a:pt x="4796" y="7784"/>
                  </a:lnTo>
                  <a:lnTo>
                    <a:pt x="5408" y="7724"/>
                  </a:lnTo>
                  <a:lnTo>
                    <a:pt x="5662" y="7695"/>
                  </a:lnTo>
                  <a:lnTo>
                    <a:pt x="6320" y="7635"/>
                  </a:lnTo>
                  <a:lnTo>
                    <a:pt x="6723" y="7605"/>
                  </a:lnTo>
                  <a:lnTo>
                    <a:pt x="7276" y="7560"/>
                  </a:lnTo>
                  <a:lnTo>
                    <a:pt x="8053" y="7485"/>
                  </a:lnTo>
                  <a:lnTo>
                    <a:pt x="8710" y="7411"/>
                  </a:lnTo>
                  <a:lnTo>
                    <a:pt x="8964" y="7381"/>
                  </a:lnTo>
                  <a:lnTo>
                    <a:pt x="9173" y="7336"/>
                  </a:lnTo>
                  <a:lnTo>
                    <a:pt x="9337" y="7306"/>
                  </a:lnTo>
                  <a:lnTo>
                    <a:pt x="9427" y="7261"/>
                  </a:lnTo>
                  <a:lnTo>
                    <a:pt x="9517" y="7187"/>
                  </a:lnTo>
                  <a:lnTo>
                    <a:pt x="9591" y="7097"/>
                  </a:lnTo>
                  <a:lnTo>
                    <a:pt x="9651" y="6992"/>
                  </a:lnTo>
                  <a:lnTo>
                    <a:pt x="9696" y="6873"/>
                  </a:lnTo>
                  <a:lnTo>
                    <a:pt x="9741" y="6753"/>
                  </a:lnTo>
                  <a:lnTo>
                    <a:pt x="9771" y="6634"/>
                  </a:lnTo>
                  <a:lnTo>
                    <a:pt x="9815" y="6365"/>
                  </a:lnTo>
                  <a:lnTo>
                    <a:pt x="9845" y="6126"/>
                  </a:lnTo>
                  <a:lnTo>
                    <a:pt x="9845" y="5917"/>
                  </a:lnTo>
                  <a:lnTo>
                    <a:pt x="9845" y="5723"/>
                  </a:lnTo>
                  <a:lnTo>
                    <a:pt x="10069" y="5364"/>
                  </a:lnTo>
                  <a:lnTo>
                    <a:pt x="10308" y="5050"/>
                  </a:lnTo>
                  <a:lnTo>
                    <a:pt x="10547" y="4781"/>
                  </a:lnTo>
                  <a:lnTo>
                    <a:pt x="10772" y="4542"/>
                  </a:lnTo>
                  <a:lnTo>
                    <a:pt x="11011" y="4333"/>
                  </a:lnTo>
                  <a:lnTo>
                    <a:pt x="11235" y="4154"/>
                  </a:lnTo>
                  <a:lnTo>
                    <a:pt x="11444" y="4005"/>
                  </a:lnTo>
                  <a:lnTo>
                    <a:pt x="11638" y="3885"/>
                  </a:lnTo>
                  <a:lnTo>
                    <a:pt x="11967" y="3676"/>
                  </a:lnTo>
                  <a:lnTo>
                    <a:pt x="12101" y="3586"/>
                  </a:lnTo>
                  <a:lnTo>
                    <a:pt x="12206" y="3512"/>
                  </a:lnTo>
                  <a:lnTo>
                    <a:pt x="12280" y="3437"/>
                  </a:lnTo>
                  <a:lnTo>
                    <a:pt x="12310" y="3392"/>
                  </a:lnTo>
                  <a:lnTo>
                    <a:pt x="12310" y="3347"/>
                  </a:lnTo>
                  <a:lnTo>
                    <a:pt x="12325" y="3302"/>
                  </a:lnTo>
                  <a:lnTo>
                    <a:pt x="12310" y="3258"/>
                  </a:lnTo>
                  <a:lnTo>
                    <a:pt x="12265" y="3168"/>
                  </a:lnTo>
                  <a:lnTo>
                    <a:pt x="12131" y="2974"/>
                  </a:lnTo>
                  <a:lnTo>
                    <a:pt x="11967" y="2765"/>
                  </a:lnTo>
                  <a:lnTo>
                    <a:pt x="11563" y="2272"/>
                  </a:lnTo>
                  <a:lnTo>
                    <a:pt x="11115" y="1749"/>
                  </a:lnTo>
                  <a:lnTo>
                    <a:pt x="10637" y="1226"/>
                  </a:lnTo>
                  <a:lnTo>
                    <a:pt x="9845" y="359"/>
                  </a:lnTo>
                  <a:lnTo>
                    <a:pt x="9502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1505" name="Google Shape;1505;p32"/>
            <p:cNvSpPr/>
            <p:nvPr/>
          </p:nvSpPr>
          <p:spPr>
            <a:xfrm>
              <a:off x="-2078263" y="4599826"/>
              <a:ext cx="27752" cy="61802"/>
            </a:xfrm>
            <a:custGeom>
              <a:avLst/>
              <a:gdLst/>
              <a:ahLst/>
              <a:cxnLst/>
              <a:rect l="l" t="t" r="r" b="b"/>
              <a:pathLst>
                <a:path w="987" h="2198" extrusionOk="0">
                  <a:moveTo>
                    <a:pt x="702" y="1"/>
                  </a:moveTo>
                  <a:lnTo>
                    <a:pt x="613" y="31"/>
                  </a:lnTo>
                  <a:lnTo>
                    <a:pt x="553" y="91"/>
                  </a:lnTo>
                  <a:lnTo>
                    <a:pt x="523" y="165"/>
                  </a:lnTo>
                  <a:lnTo>
                    <a:pt x="523" y="240"/>
                  </a:lnTo>
                  <a:lnTo>
                    <a:pt x="538" y="374"/>
                  </a:lnTo>
                  <a:lnTo>
                    <a:pt x="553" y="539"/>
                  </a:lnTo>
                  <a:lnTo>
                    <a:pt x="553" y="718"/>
                  </a:lnTo>
                  <a:lnTo>
                    <a:pt x="553" y="927"/>
                  </a:lnTo>
                  <a:lnTo>
                    <a:pt x="538" y="1151"/>
                  </a:lnTo>
                  <a:lnTo>
                    <a:pt x="493" y="1375"/>
                  </a:lnTo>
                  <a:lnTo>
                    <a:pt x="463" y="1480"/>
                  </a:lnTo>
                  <a:lnTo>
                    <a:pt x="418" y="1585"/>
                  </a:lnTo>
                  <a:lnTo>
                    <a:pt x="329" y="1749"/>
                  </a:lnTo>
                  <a:lnTo>
                    <a:pt x="224" y="1898"/>
                  </a:lnTo>
                  <a:lnTo>
                    <a:pt x="105" y="2003"/>
                  </a:lnTo>
                  <a:lnTo>
                    <a:pt x="0" y="2078"/>
                  </a:lnTo>
                  <a:lnTo>
                    <a:pt x="60" y="2152"/>
                  </a:lnTo>
                  <a:lnTo>
                    <a:pt x="135" y="2182"/>
                  </a:lnTo>
                  <a:lnTo>
                    <a:pt x="209" y="2197"/>
                  </a:lnTo>
                  <a:lnTo>
                    <a:pt x="284" y="2197"/>
                  </a:lnTo>
                  <a:lnTo>
                    <a:pt x="374" y="2167"/>
                  </a:lnTo>
                  <a:lnTo>
                    <a:pt x="463" y="2137"/>
                  </a:lnTo>
                  <a:lnTo>
                    <a:pt x="658" y="2018"/>
                  </a:lnTo>
                  <a:lnTo>
                    <a:pt x="732" y="1898"/>
                  </a:lnTo>
                  <a:lnTo>
                    <a:pt x="807" y="1749"/>
                  </a:lnTo>
                  <a:lnTo>
                    <a:pt x="852" y="1629"/>
                  </a:lnTo>
                  <a:lnTo>
                    <a:pt x="897" y="1510"/>
                  </a:lnTo>
                  <a:lnTo>
                    <a:pt x="956" y="1241"/>
                  </a:lnTo>
                  <a:lnTo>
                    <a:pt x="971" y="987"/>
                  </a:lnTo>
                  <a:lnTo>
                    <a:pt x="986" y="733"/>
                  </a:lnTo>
                  <a:lnTo>
                    <a:pt x="971" y="524"/>
                  </a:lnTo>
                  <a:lnTo>
                    <a:pt x="956" y="345"/>
                  </a:lnTo>
                  <a:lnTo>
                    <a:pt x="941" y="165"/>
                  </a:lnTo>
                  <a:lnTo>
                    <a:pt x="911" y="91"/>
                  </a:lnTo>
                  <a:lnTo>
                    <a:pt x="852" y="31"/>
                  </a:lnTo>
                  <a:lnTo>
                    <a:pt x="777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1506" name="Google Shape;1506;p32"/>
            <p:cNvSpPr/>
            <p:nvPr/>
          </p:nvSpPr>
          <p:spPr>
            <a:xfrm>
              <a:off x="-2048458" y="4601513"/>
              <a:ext cx="22297" cy="57163"/>
            </a:xfrm>
            <a:custGeom>
              <a:avLst/>
              <a:gdLst/>
              <a:ahLst/>
              <a:cxnLst/>
              <a:rect l="l" t="t" r="r" b="b"/>
              <a:pathLst>
                <a:path w="793" h="2033" extrusionOk="0">
                  <a:moveTo>
                    <a:pt x="509" y="1"/>
                  </a:moveTo>
                  <a:lnTo>
                    <a:pt x="464" y="16"/>
                  </a:lnTo>
                  <a:lnTo>
                    <a:pt x="419" y="31"/>
                  </a:lnTo>
                  <a:lnTo>
                    <a:pt x="359" y="90"/>
                  </a:lnTo>
                  <a:lnTo>
                    <a:pt x="330" y="165"/>
                  </a:lnTo>
                  <a:lnTo>
                    <a:pt x="330" y="240"/>
                  </a:lnTo>
                  <a:lnTo>
                    <a:pt x="345" y="389"/>
                  </a:lnTo>
                  <a:lnTo>
                    <a:pt x="359" y="539"/>
                  </a:lnTo>
                  <a:lnTo>
                    <a:pt x="359" y="718"/>
                  </a:lnTo>
                  <a:lnTo>
                    <a:pt x="359" y="942"/>
                  </a:lnTo>
                  <a:lnTo>
                    <a:pt x="345" y="1166"/>
                  </a:lnTo>
                  <a:lnTo>
                    <a:pt x="300" y="1375"/>
                  </a:lnTo>
                  <a:lnTo>
                    <a:pt x="270" y="1495"/>
                  </a:lnTo>
                  <a:lnTo>
                    <a:pt x="225" y="1584"/>
                  </a:lnTo>
                  <a:lnTo>
                    <a:pt x="180" y="1689"/>
                  </a:lnTo>
                  <a:lnTo>
                    <a:pt x="120" y="1779"/>
                  </a:lnTo>
                  <a:lnTo>
                    <a:pt x="61" y="1853"/>
                  </a:lnTo>
                  <a:lnTo>
                    <a:pt x="1" y="1928"/>
                  </a:lnTo>
                  <a:lnTo>
                    <a:pt x="76" y="1988"/>
                  </a:lnTo>
                  <a:lnTo>
                    <a:pt x="150" y="2018"/>
                  </a:lnTo>
                  <a:lnTo>
                    <a:pt x="225" y="2033"/>
                  </a:lnTo>
                  <a:lnTo>
                    <a:pt x="300" y="2018"/>
                  </a:lnTo>
                  <a:lnTo>
                    <a:pt x="359" y="2003"/>
                  </a:lnTo>
                  <a:lnTo>
                    <a:pt x="434" y="1958"/>
                  </a:lnTo>
                  <a:lnTo>
                    <a:pt x="554" y="1883"/>
                  </a:lnTo>
                  <a:lnTo>
                    <a:pt x="613" y="1764"/>
                  </a:lnTo>
                  <a:lnTo>
                    <a:pt x="658" y="1644"/>
                  </a:lnTo>
                  <a:lnTo>
                    <a:pt x="703" y="1510"/>
                  </a:lnTo>
                  <a:lnTo>
                    <a:pt x="748" y="1256"/>
                  </a:lnTo>
                  <a:lnTo>
                    <a:pt x="778" y="987"/>
                  </a:lnTo>
                  <a:lnTo>
                    <a:pt x="793" y="748"/>
                  </a:lnTo>
                  <a:lnTo>
                    <a:pt x="778" y="524"/>
                  </a:lnTo>
                  <a:lnTo>
                    <a:pt x="763" y="344"/>
                  </a:lnTo>
                  <a:lnTo>
                    <a:pt x="748" y="180"/>
                  </a:lnTo>
                  <a:lnTo>
                    <a:pt x="718" y="90"/>
                  </a:lnTo>
                  <a:lnTo>
                    <a:pt x="658" y="31"/>
                  </a:lnTo>
                  <a:lnTo>
                    <a:pt x="584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1507" name="Google Shape;1507;p32"/>
            <p:cNvSpPr/>
            <p:nvPr/>
          </p:nvSpPr>
          <p:spPr>
            <a:xfrm>
              <a:off x="-2102640" y="4604466"/>
              <a:ext cx="24828" cy="60509"/>
            </a:xfrm>
            <a:custGeom>
              <a:avLst/>
              <a:gdLst/>
              <a:ahLst/>
              <a:cxnLst/>
              <a:rect l="l" t="t" r="r" b="b"/>
              <a:pathLst>
                <a:path w="883" h="2152" extrusionOk="0">
                  <a:moveTo>
                    <a:pt x="553" y="0"/>
                  </a:moveTo>
                  <a:lnTo>
                    <a:pt x="509" y="30"/>
                  </a:lnTo>
                  <a:lnTo>
                    <a:pt x="449" y="90"/>
                  </a:lnTo>
                  <a:lnTo>
                    <a:pt x="419" y="150"/>
                  </a:lnTo>
                  <a:lnTo>
                    <a:pt x="419" y="239"/>
                  </a:lnTo>
                  <a:lnTo>
                    <a:pt x="434" y="374"/>
                  </a:lnTo>
                  <a:lnTo>
                    <a:pt x="449" y="523"/>
                  </a:lnTo>
                  <a:lnTo>
                    <a:pt x="464" y="717"/>
                  </a:lnTo>
                  <a:lnTo>
                    <a:pt x="449" y="927"/>
                  </a:lnTo>
                  <a:lnTo>
                    <a:pt x="434" y="1151"/>
                  </a:lnTo>
                  <a:lnTo>
                    <a:pt x="389" y="1375"/>
                  </a:lnTo>
                  <a:lnTo>
                    <a:pt x="359" y="1479"/>
                  </a:lnTo>
                  <a:lnTo>
                    <a:pt x="314" y="1584"/>
                  </a:lnTo>
                  <a:lnTo>
                    <a:pt x="255" y="1718"/>
                  </a:lnTo>
                  <a:lnTo>
                    <a:pt x="165" y="1823"/>
                  </a:lnTo>
                  <a:lnTo>
                    <a:pt x="90" y="1928"/>
                  </a:lnTo>
                  <a:lnTo>
                    <a:pt x="1" y="2002"/>
                  </a:lnTo>
                  <a:lnTo>
                    <a:pt x="60" y="2077"/>
                  </a:lnTo>
                  <a:lnTo>
                    <a:pt x="120" y="2122"/>
                  </a:lnTo>
                  <a:lnTo>
                    <a:pt x="195" y="2152"/>
                  </a:lnTo>
                  <a:lnTo>
                    <a:pt x="270" y="2152"/>
                  </a:lnTo>
                  <a:lnTo>
                    <a:pt x="344" y="2122"/>
                  </a:lnTo>
                  <a:lnTo>
                    <a:pt x="434" y="2077"/>
                  </a:lnTo>
                  <a:lnTo>
                    <a:pt x="524" y="2017"/>
                  </a:lnTo>
                  <a:lnTo>
                    <a:pt x="613" y="1942"/>
                  </a:lnTo>
                  <a:lnTo>
                    <a:pt x="703" y="1748"/>
                  </a:lnTo>
                  <a:lnTo>
                    <a:pt x="748" y="1629"/>
                  </a:lnTo>
                  <a:lnTo>
                    <a:pt x="792" y="1509"/>
                  </a:lnTo>
                  <a:lnTo>
                    <a:pt x="852" y="1240"/>
                  </a:lnTo>
                  <a:lnTo>
                    <a:pt x="882" y="986"/>
                  </a:lnTo>
                  <a:lnTo>
                    <a:pt x="882" y="732"/>
                  </a:lnTo>
                  <a:lnTo>
                    <a:pt x="867" y="523"/>
                  </a:lnTo>
                  <a:lnTo>
                    <a:pt x="867" y="344"/>
                  </a:lnTo>
                  <a:lnTo>
                    <a:pt x="837" y="165"/>
                  </a:lnTo>
                  <a:lnTo>
                    <a:pt x="807" y="90"/>
                  </a:lnTo>
                  <a:lnTo>
                    <a:pt x="748" y="30"/>
                  </a:lnTo>
                  <a:lnTo>
                    <a:pt x="673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1508" name="Google Shape;1508;p32"/>
            <p:cNvSpPr/>
            <p:nvPr/>
          </p:nvSpPr>
          <p:spPr>
            <a:xfrm>
              <a:off x="-1755669" y="3757621"/>
              <a:ext cx="969548" cy="699845"/>
            </a:xfrm>
            <a:custGeom>
              <a:avLst/>
              <a:gdLst/>
              <a:ahLst/>
              <a:cxnLst/>
              <a:rect l="l" t="t" r="r" b="b"/>
              <a:pathLst>
                <a:path w="34482" h="24890" extrusionOk="0">
                  <a:moveTo>
                    <a:pt x="25383" y="0"/>
                  </a:moveTo>
                  <a:lnTo>
                    <a:pt x="25069" y="15"/>
                  </a:lnTo>
                  <a:lnTo>
                    <a:pt x="24741" y="60"/>
                  </a:lnTo>
                  <a:lnTo>
                    <a:pt x="24397" y="105"/>
                  </a:lnTo>
                  <a:lnTo>
                    <a:pt x="24039" y="180"/>
                  </a:lnTo>
                  <a:lnTo>
                    <a:pt x="23665" y="254"/>
                  </a:lnTo>
                  <a:lnTo>
                    <a:pt x="23292" y="359"/>
                  </a:lnTo>
                  <a:lnTo>
                    <a:pt x="22903" y="478"/>
                  </a:lnTo>
                  <a:lnTo>
                    <a:pt x="22500" y="598"/>
                  </a:lnTo>
                  <a:lnTo>
                    <a:pt x="21663" y="882"/>
                  </a:lnTo>
                  <a:lnTo>
                    <a:pt x="20797" y="1225"/>
                  </a:lnTo>
                  <a:lnTo>
                    <a:pt x="19915" y="1599"/>
                  </a:lnTo>
                  <a:lnTo>
                    <a:pt x="19004" y="2017"/>
                  </a:lnTo>
                  <a:lnTo>
                    <a:pt x="18078" y="2465"/>
                  </a:lnTo>
                  <a:lnTo>
                    <a:pt x="17151" y="2928"/>
                  </a:lnTo>
                  <a:lnTo>
                    <a:pt x="16225" y="3421"/>
                  </a:lnTo>
                  <a:lnTo>
                    <a:pt x="15299" y="3914"/>
                  </a:lnTo>
                  <a:lnTo>
                    <a:pt x="14373" y="4437"/>
                  </a:lnTo>
                  <a:lnTo>
                    <a:pt x="13476" y="4945"/>
                  </a:lnTo>
                  <a:lnTo>
                    <a:pt x="12595" y="5468"/>
                  </a:lnTo>
                  <a:lnTo>
                    <a:pt x="11743" y="5976"/>
                  </a:lnTo>
                  <a:lnTo>
                    <a:pt x="10160" y="6962"/>
                  </a:lnTo>
                  <a:lnTo>
                    <a:pt x="8740" y="7858"/>
                  </a:lnTo>
                  <a:lnTo>
                    <a:pt x="7560" y="8620"/>
                  </a:lnTo>
                  <a:lnTo>
                    <a:pt x="6664" y="9233"/>
                  </a:lnTo>
                  <a:lnTo>
                    <a:pt x="5887" y="9756"/>
                  </a:lnTo>
                  <a:lnTo>
                    <a:pt x="16" y="13700"/>
                  </a:lnTo>
                  <a:lnTo>
                    <a:pt x="16" y="13864"/>
                  </a:lnTo>
                  <a:lnTo>
                    <a:pt x="1" y="14058"/>
                  </a:lnTo>
                  <a:lnTo>
                    <a:pt x="1" y="14312"/>
                  </a:lnTo>
                  <a:lnTo>
                    <a:pt x="16" y="14626"/>
                  </a:lnTo>
                  <a:lnTo>
                    <a:pt x="61" y="14970"/>
                  </a:lnTo>
                  <a:lnTo>
                    <a:pt x="120" y="15373"/>
                  </a:lnTo>
                  <a:lnTo>
                    <a:pt x="210" y="15791"/>
                  </a:lnTo>
                  <a:lnTo>
                    <a:pt x="329" y="16240"/>
                  </a:lnTo>
                  <a:lnTo>
                    <a:pt x="404" y="16464"/>
                  </a:lnTo>
                  <a:lnTo>
                    <a:pt x="494" y="16688"/>
                  </a:lnTo>
                  <a:lnTo>
                    <a:pt x="598" y="16912"/>
                  </a:lnTo>
                  <a:lnTo>
                    <a:pt x="718" y="17151"/>
                  </a:lnTo>
                  <a:lnTo>
                    <a:pt x="837" y="17375"/>
                  </a:lnTo>
                  <a:lnTo>
                    <a:pt x="987" y="17599"/>
                  </a:lnTo>
                  <a:lnTo>
                    <a:pt x="1151" y="17823"/>
                  </a:lnTo>
                  <a:lnTo>
                    <a:pt x="1315" y="18047"/>
                  </a:lnTo>
                  <a:lnTo>
                    <a:pt x="1510" y="18256"/>
                  </a:lnTo>
                  <a:lnTo>
                    <a:pt x="1719" y="18466"/>
                  </a:lnTo>
                  <a:lnTo>
                    <a:pt x="1943" y="18660"/>
                  </a:lnTo>
                  <a:lnTo>
                    <a:pt x="2182" y="18854"/>
                  </a:lnTo>
                  <a:lnTo>
                    <a:pt x="2451" y="19033"/>
                  </a:lnTo>
                  <a:lnTo>
                    <a:pt x="2735" y="19212"/>
                  </a:lnTo>
                  <a:lnTo>
                    <a:pt x="3004" y="19362"/>
                  </a:lnTo>
                  <a:lnTo>
                    <a:pt x="3302" y="19496"/>
                  </a:lnTo>
                  <a:lnTo>
                    <a:pt x="3631" y="19631"/>
                  </a:lnTo>
                  <a:lnTo>
                    <a:pt x="3990" y="19750"/>
                  </a:lnTo>
                  <a:lnTo>
                    <a:pt x="4363" y="19855"/>
                  </a:lnTo>
                  <a:lnTo>
                    <a:pt x="4767" y="19945"/>
                  </a:lnTo>
                  <a:lnTo>
                    <a:pt x="5155" y="20019"/>
                  </a:lnTo>
                  <a:lnTo>
                    <a:pt x="5558" y="20064"/>
                  </a:lnTo>
                  <a:lnTo>
                    <a:pt x="5962" y="20094"/>
                  </a:lnTo>
                  <a:lnTo>
                    <a:pt x="6365" y="20109"/>
                  </a:lnTo>
                  <a:lnTo>
                    <a:pt x="6768" y="20109"/>
                  </a:lnTo>
                  <a:lnTo>
                    <a:pt x="7172" y="20094"/>
                  </a:lnTo>
                  <a:lnTo>
                    <a:pt x="7575" y="20049"/>
                  </a:lnTo>
                  <a:lnTo>
                    <a:pt x="7964" y="20004"/>
                  </a:lnTo>
                  <a:lnTo>
                    <a:pt x="8367" y="19930"/>
                  </a:lnTo>
                  <a:lnTo>
                    <a:pt x="8770" y="19855"/>
                  </a:lnTo>
                  <a:lnTo>
                    <a:pt x="9174" y="19750"/>
                  </a:lnTo>
                  <a:lnTo>
                    <a:pt x="9577" y="19646"/>
                  </a:lnTo>
                  <a:lnTo>
                    <a:pt x="9980" y="19526"/>
                  </a:lnTo>
                  <a:lnTo>
                    <a:pt x="10369" y="19392"/>
                  </a:lnTo>
                  <a:lnTo>
                    <a:pt x="10772" y="19242"/>
                  </a:lnTo>
                  <a:lnTo>
                    <a:pt x="11161" y="19093"/>
                  </a:lnTo>
                  <a:lnTo>
                    <a:pt x="11549" y="18929"/>
                  </a:lnTo>
                  <a:lnTo>
                    <a:pt x="11938" y="18749"/>
                  </a:lnTo>
                  <a:lnTo>
                    <a:pt x="12326" y="18570"/>
                  </a:lnTo>
                  <a:lnTo>
                    <a:pt x="12714" y="18376"/>
                  </a:lnTo>
                  <a:lnTo>
                    <a:pt x="13476" y="17958"/>
                  </a:lnTo>
                  <a:lnTo>
                    <a:pt x="14208" y="17524"/>
                  </a:lnTo>
                  <a:lnTo>
                    <a:pt x="14940" y="17061"/>
                  </a:lnTo>
                  <a:lnTo>
                    <a:pt x="15643" y="16583"/>
                  </a:lnTo>
                  <a:lnTo>
                    <a:pt x="16330" y="16075"/>
                  </a:lnTo>
                  <a:lnTo>
                    <a:pt x="16987" y="15582"/>
                  </a:lnTo>
                  <a:lnTo>
                    <a:pt x="17630" y="15059"/>
                  </a:lnTo>
                  <a:lnTo>
                    <a:pt x="18242" y="14551"/>
                  </a:lnTo>
                  <a:lnTo>
                    <a:pt x="18825" y="14043"/>
                  </a:lnTo>
                  <a:lnTo>
                    <a:pt x="19377" y="13550"/>
                  </a:lnTo>
                  <a:lnTo>
                    <a:pt x="19900" y="13072"/>
                  </a:lnTo>
                  <a:lnTo>
                    <a:pt x="20378" y="12594"/>
                  </a:lnTo>
                  <a:lnTo>
                    <a:pt x="21230" y="11743"/>
                  </a:lnTo>
                  <a:lnTo>
                    <a:pt x="21932" y="11011"/>
                  </a:lnTo>
                  <a:lnTo>
                    <a:pt x="22440" y="10443"/>
                  </a:lnTo>
                  <a:lnTo>
                    <a:pt x="22873" y="9950"/>
                  </a:lnTo>
                  <a:lnTo>
                    <a:pt x="22903" y="10264"/>
                  </a:lnTo>
                  <a:lnTo>
                    <a:pt x="22963" y="10622"/>
                  </a:lnTo>
                  <a:lnTo>
                    <a:pt x="23053" y="10996"/>
                  </a:lnTo>
                  <a:lnTo>
                    <a:pt x="23172" y="11384"/>
                  </a:lnTo>
                  <a:lnTo>
                    <a:pt x="23322" y="11788"/>
                  </a:lnTo>
                  <a:lnTo>
                    <a:pt x="23486" y="12221"/>
                  </a:lnTo>
                  <a:lnTo>
                    <a:pt x="23680" y="12654"/>
                  </a:lnTo>
                  <a:lnTo>
                    <a:pt x="23904" y="13117"/>
                  </a:lnTo>
                  <a:lnTo>
                    <a:pt x="24143" y="13580"/>
                  </a:lnTo>
                  <a:lnTo>
                    <a:pt x="24397" y="14073"/>
                  </a:lnTo>
                  <a:lnTo>
                    <a:pt x="24950" y="15059"/>
                  </a:lnTo>
                  <a:lnTo>
                    <a:pt x="25548" y="16075"/>
                  </a:lnTo>
                  <a:lnTo>
                    <a:pt x="26190" y="17121"/>
                  </a:lnTo>
                  <a:lnTo>
                    <a:pt x="27505" y="19227"/>
                  </a:lnTo>
                  <a:lnTo>
                    <a:pt x="28147" y="20258"/>
                  </a:lnTo>
                  <a:lnTo>
                    <a:pt x="28775" y="21274"/>
                  </a:lnTo>
                  <a:lnTo>
                    <a:pt x="29342" y="22260"/>
                  </a:lnTo>
                  <a:lnTo>
                    <a:pt x="29865" y="23201"/>
                  </a:lnTo>
                  <a:lnTo>
                    <a:pt x="30104" y="23650"/>
                  </a:lnTo>
                  <a:lnTo>
                    <a:pt x="30328" y="24083"/>
                  </a:lnTo>
                  <a:lnTo>
                    <a:pt x="30522" y="24501"/>
                  </a:lnTo>
                  <a:lnTo>
                    <a:pt x="30687" y="24889"/>
                  </a:lnTo>
                  <a:lnTo>
                    <a:pt x="31643" y="24845"/>
                  </a:lnTo>
                  <a:lnTo>
                    <a:pt x="32016" y="24830"/>
                  </a:lnTo>
                  <a:lnTo>
                    <a:pt x="34481" y="24695"/>
                  </a:lnTo>
                  <a:lnTo>
                    <a:pt x="34466" y="24486"/>
                  </a:lnTo>
                  <a:lnTo>
                    <a:pt x="34437" y="24172"/>
                  </a:lnTo>
                  <a:lnTo>
                    <a:pt x="34392" y="23784"/>
                  </a:lnTo>
                  <a:lnTo>
                    <a:pt x="34317" y="23291"/>
                  </a:lnTo>
                  <a:lnTo>
                    <a:pt x="34093" y="22081"/>
                  </a:lnTo>
                  <a:lnTo>
                    <a:pt x="33809" y="20617"/>
                  </a:lnTo>
                  <a:lnTo>
                    <a:pt x="33451" y="18929"/>
                  </a:lnTo>
                  <a:lnTo>
                    <a:pt x="33032" y="17076"/>
                  </a:lnTo>
                  <a:lnTo>
                    <a:pt x="32569" y="15104"/>
                  </a:lnTo>
                  <a:lnTo>
                    <a:pt x="32061" y="13072"/>
                  </a:lnTo>
                  <a:lnTo>
                    <a:pt x="31508" y="11026"/>
                  </a:lnTo>
                  <a:lnTo>
                    <a:pt x="31225" y="10010"/>
                  </a:lnTo>
                  <a:lnTo>
                    <a:pt x="30926" y="9009"/>
                  </a:lnTo>
                  <a:lnTo>
                    <a:pt x="30642" y="8038"/>
                  </a:lnTo>
                  <a:lnTo>
                    <a:pt x="30328" y="7097"/>
                  </a:lnTo>
                  <a:lnTo>
                    <a:pt x="30029" y="6185"/>
                  </a:lnTo>
                  <a:lnTo>
                    <a:pt x="29716" y="5304"/>
                  </a:lnTo>
                  <a:lnTo>
                    <a:pt x="29417" y="4482"/>
                  </a:lnTo>
                  <a:lnTo>
                    <a:pt x="29103" y="3705"/>
                  </a:lnTo>
                  <a:lnTo>
                    <a:pt x="28804" y="3003"/>
                  </a:lnTo>
                  <a:lnTo>
                    <a:pt x="28491" y="2346"/>
                  </a:lnTo>
                  <a:lnTo>
                    <a:pt x="28192" y="1778"/>
                  </a:lnTo>
                  <a:lnTo>
                    <a:pt x="28042" y="1524"/>
                  </a:lnTo>
                  <a:lnTo>
                    <a:pt x="27893" y="1285"/>
                  </a:lnTo>
                  <a:lnTo>
                    <a:pt x="27744" y="1061"/>
                  </a:lnTo>
                  <a:lnTo>
                    <a:pt x="27594" y="867"/>
                  </a:lnTo>
                  <a:lnTo>
                    <a:pt x="27445" y="702"/>
                  </a:lnTo>
                  <a:lnTo>
                    <a:pt x="27310" y="553"/>
                  </a:lnTo>
                  <a:lnTo>
                    <a:pt x="27131" y="404"/>
                  </a:lnTo>
                  <a:lnTo>
                    <a:pt x="26937" y="284"/>
                  </a:lnTo>
                  <a:lnTo>
                    <a:pt x="26728" y="194"/>
                  </a:lnTo>
                  <a:lnTo>
                    <a:pt x="26489" y="105"/>
                  </a:lnTo>
                  <a:lnTo>
                    <a:pt x="26250" y="60"/>
                  </a:lnTo>
                  <a:lnTo>
                    <a:pt x="25981" y="15"/>
                  </a:lnTo>
                  <a:lnTo>
                    <a:pt x="25697" y="0"/>
                  </a:lnTo>
                  <a:close/>
                </a:path>
              </a:pathLst>
            </a:custGeom>
            <a:solidFill>
              <a:schemeClr val="accent5">
                <a:lumMod val="50000"/>
              </a:schemeClr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1509" name="Google Shape;1509;p32"/>
            <p:cNvSpPr/>
            <p:nvPr/>
          </p:nvSpPr>
          <p:spPr>
            <a:xfrm>
              <a:off x="-884023" y="4442734"/>
              <a:ext cx="123520" cy="121861"/>
            </a:xfrm>
            <a:custGeom>
              <a:avLst/>
              <a:gdLst/>
              <a:ahLst/>
              <a:cxnLst/>
              <a:rect l="l" t="t" r="r" b="b"/>
              <a:pathLst>
                <a:path w="4393" h="4334" extrusionOk="0">
                  <a:moveTo>
                    <a:pt x="3198" y="1"/>
                  </a:moveTo>
                  <a:lnTo>
                    <a:pt x="1" y="255"/>
                  </a:lnTo>
                  <a:lnTo>
                    <a:pt x="957" y="4124"/>
                  </a:lnTo>
                  <a:lnTo>
                    <a:pt x="1211" y="4184"/>
                  </a:lnTo>
                  <a:lnTo>
                    <a:pt x="1509" y="4243"/>
                  </a:lnTo>
                  <a:lnTo>
                    <a:pt x="1913" y="4288"/>
                  </a:lnTo>
                  <a:lnTo>
                    <a:pt x="2421" y="4318"/>
                  </a:lnTo>
                  <a:lnTo>
                    <a:pt x="2705" y="4333"/>
                  </a:lnTo>
                  <a:lnTo>
                    <a:pt x="3003" y="4318"/>
                  </a:lnTo>
                  <a:lnTo>
                    <a:pt x="3332" y="4303"/>
                  </a:lnTo>
                  <a:lnTo>
                    <a:pt x="3661" y="4288"/>
                  </a:lnTo>
                  <a:lnTo>
                    <a:pt x="4019" y="4243"/>
                  </a:lnTo>
                  <a:lnTo>
                    <a:pt x="4393" y="4184"/>
                  </a:lnTo>
                  <a:lnTo>
                    <a:pt x="3198" y="1"/>
                  </a:lnTo>
                  <a:close/>
                </a:path>
              </a:pathLst>
            </a:custGeom>
            <a:solidFill>
              <a:srgbClr val="FBB99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1510" name="Google Shape;1510;p32"/>
            <p:cNvSpPr/>
            <p:nvPr/>
          </p:nvSpPr>
          <p:spPr>
            <a:xfrm>
              <a:off x="-918467" y="4407868"/>
              <a:ext cx="163841" cy="97905"/>
            </a:xfrm>
            <a:custGeom>
              <a:avLst/>
              <a:gdLst/>
              <a:ahLst/>
              <a:cxnLst/>
              <a:rect l="l" t="t" r="r" b="b"/>
              <a:pathLst>
                <a:path w="5827" h="3482" extrusionOk="0">
                  <a:moveTo>
                    <a:pt x="5349" y="1"/>
                  </a:moveTo>
                  <a:lnTo>
                    <a:pt x="0" y="1256"/>
                  </a:lnTo>
                  <a:lnTo>
                    <a:pt x="45" y="1539"/>
                  </a:lnTo>
                  <a:lnTo>
                    <a:pt x="90" y="1838"/>
                  </a:lnTo>
                  <a:lnTo>
                    <a:pt x="150" y="2122"/>
                  </a:lnTo>
                  <a:lnTo>
                    <a:pt x="225" y="2391"/>
                  </a:lnTo>
                  <a:lnTo>
                    <a:pt x="314" y="2675"/>
                  </a:lnTo>
                  <a:lnTo>
                    <a:pt x="419" y="2944"/>
                  </a:lnTo>
                  <a:lnTo>
                    <a:pt x="523" y="3213"/>
                  </a:lnTo>
                  <a:lnTo>
                    <a:pt x="658" y="3482"/>
                  </a:lnTo>
                  <a:lnTo>
                    <a:pt x="5812" y="2316"/>
                  </a:lnTo>
                  <a:lnTo>
                    <a:pt x="5827" y="2017"/>
                  </a:lnTo>
                  <a:lnTo>
                    <a:pt x="5827" y="1719"/>
                  </a:lnTo>
                  <a:lnTo>
                    <a:pt x="5797" y="1420"/>
                  </a:lnTo>
                  <a:lnTo>
                    <a:pt x="5767" y="1121"/>
                  </a:lnTo>
                  <a:lnTo>
                    <a:pt x="5707" y="837"/>
                  </a:lnTo>
                  <a:lnTo>
                    <a:pt x="5618" y="553"/>
                  </a:lnTo>
                  <a:lnTo>
                    <a:pt x="5498" y="270"/>
                  </a:lnTo>
                  <a:lnTo>
                    <a:pt x="5349" y="1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1511" name="Google Shape;1511;p32"/>
            <p:cNvSpPr/>
            <p:nvPr/>
          </p:nvSpPr>
          <p:spPr>
            <a:xfrm>
              <a:off x="-905870" y="4511622"/>
              <a:ext cx="371376" cy="177731"/>
            </a:xfrm>
            <a:custGeom>
              <a:avLst/>
              <a:gdLst/>
              <a:ahLst/>
              <a:cxnLst/>
              <a:rect l="l" t="t" r="r" b="b"/>
              <a:pathLst>
                <a:path w="13208" h="6321" extrusionOk="0">
                  <a:moveTo>
                    <a:pt x="4886" y="1"/>
                  </a:moveTo>
                  <a:lnTo>
                    <a:pt x="4766" y="31"/>
                  </a:lnTo>
                  <a:lnTo>
                    <a:pt x="4647" y="75"/>
                  </a:lnTo>
                  <a:lnTo>
                    <a:pt x="4527" y="135"/>
                  </a:lnTo>
                  <a:lnTo>
                    <a:pt x="4408" y="210"/>
                  </a:lnTo>
                  <a:lnTo>
                    <a:pt x="4303" y="299"/>
                  </a:lnTo>
                  <a:lnTo>
                    <a:pt x="4094" y="494"/>
                  </a:lnTo>
                  <a:lnTo>
                    <a:pt x="3915" y="673"/>
                  </a:lnTo>
                  <a:lnTo>
                    <a:pt x="3765" y="837"/>
                  </a:lnTo>
                  <a:lnTo>
                    <a:pt x="3646" y="1002"/>
                  </a:lnTo>
                  <a:lnTo>
                    <a:pt x="3526" y="1032"/>
                  </a:lnTo>
                  <a:lnTo>
                    <a:pt x="3407" y="1046"/>
                  </a:lnTo>
                  <a:lnTo>
                    <a:pt x="3153" y="1046"/>
                  </a:lnTo>
                  <a:lnTo>
                    <a:pt x="2884" y="1032"/>
                  </a:lnTo>
                  <a:lnTo>
                    <a:pt x="2630" y="987"/>
                  </a:lnTo>
                  <a:lnTo>
                    <a:pt x="2361" y="942"/>
                  </a:lnTo>
                  <a:lnTo>
                    <a:pt x="2092" y="867"/>
                  </a:lnTo>
                  <a:lnTo>
                    <a:pt x="1584" y="763"/>
                  </a:lnTo>
                  <a:lnTo>
                    <a:pt x="1345" y="703"/>
                  </a:lnTo>
                  <a:lnTo>
                    <a:pt x="1106" y="673"/>
                  </a:lnTo>
                  <a:lnTo>
                    <a:pt x="897" y="673"/>
                  </a:lnTo>
                  <a:lnTo>
                    <a:pt x="703" y="688"/>
                  </a:lnTo>
                  <a:lnTo>
                    <a:pt x="613" y="703"/>
                  </a:lnTo>
                  <a:lnTo>
                    <a:pt x="524" y="733"/>
                  </a:lnTo>
                  <a:lnTo>
                    <a:pt x="449" y="778"/>
                  </a:lnTo>
                  <a:lnTo>
                    <a:pt x="374" y="822"/>
                  </a:lnTo>
                  <a:lnTo>
                    <a:pt x="314" y="882"/>
                  </a:lnTo>
                  <a:lnTo>
                    <a:pt x="255" y="957"/>
                  </a:lnTo>
                  <a:lnTo>
                    <a:pt x="210" y="1046"/>
                  </a:lnTo>
                  <a:lnTo>
                    <a:pt x="165" y="1151"/>
                  </a:lnTo>
                  <a:lnTo>
                    <a:pt x="105" y="1390"/>
                  </a:lnTo>
                  <a:lnTo>
                    <a:pt x="60" y="1689"/>
                  </a:lnTo>
                  <a:lnTo>
                    <a:pt x="31" y="2018"/>
                  </a:lnTo>
                  <a:lnTo>
                    <a:pt x="1" y="2391"/>
                  </a:lnTo>
                  <a:lnTo>
                    <a:pt x="1" y="2779"/>
                  </a:lnTo>
                  <a:lnTo>
                    <a:pt x="1" y="3198"/>
                  </a:lnTo>
                  <a:lnTo>
                    <a:pt x="31" y="4019"/>
                  </a:lnTo>
                  <a:lnTo>
                    <a:pt x="75" y="4781"/>
                  </a:lnTo>
                  <a:lnTo>
                    <a:pt x="120" y="5424"/>
                  </a:lnTo>
                  <a:lnTo>
                    <a:pt x="180" y="6021"/>
                  </a:lnTo>
                  <a:lnTo>
                    <a:pt x="2137" y="6111"/>
                  </a:lnTo>
                  <a:lnTo>
                    <a:pt x="4154" y="6186"/>
                  </a:lnTo>
                  <a:lnTo>
                    <a:pt x="6469" y="6260"/>
                  </a:lnTo>
                  <a:lnTo>
                    <a:pt x="7665" y="6290"/>
                  </a:lnTo>
                  <a:lnTo>
                    <a:pt x="8815" y="6320"/>
                  </a:lnTo>
                  <a:lnTo>
                    <a:pt x="9891" y="6320"/>
                  </a:lnTo>
                  <a:lnTo>
                    <a:pt x="10862" y="6305"/>
                  </a:lnTo>
                  <a:lnTo>
                    <a:pt x="11698" y="6275"/>
                  </a:lnTo>
                  <a:lnTo>
                    <a:pt x="12057" y="6260"/>
                  </a:lnTo>
                  <a:lnTo>
                    <a:pt x="12356" y="6230"/>
                  </a:lnTo>
                  <a:lnTo>
                    <a:pt x="12610" y="6201"/>
                  </a:lnTo>
                  <a:lnTo>
                    <a:pt x="12804" y="6156"/>
                  </a:lnTo>
                  <a:lnTo>
                    <a:pt x="12923" y="6111"/>
                  </a:lnTo>
                  <a:lnTo>
                    <a:pt x="12968" y="6081"/>
                  </a:lnTo>
                  <a:lnTo>
                    <a:pt x="12983" y="6066"/>
                  </a:lnTo>
                  <a:lnTo>
                    <a:pt x="13088" y="5812"/>
                  </a:lnTo>
                  <a:lnTo>
                    <a:pt x="13133" y="5663"/>
                  </a:lnTo>
                  <a:lnTo>
                    <a:pt x="13177" y="5513"/>
                  </a:lnTo>
                  <a:lnTo>
                    <a:pt x="13207" y="5364"/>
                  </a:lnTo>
                  <a:lnTo>
                    <a:pt x="13207" y="5215"/>
                  </a:lnTo>
                  <a:lnTo>
                    <a:pt x="13207" y="5050"/>
                  </a:lnTo>
                  <a:lnTo>
                    <a:pt x="13192" y="4901"/>
                  </a:lnTo>
                  <a:lnTo>
                    <a:pt x="13148" y="4751"/>
                  </a:lnTo>
                  <a:lnTo>
                    <a:pt x="13073" y="4602"/>
                  </a:lnTo>
                  <a:lnTo>
                    <a:pt x="12968" y="4468"/>
                  </a:lnTo>
                  <a:lnTo>
                    <a:pt x="12834" y="4333"/>
                  </a:lnTo>
                  <a:lnTo>
                    <a:pt x="12684" y="4229"/>
                  </a:lnTo>
                  <a:lnTo>
                    <a:pt x="12475" y="4124"/>
                  </a:lnTo>
                  <a:lnTo>
                    <a:pt x="12236" y="4049"/>
                  </a:lnTo>
                  <a:lnTo>
                    <a:pt x="11952" y="3975"/>
                  </a:lnTo>
                  <a:lnTo>
                    <a:pt x="11713" y="3915"/>
                  </a:lnTo>
                  <a:lnTo>
                    <a:pt x="11429" y="3810"/>
                  </a:lnTo>
                  <a:lnTo>
                    <a:pt x="11116" y="3676"/>
                  </a:lnTo>
                  <a:lnTo>
                    <a:pt x="10772" y="3511"/>
                  </a:lnTo>
                  <a:lnTo>
                    <a:pt x="10414" y="3317"/>
                  </a:lnTo>
                  <a:lnTo>
                    <a:pt x="10025" y="3093"/>
                  </a:lnTo>
                  <a:lnTo>
                    <a:pt x="9218" y="2615"/>
                  </a:lnTo>
                  <a:lnTo>
                    <a:pt x="8666" y="2257"/>
                  </a:lnTo>
                  <a:lnTo>
                    <a:pt x="8442" y="2122"/>
                  </a:lnTo>
                  <a:lnTo>
                    <a:pt x="7844" y="1734"/>
                  </a:lnTo>
                  <a:lnTo>
                    <a:pt x="7485" y="1495"/>
                  </a:lnTo>
                  <a:lnTo>
                    <a:pt x="6992" y="1166"/>
                  </a:lnTo>
                  <a:lnTo>
                    <a:pt x="6305" y="718"/>
                  </a:lnTo>
                  <a:lnTo>
                    <a:pt x="5708" y="344"/>
                  </a:lnTo>
                  <a:lnTo>
                    <a:pt x="5469" y="210"/>
                  </a:lnTo>
                  <a:lnTo>
                    <a:pt x="5274" y="90"/>
                  </a:lnTo>
                  <a:lnTo>
                    <a:pt x="5110" y="31"/>
                  </a:lnTo>
                  <a:lnTo>
                    <a:pt x="5005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1512" name="Google Shape;1512;p32"/>
            <p:cNvSpPr/>
            <p:nvPr/>
          </p:nvSpPr>
          <p:spPr>
            <a:xfrm>
              <a:off x="-726929" y="4560349"/>
              <a:ext cx="58428" cy="47490"/>
            </a:xfrm>
            <a:custGeom>
              <a:avLst/>
              <a:gdLst/>
              <a:ahLst/>
              <a:cxnLst/>
              <a:rect l="l" t="t" r="r" b="b"/>
              <a:pathLst>
                <a:path w="2078" h="1689" extrusionOk="0">
                  <a:moveTo>
                    <a:pt x="1480" y="1"/>
                  </a:moveTo>
                  <a:lnTo>
                    <a:pt x="1345" y="45"/>
                  </a:lnTo>
                  <a:lnTo>
                    <a:pt x="1181" y="120"/>
                  </a:lnTo>
                  <a:lnTo>
                    <a:pt x="1062" y="195"/>
                  </a:lnTo>
                  <a:lnTo>
                    <a:pt x="942" y="270"/>
                  </a:lnTo>
                  <a:lnTo>
                    <a:pt x="733" y="449"/>
                  </a:lnTo>
                  <a:lnTo>
                    <a:pt x="539" y="658"/>
                  </a:lnTo>
                  <a:lnTo>
                    <a:pt x="374" y="852"/>
                  </a:lnTo>
                  <a:lnTo>
                    <a:pt x="240" y="1046"/>
                  </a:lnTo>
                  <a:lnTo>
                    <a:pt x="135" y="1196"/>
                  </a:lnTo>
                  <a:lnTo>
                    <a:pt x="31" y="1360"/>
                  </a:lnTo>
                  <a:lnTo>
                    <a:pt x="16" y="1405"/>
                  </a:lnTo>
                  <a:lnTo>
                    <a:pt x="1" y="1450"/>
                  </a:lnTo>
                  <a:lnTo>
                    <a:pt x="16" y="1525"/>
                  </a:lnTo>
                  <a:lnTo>
                    <a:pt x="46" y="1599"/>
                  </a:lnTo>
                  <a:lnTo>
                    <a:pt x="76" y="1644"/>
                  </a:lnTo>
                  <a:lnTo>
                    <a:pt x="120" y="1659"/>
                  </a:lnTo>
                  <a:lnTo>
                    <a:pt x="165" y="1689"/>
                  </a:lnTo>
                  <a:lnTo>
                    <a:pt x="255" y="1689"/>
                  </a:lnTo>
                  <a:lnTo>
                    <a:pt x="300" y="1674"/>
                  </a:lnTo>
                  <a:lnTo>
                    <a:pt x="374" y="1644"/>
                  </a:lnTo>
                  <a:lnTo>
                    <a:pt x="419" y="1569"/>
                  </a:lnTo>
                  <a:lnTo>
                    <a:pt x="509" y="1450"/>
                  </a:lnTo>
                  <a:lnTo>
                    <a:pt x="599" y="1315"/>
                  </a:lnTo>
                  <a:lnTo>
                    <a:pt x="718" y="1151"/>
                  </a:lnTo>
                  <a:lnTo>
                    <a:pt x="852" y="972"/>
                  </a:lnTo>
                  <a:lnTo>
                    <a:pt x="1017" y="807"/>
                  </a:lnTo>
                  <a:lnTo>
                    <a:pt x="1196" y="643"/>
                  </a:lnTo>
                  <a:lnTo>
                    <a:pt x="1301" y="583"/>
                  </a:lnTo>
                  <a:lnTo>
                    <a:pt x="1390" y="524"/>
                  </a:lnTo>
                  <a:lnTo>
                    <a:pt x="1585" y="434"/>
                  </a:lnTo>
                  <a:lnTo>
                    <a:pt x="1764" y="389"/>
                  </a:lnTo>
                  <a:lnTo>
                    <a:pt x="1928" y="374"/>
                  </a:lnTo>
                  <a:lnTo>
                    <a:pt x="2078" y="389"/>
                  </a:lnTo>
                  <a:lnTo>
                    <a:pt x="2078" y="285"/>
                  </a:lnTo>
                  <a:lnTo>
                    <a:pt x="2033" y="210"/>
                  </a:lnTo>
                  <a:lnTo>
                    <a:pt x="1988" y="150"/>
                  </a:lnTo>
                  <a:lnTo>
                    <a:pt x="1913" y="90"/>
                  </a:lnTo>
                  <a:lnTo>
                    <a:pt x="1824" y="60"/>
                  </a:lnTo>
                  <a:lnTo>
                    <a:pt x="1719" y="31"/>
                  </a:lnTo>
                  <a:lnTo>
                    <a:pt x="1480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1513" name="Google Shape;1513;p32"/>
            <p:cNvSpPr/>
            <p:nvPr/>
          </p:nvSpPr>
          <p:spPr>
            <a:xfrm>
              <a:off x="-745824" y="4544379"/>
              <a:ext cx="50443" cy="45832"/>
            </a:xfrm>
            <a:custGeom>
              <a:avLst/>
              <a:gdLst/>
              <a:ahLst/>
              <a:cxnLst/>
              <a:rect l="l" t="t" r="r" b="b"/>
              <a:pathLst>
                <a:path w="1794" h="1630" extrusionOk="0">
                  <a:moveTo>
                    <a:pt x="1300" y="1"/>
                  </a:moveTo>
                  <a:lnTo>
                    <a:pt x="1181" y="61"/>
                  </a:lnTo>
                  <a:lnTo>
                    <a:pt x="1061" y="135"/>
                  </a:lnTo>
                  <a:lnTo>
                    <a:pt x="942" y="210"/>
                  </a:lnTo>
                  <a:lnTo>
                    <a:pt x="718" y="404"/>
                  </a:lnTo>
                  <a:lnTo>
                    <a:pt x="524" y="599"/>
                  </a:lnTo>
                  <a:lnTo>
                    <a:pt x="359" y="793"/>
                  </a:lnTo>
                  <a:lnTo>
                    <a:pt x="225" y="987"/>
                  </a:lnTo>
                  <a:lnTo>
                    <a:pt x="120" y="1136"/>
                  </a:lnTo>
                  <a:lnTo>
                    <a:pt x="31" y="1301"/>
                  </a:lnTo>
                  <a:lnTo>
                    <a:pt x="1" y="1346"/>
                  </a:lnTo>
                  <a:lnTo>
                    <a:pt x="1" y="1390"/>
                  </a:lnTo>
                  <a:lnTo>
                    <a:pt x="1" y="1480"/>
                  </a:lnTo>
                  <a:lnTo>
                    <a:pt x="45" y="1555"/>
                  </a:lnTo>
                  <a:lnTo>
                    <a:pt x="75" y="1585"/>
                  </a:lnTo>
                  <a:lnTo>
                    <a:pt x="120" y="1614"/>
                  </a:lnTo>
                  <a:lnTo>
                    <a:pt x="150" y="1629"/>
                  </a:lnTo>
                  <a:lnTo>
                    <a:pt x="284" y="1629"/>
                  </a:lnTo>
                  <a:lnTo>
                    <a:pt x="359" y="1585"/>
                  </a:lnTo>
                  <a:lnTo>
                    <a:pt x="419" y="1525"/>
                  </a:lnTo>
                  <a:lnTo>
                    <a:pt x="494" y="1390"/>
                  </a:lnTo>
                  <a:lnTo>
                    <a:pt x="583" y="1256"/>
                  </a:lnTo>
                  <a:lnTo>
                    <a:pt x="703" y="1092"/>
                  </a:lnTo>
                  <a:lnTo>
                    <a:pt x="852" y="912"/>
                  </a:lnTo>
                  <a:lnTo>
                    <a:pt x="1017" y="748"/>
                  </a:lnTo>
                  <a:lnTo>
                    <a:pt x="1196" y="584"/>
                  </a:lnTo>
                  <a:lnTo>
                    <a:pt x="1285" y="524"/>
                  </a:lnTo>
                  <a:lnTo>
                    <a:pt x="1390" y="464"/>
                  </a:lnTo>
                  <a:lnTo>
                    <a:pt x="1495" y="404"/>
                  </a:lnTo>
                  <a:lnTo>
                    <a:pt x="1599" y="374"/>
                  </a:lnTo>
                  <a:lnTo>
                    <a:pt x="1704" y="345"/>
                  </a:lnTo>
                  <a:lnTo>
                    <a:pt x="1793" y="330"/>
                  </a:lnTo>
                  <a:lnTo>
                    <a:pt x="1778" y="225"/>
                  </a:lnTo>
                  <a:lnTo>
                    <a:pt x="1734" y="150"/>
                  </a:lnTo>
                  <a:lnTo>
                    <a:pt x="1674" y="91"/>
                  </a:lnTo>
                  <a:lnTo>
                    <a:pt x="1614" y="61"/>
                  </a:lnTo>
                  <a:lnTo>
                    <a:pt x="1539" y="31"/>
                  </a:lnTo>
                  <a:lnTo>
                    <a:pt x="1465" y="16"/>
                  </a:lnTo>
                  <a:lnTo>
                    <a:pt x="1300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1514" name="Google Shape;1514;p32"/>
            <p:cNvSpPr/>
            <p:nvPr/>
          </p:nvSpPr>
          <p:spPr>
            <a:xfrm>
              <a:off x="-700864" y="4575055"/>
              <a:ext cx="54211" cy="47069"/>
            </a:xfrm>
            <a:custGeom>
              <a:avLst/>
              <a:gdLst/>
              <a:ahLst/>
              <a:cxnLst/>
              <a:rect l="l" t="t" r="r" b="b"/>
              <a:pathLst>
                <a:path w="1928" h="1674" extrusionOk="0">
                  <a:moveTo>
                    <a:pt x="1375" y="1"/>
                  </a:moveTo>
                  <a:lnTo>
                    <a:pt x="1180" y="105"/>
                  </a:lnTo>
                  <a:lnTo>
                    <a:pt x="1061" y="165"/>
                  </a:lnTo>
                  <a:lnTo>
                    <a:pt x="941" y="255"/>
                  </a:lnTo>
                  <a:lnTo>
                    <a:pt x="717" y="434"/>
                  </a:lnTo>
                  <a:lnTo>
                    <a:pt x="523" y="628"/>
                  </a:lnTo>
                  <a:lnTo>
                    <a:pt x="359" y="837"/>
                  </a:lnTo>
                  <a:lnTo>
                    <a:pt x="224" y="1016"/>
                  </a:lnTo>
                  <a:lnTo>
                    <a:pt x="120" y="1181"/>
                  </a:lnTo>
                  <a:lnTo>
                    <a:pt x="15" y="1330"/>
                  </a:lnTo>
                  <a:lnTo>
                    <a:pt x="0" y="1375"/>
                  </a:lnTo>
                  <a:lnTo>
                    <a:pt x="0" y="1420"/>
                  </a:lnTo>
                  <a:lnTo>
                    <a:pt x="0" y="1509"/>
                  </a:lnTo>
                  <a:lnTo>
                    <a:pt x="45" y="1584"/>
                  </a:lnTo>
                  <a:lnTo>
                    <a:pt x="75" y="1614"/>
                  </a:lnTo>
                  <a:lnTo>
                    <a:pt x="105" y="1644"/>
                  </a:lnTo>
                  <a:lnTo>
                    <a:pt x="150" y="1659"/>
                  </a:lnTo>
                  <a:lnTo>
                    <a:pt x="194" y="1674"/>
                  </a:lnTo>
                  <a:lnTo>
                    <a:pt x="284" y="1659"/>
                  </a:lnTo>
                  <a:lnTo>
                    <a:pt x="359" y="1614"/>
                  </a:lnTo>
                  <a:lnTo>
                    <a:pt x="418" y="1554"/>
                  </a:lnTo>
                  <a:lnTo>
                    <a:pt x="493" y="1420"/>
                  </a:lnTo>
                  <a:lnTo>
                    <a:pt x="583" y="1285"/>
                  </a:lnTo>
                  <a:lnTo>
                    <a:pt x="702" y="1121"/>
                  </a:lnTo>
                  <a:lnTo>
                    <a:pt x="837" y="957"/>
                  </a:lnTo>
                  <a:lnTo>
                    <a:pt x="1001" y="777"/>
                  </a:lnTo>
                  <a:lnTo>
                    <a:pt x="1195" y="628"/>
                  </a:lnTo>
                  <a:lnTo>
                    <a:pt x="1285" y="553"/>
                  </a:lnTo>
                  <a:lnTo>
                    <a:pt x="1390" y="494"/>
                  </a:lnTo>
                  <a:lnTo>
                    <a:pt x="1524" y="434"/>
                  </a:lnTo>
                  <a:lnTo>
                    <a:pt x="1673" y="389"/>
                  </a:lnTo>
                  <a:lnTo>
                    <a:pt x="1808" y="359"/>
                  </a:lnTo>
                  <a:lnTo>
                    <a:pt x="1927" y="359"/>
                  </a:lnTo>
                  <a:lnTo>
                    <a:pt x="1927" y="255"/>
                  </a:lnTo>
                  <a:lnTo>
                    <a:pt x="1898" y="180"/>
                  </a:lnTo>
                  <a:lnTo>
                    <a:pt x="1853" y="105"/>
                  </a:lnTo>
                  <a:lnTo>
                    <a:pt x="1793" y="60"/>
                  </a:lnTo>
                  <a:lnTo>
                    <a:pt x="1718" y="30"/>
                  </a:lnTo>
                  <a:lnTo>
                    <a:pt x="1614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1515" name="Google Shape;1515;p32"/>
            <p:cNvSpPr/>
            <p:nvPr/>
          </p:nvSpPr>
          <p:spPr>
            <a:xfrm>
              <a:off x="-765563" y="2987229"/>
              <a:ext cx="62618" cy="161732"/>
            </a:xfrm>
            <a:custGeom>
              <a:avLst/>
              <a:gdLst/>
              <a:ahLst/>
              <a:cxnLst/>
              <a:rect l="l" t="t" r="r" b="b"/>
              <a:pathLst>
                <a:path w="2227" h="5752" extrusionOk="0">
                  <a:moveTo>
                    <a:pt x="927" y="0"/>
                  </a:moveTo>
                  <a:lnTo>
                    <a:pt x="822" y="15"/>
                  </a:lnTo>
                  <a:lnTo>
                    <a:pt x="733" y="30"/>
                  </a:lnTo>
                  <a:lnTo>
                    <a:pt x="628" y="60"/>
                  </a:lnTo>
                  <a:lnTo>
                    <a:pt x="538" y="105"/>
                  </a:lnTo>
                  <a:lnTo>
                    <a:pt x="464" y="150"/>
                  </a:lnTo>
                  <a:lnTo>
                    <a:pt x="389" y="209"/>
                  </a:lnTo>
                  <a:lnTo>
                    <a:pt x="314" y="269"/>
                  </a:lnTo>
                  <a:lnTo>
                    <a:pt x="254" y="344"/>
                  </a:lnTo>
                  <a:lnTo>
                    <a:pt x="195" y="418"/>
                  </a:lnTo>
                  <a:lnTo>
                    <a:pt x="135" y="493"/>
                  </a:lnTo>
                  <a:lnTo>
                    <a:pt x="90" y="568"/>
                  </a:lnTo>
                  <a:lnTo>
                    <a:pt x="60" y="657"/>
                  </a:lnTo>
                  <a:lnTo>
                    <a:pt x="30" y="762"/>
                  </a:lnTo>
                  <a:lnTo>
                    <a:pt x="15" y="852"/>
                  </a:lnTo>
                  <a:lnTo>
                    <a:pt x="0" y="956"/>
                  </a:lnTo>
                  <a:lnTo>
                    <a:pt x="0" y="1046"/>
                  </a:lnTo>
                  <a:lnTo>
                    <a:pt x="269" y="4826"/>
                  </a:lnTo>
                  <a:lnTo>
                    <a:pt x="284" y="4930"/>
                  </a:lnTo>
                  <a:lnTo>
                    <a:pt x="299" y="5020"/>
                  </a:lnTo>
                  <a:lnTo>
                    <a:pt x="329" y="5124"/>
                  </a:lnTo>
                  <a:lnTo>
                    <a:pt x="374" y="5214"/>
                  </a:lnTo>
                  <a:lnTo>
                    <a:pt x="419" y="5289"/>
                  </a:lnTo>
                  <a:lnTo>
                    <a:pt x="464" y="5363"/>
                  </a:lnTo>
                  <a:lnTo>
                    <a:pt x="538" y="5438"/>
                  </a:lnTo>
                  <a:lnTo>
                    <a:pt x="598" y="5498"/>
                  </a:lnTo>
                  <a:lnTo>
                    <a:pt x="673" y="5558"/>
                  </a:lnTo>
                  <a:lnTo>
                    <a:pt x="747" y="5617"/>
                  </a:lnTo>
                  <a:lnTo>
                    <a:pt x="837" y="5662"/>
                  </a:lnTo>
                  <a:lnTo>
                    <a:pt x="927" y="5692"/>
                  </a:lnTo>
                  <a:lnTo>
                    <a:pt x="1016" y="5722"/>
                  </a:lnTo>
                  <a:lnTo>
                    <a:pt x="1121" y="5737"/>
                  </a:lnTo>
                  <a:lnTo>
                    <a:pt x="1211" y="5752"/>
                  </a:lnTo>
                  <a:lnTo>
                    <a:pt x="1315" y="5752"/>
                  </a:lnTo>
                  <a:lnTo>
                    <a:pt x="1420" y="5737"/>
                  </a:lnTo>
                  <a:lnTo>
                    <a:pt x="1509" y="5707"/>
                  </a:lnTo>
                  <a:lnTo>
                    <a:pt x="1599" y="5677"/>
                  </a:lnTo>
                  <a:lnTo>
                    <a:pt x="1689" y="5647"/>
                  </a:lnTo>
                  <a:lnTo>
                    <a:pt x="1778" y="5588"/>
                  </a:lnTo>
                  <a:lnTo>
                    <a:pt x="1853" y="5543"/>
                  </a:lnTo>
                  <a:lnTo>
                    <a:pt x="1928" y="5483"/>
                  </a:lnTo>
                  <a:lnTo>
                    <a:pt x="1987" y="5408"/>
                  </a:lnTo>
                  <a:lnTo>
                    <a:pt x="2047" y="5334"/>
                  </a:lnTo>
                  <a:lnTo>
                    <a:pt x="2092" y="5259"/>
                  </a:lnTo>
                  <a:lnTo>
                    <a:pt x="2137" y="5169"/>
                  </a:lnTo>
                  <a:lnTo>
                    <a:pt x="2182" y="5080"/>
                  </a:lnTo>
                  <a:lnTo>
                    <a:pt x="2197" y="4990"/>
                  </a:lnTo>
                  <a:lnTo>
                    <a:pt x="2226" y="4900"/>
                  </a:lnTo>
                  <a:lnTo>
                    <a:pt x="2226" y="4796"/>
                  </a:lnTo>
                  <a:lnTo>
                    <a:pt x="2226" y="4691"/>
                  </a:lnTo>
                  <a:lnTo>
                    <a:pt x="1973" y="911"/>
                  </a:lnTo>
                  <a:lnTo>
                    <a:pt x="1943" y="777"/>
                  </a:lnTo>
                  <a:lnTo>
                    <a:pt x="1913" y="643"/>
                  </a:lnTo>
                  <a:lnTo>
                    <a:pt x="1853" y="508"/>
                  </a:lnTo>
                  <a:lnTo>
                    <a:pt x="1778" y="404"/>
                  </a:lnTo>
                  <a:lnTo>
                    <a:pt x="1689" y="299"/>
                  </a:lnTo>
                  <a:lnTo>
                    <a:pt x="1599" y="209"/>
                  </a:lnTo>
                  <a:lnTo>
                    <a:pt x="1479" y="135"/>
                  </a:lnTo>
                  <a:lnTo>
                    <a:pt x="1360" y="75"/>
                  </a:lnTo>
                  <a:lnTo>
                    <a:pt x="1255" y="30"/>
                  </a:lnTo>
                  <a:lnTo>
                    <a:pt x="1151" y="15"/>
                  </a:lnTo>
                  <a:lnTo>
                    <a:pt x="1031" y="0"/>
                  </a:lnTo>
                  <a:close/>
                </a:path>
              </a:pathLst>
            </a:custGeom>
            <a:solidFill>
              <a:srgbClr val="43434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1516" name="Google Shape;1516;p32"/>
            <p:cNvSpPr/>
            <p:nvPr/>
          </p:nvSpPr>
          <p:spPr>
            <a:xfrm>
              <a:off x="-711802" y="2966225"/>
              <a:ext cx="134880" cy="168874"/>
            </a:xfrm>
            <a:custGeom>
              <a:avLst/>
              <a:gdLst/>
              <a:ahLst/>
              <a:cxnLst/>
              <a:rect l="l" t="t" r="r" b="b"/>
              <a:pathLst>
                <a:path w="4797" h="6006" extrusionOk="0">
                  <a:moveTo>
                    <a:pt x="3855" y="0"/>
                  </a:moveTo>
                  <a:lnTo>
                    <a:pt x="3691" y="15"/>
                  </a:lnTo>
                  <a:lnTo>
                    <a:pt x="3526" y="45"/>
                  </a:lnTo>
                  <a:lnTo>
                    <a:pt x="3377" y="105"/>
                  </a:lnTo>
                  <a:lnTo>
                    <a:pt x="3243" y="179"/>
                  </a:lnTo>
                  <a:lnTo>
                    <a:pt x="3108" y="284"/>
                  </a:lnTo>
                  <a:lnTo>
                    <a:pt x="3004" y="418"/>
                  </a:lnTo>
                  <a:lnTo>
                    <a:pt x="180" y="4467"/>
                  </a:lnTo>
                  <a:lnTo>
                    <a:pt x="135" y="4557"/>
                  </a:lnTo>
                  <a:lnTo>
                    <a:pt x="90" y="4646"/>
                  </a:lnTo>
                  <a:lnTo>
                    <a:pt x="46" y="4736"/>
                  </a:lnTo>
                  <a:lnTo>
                    <a:pt x="31" y="4826"/>
                  </a:lnTo>
                  <a:lnTo>
                    <a:pt x="16" y="4915"/>
                  </a:lnTo>
                  <a:lnTo>
                    <a:pt x="1" y="5020"/>
                  </a:lnTo>
                  <a:lnTo>
                    <a:pt x="16" y="5109"/>
                  </a:lnTo>
                  <a:lnTo>
                    <a:pt x="16" y="5199"/>
                  </a:lnTo>
                  <a:lnTo>
                    <a:pt x="46" y="5289"/>
                  </a:lnTo>
                  <a:lnTo>
                    <a:pt x="75" y="5378"/>
                  </a:lnTo>
                  <a:lnTo>
                    <a:pt x="105" y="5468"/>
                  </a:lnTo>
                  <a:lnTo>
                    <a:pt x="150" y="5558"/>
                  </a:lnTo>
                  <a:lnTo>
                    <a:pt x="210" y="5632"/>
                  </a:lnTo>
                  <a:lnTo>
                    <a:pt x="270" y="5707"/>
                  </a:lnTo>
                  <a:lnTo>
                    <a:pt x="344" y="5767"/>
                  </a:lnTo>
                  <a:lnTo>
                    <a:pt x="434" y="5842"/>
                  </a:lnTo>
                  <a:lnTo>
                    <a:pt x="509" y="5886"/>
                  </a:lnTo>
                  <a:lnTo>
                    <a:pt x="598" y="5931"/>
                  </a:lnTo>
                  <a:lnTo>
                    <a:pt x="688" y="5961"/>
                  </a:lnTo>
                  <a:lnTo>
                    <a:pt x="793" y="5991"/>
                  </a:lnTo>
                  <a:lnTo>
                    <a:pt x="882" y="6006"/>
                  </a:lnTo>
                  <a:lnTo>
                    <a:pt x="1061" y="6006"/>
                  </a:lnTo>
                  <a:lnTo>
                    <a:pt x="1166" y="5991"/>
                  </a:lnTo>
                  <a:lnTo>
                    <a:pt x="1256" y="5976"/>
                  </a:lnTo>
                  <a:lnTo>
                    <a:pt x="1345" y="5946"/>
                  </a:lnTo>
                  <a:lnTo>
                    <a:pt x="1435" y="5901"/>
                  </a:lnTo>
                  <a:lnTo>
                    <a:pt x="1510" y="5856"/>
                  </a:lnTo>
                  <a:lnTo>
                    <a:pt x="1599" y="5812"/>
                  </a:lnTo>
                  <a:lnTo>
                    <a:pt x="1659" y="5737"/>
                  </a:lnTo>
                  <a:lnTo>
                    <a:pt x="1734" y="5677"/>
                  </a:lnTo>
                  <a:lnTo>
                    <a:pt x="1794" y="5588"/>
                  </a:lnTo>
                  <a:lnTo>
                    <a:pt x="4617" y="1554"/>
                  </a:lnTo>
                  <a:lnTo>
                    <a:pt x="4662" y="1464"/>
                  </a:lnTo>
                  <a:lnTo>
                    <a:pt x="4707" y="1375"/>
                  </a:lnTo>
                  <a:lnTo>
                    <a:pt x="4752" y="1285"/>
                  </a:lnTo>
                  <a:lnTo>
                    <a:pt x="4766" y="1195"/>
                  </a:lnTo>
                  <a:lnTo>
                    <a:pt x="4781" y="1091"/>
                  </a:lnTo>
                  <a:lnTo>
                    <a:pt x="4796" y="1001"/>
                  </a:lnTo>
                  <a:lnTo>
                    <a:pt x="4781" y="911"/>
                  </a:lnTo>
                  <a:lnTo>
                    <a:pt x="4781" y="807"/>
                  </a:lnTo>
                  <a:lnTo>
                    <a:pt x="4752" y="717"/>
                  </a:lnTo>
                  <a:lnTo>
                    <a:pt x="4722" y="628"/>
                  </a:lnTo>
                  <a:lnTo>
                    <a:pt x="4692" y="538"/>
                  </a:lnTo>
                  <a:lnTo>
                    <a:pt x="4647" y="463"/>
                  </a:lnTo>
                  <a:lnTo>
                    <a:pt x="4587" y="389"/>
                  </a:lnTo>
                  <a:lnTo>
                    <a:pt x="4527" y="314"/>
                  </a:lnTo>
                  <a:lnTo>
                    <a:pt x="4453" y="239"/>
                  </a:lnTo>
                  <a:lnTo>
                    <a:pt x="4363" y="179"/>
                  </a:lnTo>
                  <a:lnTo>
                    <a:pt x="4273" y="120"/>
                  </a:lnTo>
                  <a:lnTo>
                    <a:pt x="4184" y="75"/>
                  </a:lnTo>
                  <a:lnTo>
                    <a:pt x="4020" y="30"/>
                  </a:lnTo>
                  <a:lnTo>
                    <a:pt x="3855" y="0"/>
                  </a:lnTo>
                  <a:close/>
                </a:path>
              </a:pathLst>
            </a:custGeom>
            <a:solidFill>
              <a:srgbClr val="43434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1517" name="Google Shape;1517;p32"/>
            <p:cNvSpPr/>
            <p:nvPr/>
          </p:nvSpPr>
          <p:spPr>
            <a:xfrm>
              <a:off x="-639118" y="2997295"/>
              <a:ext cx="137382" cy="166793"/>
            </a:xfrm>
            <a:custGeom>
              <a:avLst/>
              <a:gdLst/>
              <a:ahLst/>
              <a:cxnLst/>
              <a:rect l="l" t="t" r="r" b="b"/>
              <a:pathLst>
                <a:path w="4886" h="5932" extrusionOk="0">
                  <a:moveTo>
                    <a:pt x="3959" y="1"/>
                  </a:moveTo>
                  <a:lnTo>
                    <a:pt x="3795" y="16"/>
                  </a:lnTo>
                  <a:lnTo>
                    <a:pt x="3646" y="46"/>
                  </a:lnTo>
                  <a:lnTo>
                    <a:pt x="3496" y="90"/>
                  </a:lnTo>
                  <a:lnTo>
                    <a:pt x="3347" y="165"/>
                  </a:lnTo>
                  <a:lnTo>
                    <a:pt x="3227" y="270"/>
                  </a:lnTo>
                  <a:lnTo>
                    <a:pt x="3108" y="404"/>
                  </a:lnTo>
                  <a:lnTo>
                    <a:pt x="180" y="4363"/>
                  </a:lnTo>
                  <a:lnTo>
                    <a:pt x="135" y="4453"/>
                  </a:lnTo>
                  <a:lnTo>
                    <a:pt x="90" y="4542"/>
                  </a:lnTo>
                  <a:lnTo>
                    <a:pt x="45" y="4632"/>
                  </a:lnTo>
                  <a:lnTo>
                    <a:pt x="15" y="4722"/>
                  </a:lnTo>
                  <a:lnTo>
                    <a:pt x="0" y="4811"/>
                  </a:lnTo>
                  <a:lnTo>
                    <a:pt x="0" y="4901"/>
                  </a:lnTo>
                  <a:lnTo>
                    <a:pt x="0" y="5005"/>
                  </a:lnTo>
                  <a:lnTo>
                    <a:pt x="0" y="5095"/>
                  </a:lnTo>
                  <a:lnTo>
                    <a:pt x="15" y="5185"/>
                  </a:lnTo>
                  <a:lnTo>
                    <a:pt x="45" y="5274"/>
                  </a:lnTo>
                  <a:lnTo>
                    <a:pt x="90" y="5364"/>
                  </a:lnTo>
                  <a:lnTo>
                    <a:pt x="135" y="5454"/>
                  </a:lnTo>
                  <a:lnTo>
                    <a:pt x="180" y="5528"/>
                  </a:lnTo>
                  <a:lnTo>
                    <a:pt x="239" y="5603"/>
                  </a:lnTo>
                  <a:lnTo>
                    <a:pt x="314" y="5678"/>
                  </a:lnTo>
                  <a:lnTo>
                    <a:pt x="389" y="5737"/>
                  </a:lnTo>
                  <a:lnTo>
                    <a:pt x="478" y="5797"/>
                  </a:lnTo>
                  <a:lnTo>
                    <a:pt x="568" y="5842"/>
                  </a:lnTo>
                  <a:lnTo>
                    <a:pt x="658" y="5872"/>
                  </a:lnTo>
                  <a:lnTo>
                    <a:pt x="747" y="5902"/>
                  </a:lnTo>
                  <a:lnTo>
                    <a:pt x="837" y="5917"/>
                  </a:lnTo>
                  <a:lnTo>
                    <a:pt x="927" y="5932"/>
                  </a:lnTo>
                  <a:lnTo>
                    <a:pt x="1031" y="5932"/>
                  </a:lnTo>
                  <a:lnTo>
                    <a:pt x="1121" y="5917"/>
                  </a:lnTo>
                  <a:lnTo>
                    <a:pt x="1210" y="5902"/>
                  </a:lnTo>
                  <a:lnTo>
                    <a:pt x="1300" y="5872"/>
                  </a:lnTo>
                  <a:lnTo>
                    <a:pt x="1390" y="5842"/>
                  </a:lnTo>
                  <a:lnTo>
                    <a:pt x="1479" y="5797"/>
                  </a:lnTo>
                  <a:lnTo>
                    <a:pt x="1554" y="5737"/>
                  </a:lnTo>
                  <a:lnTo>
                    <a:pt x="1629" y="5678"/>
                  </a:lnTo>
                  <a:lnTo>
                    <a:pt x="1703" y="5618"/>
                  </a:lnTo>
                  <a:lnTo>
                    <a:pt x="1763" y="5528"/>
                  </a:lnTo>
                  <a:lnTo>
                    <a:pt x="4691" y="1569"/>
                  </a:lnTo>
                  <a:lnTo>
                    <a:pt x="4751" y="1480"/>
                  </a:lnTo>
                  <a:lnTo>
                    <a:pt x="4796" y="1405"/>
                  </a:lnTo>
                  <a:lnTo>
                    <a:pt x="4841" y="1315"/>
                  </a:lnTo>
                  <a:lnTo>
                    <a:pt x="4856" y="1211"/>
                  </a:lnTo>
                  <a:lnTo>
                    <a:pt x="4886" y="1121"/>
                  </a:lnTo>
                  <a:lnTo>
                    <a:pt x="4886" y="1032"/>
                  </a:lnTo>
                  <a:lnTo>
                    <a:pt x="4886" y="927"/>
                  </a:lnTo>
                  <a:lnTo>
                    <a:pt x="4871" y="837"/>
                  </a:lnTo>
                  <a:lnTo>
                    <a:pt x="4856" y="748"/>
                  </a:lnTo>
                  <a:lnTo>
                    <a:pt x="4826" y="658"/>
                  </a:lnTo>
                  <a:lnTo>
                    <a:pt x="4796" y="568"/>
                  </a:lnTo>
                  <a:lnTo>
                    <a:pt x="4751" y="479"/>
                  </a:lnTo>
                  <a:lnTo>
                    <a:pt x="4691" y="404"/>
                  </a:lnTo>
                  <a:lnTo>
                    <a:pt x="4632" y="329"/>
                  </a:lnTo>
                  <a:lnTo>
                    <a:pt x="4572" y="255"/>
                  </a:lnTo>
                  <a:lnTo>
                    <a:pt x="4482" y="195"/>
                  </a:lnTo>
                  <a:lnTo>
                    <a:pt x="4378" y="120"/>
                  </a:lnTo>
                  <a:lnTo>
                    <a:pt x="4273" y="75"/>
                  </a:lnTo>
                  <a:lnTo>
                    <a:pt x="4124" y="31"/>
                  </a:lnTo>
                  <a:lnTo>
                    <a:pt x="3959" y="1"/>
                  </a:lnTo>
                  <a:close/>
                </a:path>
              </a:pathLst>
            </a:custGeom>
            <a:solidFill>
              <a:srgbClr val="43434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1518" name="Google Shape;1518;p32"/>
            <p:cNvSpPr/>
            <p:nvPr/>
          </p:nvSpPr>
          <p:spPr>
            <a:xfrm>
              <a:off x="-598797" y="3059885"/>
              <a:ext cx="141178" cy="164291"/>
            </a:xfrm>
            <a:custGeom>
              <a:avLst/>
              <a:gdLst/>
              <a:ahLst/>
              <a:cxnLst/>
              <a:rect l="l" t="t" r="r" b="b"/>
              <a:pathLst>
                <a:path w="5021" h="5843" extrusionOk="0">
                  <a:moveTo>
                    <a:pt x="3945" y="1"/>
                  </a:moveTo>
                  <a:lnTo>
                    <a:pt x="3780" y="31"/>
                  </a:lnTo>
                  <a:lnTo>
                    <a:pt x="3631" y="90"/>
                  </a:lnTo>
                  <a:lnTo>
                    <a:pt x="3496" y="165"/>
                  </a:lnTo>
                  <a:lnTo>
                    <a:pt x="3377" y="255"/>
                  </a:lnTo>
                  <a:lnTo>
                    <a:pt x="3257" y="374"/>
                  </a:lnTo>
                  <a:lnTo>
                    <a:pt x="210" y="4244"/>
                  </a:lnTo>
                  <a:lnTo>
                    <a:pt x="150" y="4333"/>
                  </a:lnTo>
                  <a:lnTo>
                    <a:pt x="105" y="4408"/>
                  </a:lnTo>
                  <a:lnTo>
                    <a:pt x="60" y="4497"/>
                  </a:lnTo>
                  <a:lnTo>
                    <a:pt x="30" y="4587"/>
                  </a:lnTo>
                  <a:lnTo>
                    <a:pt x="15" y="4692"/>
                  </a:lnTo>
                  <a:lnTo>
                    <a:pt x="1" y="4781"/>
                  </a:lnTo>
                  <a:lnTo>
                    <a:pt x="1" y="4871"/>
                  </a:lnTo>
                  <a:lnTo>
                    <a:pt x="1" y="4976"/>
                  </a:lnTo>
                  <a:lnTo>
                    <a:pt x="15" y="5065"/>
                  </a:lnTo>
                  <a:lnTo>
                    <a:pt x="45" y="5155"/>
                  </a:lnTo>
                  <a:lnTo>
                    <a:pt x="75" y="5244"/>
                  </a:lnTo>
                  <a:lnTo>
                    <a:pt x="120" y="5334"/>
                  </a:lnTo>
                  <a:lnTo>
                    <a:pt x="165" y="5409"/>
                  </a:lnTo>
                  <a:lnTo>
                    <a:pt x="225" y="5483"/>
                  </a:lnTo>
                  <a:lnTo>
                    <a:pt x="299" y="5558"/>
                  </a:lnTo>
                  <a:lnTo>
                    <a:pt x="374" y="5633"/>
                  </a:lnTo>
                  <a:lnTo>
                    <a:pt x="449" y="5693"/>
                  </a:lnTo>
                  <a:lnTo>
                    <a:pt x="538" y="5737"/>
                  </a:lnTo>
                  <a:lnTo>
                    <a:pt x="628" y="5767"/>
                  </a:lnTo>
                  <a:lnTo>
                    <a:pt x="718" y="5797"/>
                  </a:lnTo>
                  <a:lnTo>
                    <a:pt x="807" y="5827"/>
                  </a:lnTo>
                  <a:lnTo>
                    <a:pt x="897" y="5842"/>
                  </a:lnTo>
                  <a:lnTo>
                    <a:pt x="1001" y="5842"/>
                  </a:lnTo>
                  <a:lnTo>
                    <a:pt x="1091" y="5827"/>
                  </a:lnTo>
                  <a:lnTo>
                    <a:pt x="1181" y="5812"/>
                  </a:lnTo>
                  <a:lnTo>
                    <a:pt x="1270" y="5797"/>
                  </a:lnTo>
                  <a:lnTo>
                    <a:pt x="1360" y="5752"/>
                  </a:lnTo>
                  <a:lnTo>
                    <a:pt x="1450" y="5723"/>
                  </a:lnTo>
                  <a:lnTo>
                    <a:pt x="1539" y="5663"/>
                  </a:lnTo>
                  <a:lnTo>
                    <a:pt x="1614" y="5603"/>
                  </a:lnTo>
                  <a:lnTo>
                    <a:pt x="1689" y="5543"/>
                  </a:lnTo>
                  <a:lnTo>
                    <a:pt x="1748" y="5469"/>
                  </a:lnTo>
                  <a:lnTo>
                    <a:pt x="4796" y="1599"/>
                  </a:lnTo>
                  <a:lnTo>
                    <a:pt x="4856" y="1510"/>
                  </a:lnTo>
                  <a:lnTo>
                    <a:pt x="4916" y="1420"/>
                  </a:lnTo>
                  <a:lnTo>
                    <a:pt x="4946" y="1345"/>
                  </a:lnTo>
                  <a:lnTo>
                    <a:pt x="4975" y="1241"/>
                  </a:lnTo>
                  <a:lnTo>
                    <a:pt x="5005" y="1151"/>
                  </a:lnTo>
                  <a:lnTo>
                    <a:pt x="5005" y="1061"/>
                  </a:lnTo>
                  <a:lnTo>
                    <a:pt x="5020" y="972"/>
                  </a:lnTo>
                  <a:lnTo>
                    <a:pt x="5005" y="867"/>
                  </a:lnTo>
                  <a:lnTo>
                    <a:pt x="4990" y="778"/>
                  </a:lnTo>
                  <a:lnTo>
                    <a:pt x="4960" y="688"/>
                  </a:lnTo>
                  <a:lnTo>
                    <a:pt x="4931" y="598"/>
                  </a:lnTo>
                  <a:lnTo>
                    <a:pt x="4886" y="509"/>
                  </a:lnTo>
                  <a:lnTo>
                    <a:pt x="4841" y="434"/>
                  </a:lnTo>
                  <a:lnTo>
                    <a:pt x="4781" y="359"/>
                  </a:lnTo>
                  <a:lnTo>
                    <a:pt x="4721" y="285"/>
                  </a:lnTo>
                  <a:lnTo>
                    <a:pt x="4632" y="210"/>
                  </a:lnTo>
                  <a:lnTo>
                    <a:pt x="4527" y="135"/>
                  </a:lnTo>
                  <a:lnTo>
                    <a:pt x="4393" y="75"/>
                  </a:lnTo>
                  <a:lnTo>
                    <a:pt x="4243" y="31"/>
                  </a:lnTo>
                  <a:lnTo>
                    <a:pt x="4094" y="1"/>
                  </a:lnTo>
                  <a:close/>
                </a:path>
              </a:pathLst>
            </a:custGeom>
            <a:solidFill>
              <a:srgbClr val="43434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1519" name="Google Shape;1519;p32"/>
            <p:cNvSpPr/>
            <p:nvPr/>
          </p:nvSpPr>
          <p:spPr>
            <a:xfrm>
              <a:off x="-1202427" y="3395524"/>
              <a:ext cx="431013" cy="371770"/>
            </a:xfrm>
            <a:custGeom>
              <a:avLst/>
              <a:gdLst/>
              <a:ahLst/>
              <a:cxnLst/>
              <a:rect l="l" t="t" r="r" b="b"/>
              <a:pathLst>
                <a:path w="15329" h="13222" extrusionOk="0">
                  <a:moveTo>
                    <a:pt x="8949" y="0"/>
                  </a:moveTo>
                  <a:lnTo>
                    <a:pt x="8830" y="15"/>
                  </a:lnTo>
                  <a:lnTo>
                    <a:pt x="8725" y="45"/>
                  </a:lnTo>
                  <a:lnTo>
                    <a:pt x="8620" y="105"/>
                  </a:lnTo>
                  <a:lnTo>
                    <a:pt x="8516" y="165"/>
                  </a:lnTo>
                  <a:lnTo>
                    <a:pt x="8426" y="239"/>
                  </a:lnTo>
                  <a:lnTo>
                    <a:pt x="8337" y="344"/>
                  </a:lnTo>
                  <a:lnTo>
                    <a:pt x="5289" y="4437"/>
                  </a:lnTo>
                  <a:lnTo>
                    <a:pt x="4049" y="6096"/>
                  </a:lnTo>
                  <a:lnTo>
                    <a:pt x="0" y="11549"/>
                  </a:lnTo>
                  <a:lnTo>
                    <a:pt x="299" y="11773"/>
                  </a:lnTo>
                  <a:lnTo>
                    <a:pt x="628" y="11967"/>
                  </a:lnTo>
                  <a:lnTo>
                    <a:pt x="956" y="12161"/>
                  </a:lnTo>
                  <a:lnTo>
                    <a:pt x="1285" y="12340"/>
                  </a:lnTo>
                  <a:lnTo>
                    <a:pt x="1614" y="12490"/>
                  </a:lnTo>
                  <a:lnTo>
                    <a:pt x="1957" y="12639"/>
                  </a:lnTo>
                  <a:lnTo>
                    <a:pt x="2301" y="12759"/>
                  </a:lnTo>
                  <a:lnTo>
                    <a:pt x="2645" y="12878"/>
                  </a:lnTo>
                  <a:lnTo>
                    <a:pt x="3003" y="12968"/>
                  </a:lnTo>
                  <a:lnTo>
                    <a:pt x="3347" y="13058"/>
                  </a:lnTo>
                  <a:lnTo>
                    <a:pt x="3705" y="13117"/>
                  </a:lnTo>
                  <a:lnTo>
                    <a:pt x="4064" y="13162"/>
                  </a:lnTo>
                  <a:lnTo>
                    <a:pt x="4422" y="13207"/>
                  </a:lnTo>
                  <a:lnTo>
                    <a:pt x="4781" y="13222"/>
                  </a:lnTo>
                  <a:lnTo>
                    <a:pt x="5498" y="13222"/>
                  </a:lnTo>
                  <a:lnTo>
                    <a:pt x="5857" y="13192"/>
                  </a:lnTo>
                  <a:lnTo>
                    <a:pt x="6200" y="13147"/>
                  </a:lnTo>
                  <a:lnTo>
                    <a:pt x="6559" y="13087"/>
                  </a:lnTo>
                  <a:lnTo>
                    <a:pt x="6902" y="13028"/>
                  </a:lnTo>
                  <a:lnTo>
                    <a:pt x="7261" y="12938"/>
                  </a:lnTo>
                  <a:lnTo>
                    <a:pt x="7605" y="12833"/>
                  </a:lnTo>
                  <a:lnTo>
                    <a:pt x="7933" y="12729"/>
                  </a:lnTo>
                  <a:lnTo>
                    <a:pt x="8277" y="12594"/>
                  </a:lnTo>
                  <a:lnTo>
                    <a:pt x="8605" y="12460"/>
                  </a:lnTo>
                  <a:lnTo>
                    <a:pt x="8934" y="12296"/>
                  </a:lnTo>
                  <a:lnTo>
                    <a:pt x="9248" y="12131"/>
                  </a:lnTo>
                  <a:lnTo>
                    <a:pt x="9562" y="11937"/>
                  </a:lnTo>
                  <a:lnTo>
                    <a:pt x="9860" y="11743"/>
                  </a:lnTo>
                  <a:lnTo>
                    <a:pt x="10159" y="11534"/>
                  </a:lnTo>
                  <a:lnTo>
                    <a:pt x="10443" y="11310"/>
                  </a:lnTo>
                  <a:lnTo>
                    <a:pt x="10727" y="11071"/>
                  </a:lnTo>
                  <a:lnTo>
                    <a:pt x="11041" y="10772"/>
                  </a:lnTo>
                  <a:lnTo>
                    <a:pt x="11325" y="10473"/>
                  </a:lnTo>
                  <a:lnTo>
                    <a:pt x="11608" y="10144"/>
                  </a:lnTo>
                  <a:lnTo>
                    <a:pt x="11877" y="9801"/>
                  </a:lnTo>
                  <a:lnTo>
                    <a:pt x="12968" y="8337"/>
                  </a:lnTo>
                  <a:lnTo>
                    <a:pt x="15164" y="5394"/>
                  </a:lnTo>
                  <a:lnTo>
                    <a:pt x="15224" y="5289"/>
                  </a:lnTo>
                  <a:lnTo>
                    <a:pt x="15284" y="5169"/>
                  </a:lnTo>
                  <a:lnTo>
                    <a:pt x="15313" y="5065"/>
                  </a:lnTo>
                  <a:lnTo>
                    <a:pt x="15328" y="4945"/>
                  </a:lnTo>
                  <a:lnTo>
                    <a:pt x="15328" y="4826"/>
                  </a:lnTo>
                  <a:lnTo>
                    <a:pt x="15313" y="4721"/>
                  </a:lnTo>
                  <a:lnTo>
                    <a:pt x="15284" y="4602"/>
                  </a:lnTo>
                  <a:lnTo>
                    <a:pt x="15239" y="4497"/>
                  </a:lnTo>
                  <a:lnTo>
                    <a:pt x="15179" y="4408"/>
                  </a:lnTo>
                  <a:lnTo>
                    <a:pt x="15119" y="4318"/>
                  </a:lnTo>
                  <a:lnTo>
                    <a:pt x="15030" y="4228"/>
                  </a:lnTo>
                  <a:lnTo>
                    <a:pt x="14940" y="4154"/>
                  </a:lnTo>
                  <a:lnTo>
                    <a:pt x="14835" y="4109"/>
                  </a:lnTo>
                  <a:lnTo>
                    <a:pt x="14731" y="4064"/>
                  </a:lnTo>
                  <a:lnTo>
                    <a:pt x="14596" y="4034"/>
                  </a:lnTo>
                  <a:lnTo>
                    <a:pt x="14477" y="4019"/>
                  </a:lnTo>
                  <a:lnTo>
                    <a:pt x="14029" y="4004"/>
                  </a:lnTo>
                  <a:lnTo>
                    <a:pt x="13610" y="3959"/>
                  </a:lnTo>
                  <a:lnTo>
                    <a:pt x="13222" y="3885"/>
                  </a:lnTo>
                  <a:lnTo>
                    <a:pt x="12833" y="3795"/>
                  </a:lnTo>
                  <a:lnTo>
                    <a:pt x="12475" y="3661"/>
                  </a:lnTo>
                  <a:lnTo>
                    <a:pt x="12146" y="3511"/>
                  </a:lnTo>
                  <a:lnTo>
                    <a:pt x="11818" y="3347"/>
                  </a:lnTo>
                  <a:lnTo>
                    <a:pt x="11519" y="3138"/>
                  </a:lnTo>
                  <a:lnTo>
                    <a:pt x="11250" y="2914"/>
                  </a:lnTo>
                  <a:lnTo>
                    <a:pt x="10981" y="2660"/>
                  </a:lnTo>
                  <a:lnTo>
                    <a:pt x="10742" y="2376"/>
                  </a:lnTo>
                  <a:lnTo>
                    <a:pt x="10518" y="2077"/>
                  </a:lnTo>
                  <a:lnTo>
                    <a:pt x="10324" y="1748"/>
                  </a:lnTo>
                  <a:lnTo>
                    <a:pt x="10144" y="1390"/>
                  </a:lnTo>
                  <a:lnTo>
                    <a:pt x="9980" y="1001"/>
                  </a:lnTo>
                  <a:lnTo>
                    <a:pt x="9845" y="598"/>
                  </a:lnTo>
                  <a:lnTo>
                    <a:pt x="9801" y="478"/>
                  </a:lnTo>
                  <a:lnTo>
                    <a:pt x="9741" y="359"/>
                  </a:lnTo>
                  <a:lnTo>
                    <a:pt x="9666" y="269"/>
                  </a:lnTo>
                  <a:lnTo>
                    <a:pt x="9577" y="195"/>
                  </a:lnTo>
                  <a:lnTo>
                    <a:pt x="9487" y="120"/>
                  </a:lnTo>
                  <a:lnTo>
                    <a:pt x="9382" y="75"/>
                  </a:lnTo>
                  <a:lnTo>
                    <a:pt x="9278" y="30"/>
                  </a:lnTo>
                  <a:lnTo>
                    <a:pt x="9173" y="0"/>
                  </a:lnTo>
                  <a:close/>
                </a:path>
              </a:pathLst>
            </a:custGeom>
            <a:solidFill>
              <a:srgbClr val="92D05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1520" name="Google Shape;1520;p32"/>
            <p:cNvSpPr/>
            <p:nvPr/>
          </p:nvSpPr>
          <p:spPr>
            <a:xfrm>
              <a:off x="-844545" y="3068292"/>
              <a:ext cx="304597" cy="316744"/>
            </a:xfrm>
            <a:custGeom>
              <a:avLst/>
              <a:gdLst/>
              <a:ahLst/>
              <a:cxnLst/>
              <a:rect l="l" t="t" r="r" b="b"/>
              <a:pathLst>
                <a:path w="10833" h="11265" extrusionOk="0">
                  <a:moveTo>
                    <a:pt x="6559" y="0"/>
                  </a:moveTo>
                  <a:lnTo>
                    <a:pt x="6365" y="15"/>
                  </a:lnTo>
                  <a:lnTo>
                    <a:pt x="6156" y="30"/>
                  </a:lnTo>
                  <a:lnTo>
                    <a:pt x="5947" y="45"/>
                  </a:lnTo>
                  <a:lnTo>
                    <a:pt x="5753" y="90"/>
                  </a:lnTo>
                  <a:lnTo>
                    <a:pt x="5543" y="135"/>
                  </a:lnTo>
                  <a:lnTo>
                    <a:pt x="5349" y="195"/>
                  </a:lnTo>
                  <a:lnTo>
                    <a:pt x="5155" y="254"/>
                  </a:lnTo>
                  <a:lnTo>
                    <a:pt x="4961" y="329"/>
                  </a:lnTo>
                  <a:lnTo>
                    <a:pt x="4767" y="404"/>
                  </a:lnTo>
                  <a:lnTo>
                    <a:pt x="4587" y="508"/>
                  </a:lnTo>
                  <a:lnTo>
                    <a:pt x="4408" y="598"/>
                  </a:lnTo>
                  <a:lnTo>
                    <a:pt x="4229" y="718"/>
                  </a:lnTo>
                  <a:lnTo>
                    <a:pt x="4064" y="837"/>
                  </a:lnTo>
                  <a:lnTo>
                    <a:pt x="3900" y="972"/>
                  </a:lnTo>
                  <a:lnTo>
                    <a:pt x="3736" y="1106"/>
                  </a:lnTo>
                  <a:lnTo>
                    <a:pt x="3571" y="1255"/>
                  </a:lnTo>
                  <a:lnTo>
                    <a:pt x="3437" y="1405"/>
                  </a:lnTo>
                  <a:lnTo>
                    <a:pt x="3288" y="1584"/>
                  </a:lnTo>
                  <a:lnTo>
                    <a:pt x="3153" y="1748"/>
                  </a:lnTo>
                  <a:lnTo>
                    <a:pt x="165" y="5872"/>
                  </a:lnTo>
                  <a:lnTo>
                    <a:pt x="90" y="5976"/>
                  </a:lnTo>
                  <a:lnTo>
                    <a:pt x="46" y="6081"/>
                  </a:lnTo>
                  <a:lnTo>
                    <a:pt x="16" y="6185"/>
                  </a:lnTo>
                  <a:lnTo>
                    <a:pt x="1" y="6290"/>
                  </a:lnTo>
                  <a:lnTo>
                    <a:pt x="1" y="6410"/>
                  </a:lnTo>
                  <a:lnTo>
                    <a:pt x="16" y="6514"/>
                  </a:lnTo>
                  <a:lnTo>
                    <a:pt x="46" y="6619"/>
                  </a:lnTo>
                  <a:lnTo>
                    <a:pt x="90" y="6708"/>
                  </a:lnTo>
                  <a:lnTo>
                    <a:pt x="150" y="6798"/>
                  </a:lnTo>
                  <a:lnTo>
                    <a:pt x="225" y="6888"/>
                  </a:lnTo>
                  <a:lnTo>
                    <a:pt x="300" y="6962"/>
                  </a:lnTo>
                  <a:lnTo>
                    <a:pt x="389" y="7022"/>
                  </a:lnTo>
                  <a:lnTo>
                    <a:pt x="494" y="7067"/>
                  </a:lnTo>
                  <a:lnTo>
                    <a:pt x="598" y="7112"/>
                  </a:lnTo>
                  <a:lnTo>
                    <a:pt x="703" y="7127"/>
                  </a:lnTo>
                  <a:lnTo>
                    <a:pt x="1301" y="7127"/>
                  </a:lnTo>
                  <a:lnTo>
                    <a:pt x="1734" y="7142"/>
                  </a:lnTo>
                  <a:lnTo>
                    <a:pt x="2152" y="7201"/>
                  </a:lnTo>
                  <a:lnTo>
                    <a:pt x="2556" y="7291"/>
                  </a:lnTo>
                  <a:lnTo>
                    <a:pt x="2929" y="7396"/>
                  </a:lnTo>
                  <a:lnTo>
                    <a:pt x="3108" y="7470"/>
                  </a:lnTo>
                  <a:lnTo>
                    <a:pt x="3273" y="7545"/>
                  </a:lnTo>
                  <a:lnTo>
                    <a:pt x="3452" y="7635"/>
                  </a:lnTo>
                  <a:lnTo>
                    <a:pt x="3601" y="7724"/>
                  </a:lnTo>
                  <a:lnTo>
                    <a:pt x="3766" y="7829"/>
                  </a:lnTo>
                  <a:lnTo>
                    <a:pt x="3915" y="7933"/>
                  </a:lnTo>
                  <a:lnTo>
                    <a:pt x="4064" y="8038"/>
                  </a:lnTo>
                  <a:lnTo>
                    <a:pt x="4199" y="8172"/>
                  </a:lnTo>
                  <a:lnTo>
                    <a:pt x="4333" y="8292"/>
                  </a:lnTo>
                  <a:lnTo>
                    <a:pt x="4453" y="8441"/>
                  </a:lnTo>
                  <a:lnTo>
                    <a:pt x="4587" y="8576"/>
                  </a:lnTo>
                  <a:lnTo>
                    <a:pt x="4692" y="8725"/>
                  </a:lnTo>
                  <a:lnTo>
                    <a:pt x="4916" y="9054"/>
                  </a:lnTo>
                  <a:lnTo>
                    <a:pt x="5110" y="9412"/>
                  </a:lnTo>
                  <a:lnTo>
                    <a:pt x="5275" y="9801"/>
                  </a:lnTo>
                  <a:lnTo>
                    <a:pt x="5424" y="10219"/>
                  </a:lnTo>
                  <a:lnTo>
                    <a:pt x="5558" y="10667"/>
                  </a:lnTo>
                  <a:lnTo>
                    <a:pt x="5603" y="10787"/>
                  </a:lnTo>
                  <a:lnTo>
                    <a:pt x="5648" y="10891"/>
                  </a:lnTo>
                  <a:lnTo>
                    <a:pt x="5708" y="10981"/>
                  </a:lnTo>
                  <a:lnTo>
                    <a:pt x="5782" y="11071"/>
                  </a:lnTo>
                  <a:lnTo>
                    <a:pt x="5872" y="11130"/>
                  </a:lnTo>
                  <a:lnTo>
                    <a:pt x="5962" y="11190"/>
                  </a:lnTo>
                  <a:lnTo>
                    <a:pt x="6066" y="11235"/>
                  </a:lnTo>
                  <a:lnTo>
                    <a:pt x="6171" y="11250"/>
                  </a:lnTo>
                  <a:lnTo>
                    <a:pt x="6275" y="11265"/>
                  </a:lnTo>
                  <a:lnTo>
                    <a:pt x="6380" y="11265"/>
                  </a:lnTo>
                  <a:lnTo>
                    <a:pt x="6485" y="11250"/>
                  </a:lnTo>
                  <a:lnTo>
                    <a:pt x="6589" y="11220"/>
                  </a:lnTo>
                  <a:lnTo>
                    <a:pt x="6694" y="11175"/>
                  </a:lnTo>
                  <a:lnTo>
                    <a:pt x="6798" y="11115"/>
                  </a:lnTo>
                  <a:lnTo>
                    <a:pt x="6888" y="11041"/>
                  </a:lnTo>
                  <a:lnTo>
                    <a:pt x="6963" y="10951"/>
                  </a:lnTo>
                  <a:lnTo>
                    <a:pt x="10025" y="6753"/>
                  </a:lnTo>
                  <a:lnTo>
                    <a:pt x="10145" y="6574"/>
                  </a:lnTo>
                  <a:lnTo>
                    <a:pt x="10249" y="6395"/>
                  </a:lnTo>
                  <a:lnTo>
                    <a:pt x="10354" y="6200"/>
                  </a:lnTo>
                  <a:lnTo>
                    <a:pt x="10459" y="6006"/>
                  </a:lnTo>
                  <a:lnTo>
                    <a:pt x="10533" y="5827"/>
                  </a:lnTo>
                  <a:lnTo>
                    <a:pt x="10608" y="5618"/>
                  </a:lnTo>
                  <a:lnTo>
                    <a:pt x="10668" y="5424"/>
                  </a:lnTo>
                  <a:lnTo>
                    <a:pt x="10727" y="5229"/>
                  </a:lnTo>
                  <a:lnTo>
                    <a:pt x="10757" y="5020"/>
                  </a:lnTo>
                  <a:lnTo>
                    <a:pt x="10802" y="4826"/>
                  </a:lnTo>
                  <a:lnTo>
                    <a:pt x="10817" y="4617"/>
                  </a:lnTo>
                  <a:lnTo>
                    <a:pt x="10832" y="4423"/>
                  </a:lnTo>
                  <a:lnTo>
                    <a:pt x="10832" y="4213"/>
                  </a:lnTo>
                  <a:lnTo>
                    <a:pt x="10832" y="4019"/>
                  </a:lnTo>
                  <a:lnTo>
                    <a:pt x="10817" y="3810"/>
                  </a:lnTo>
                  <a:lnTo>
                    <a:pt x="10787" y="3616"/>
                  </a:lnTo>
                  <a:lnTo>
                    <a:pt x="10757" y="3407"/>
                  </a:lnTo>
                  <a:lnTo>
                    <a:pt x="10713" y="3212"/>
                  </a:lnTo>
                  <a:lnTo>
                    <a:pt x="10653" y="3018"/>
                  </a:lnTo>
                  <a:lnTo>
                    <a:pt x="10593" y="2824"/>
                  </a:lnTo>
                  <a:lnTo>
                    <a:pt x="10518" y="2645"/>
                  </a:lnTo>
                  <a:lnTo>
                    <a:pt x="10429" y="2451"/>
                  </a:lnTo>
                  <a:lnTo>
                    <a:pt x="10339" y="2271"/>
                  </a:lnTo>
                  <a:lnTo>
                    <a:pt x="10249" y="2092"/>
                  </a:lnTo>
                  <a:lnTo>
                    <a:pt x="10130" y="1913"/>
                  </a:lnTo>
                  <a:lnTo>
                    <a:pt x="10010" y="1748"/>
                  </a:lnTo>
                  <a:lnTo>
                    <a:pt x="9891" y="1584"/>
                  </a:lnTo>
                  <a:lnTo>
                    <a:pt x="9756" y="1420"/>
                  </a:lnTo>
                  <a:lnTo>
                    <a:pt x="9607" y="1270"/>
                  </a:lnTo>
                  <a:lnTo>
                    <a:pt x="9458" y="1121"/>
                  </a:lnTo>
                  <a:lnTo>
                    <a:pt x="9293" y="972"/>
                  </a:lnTo>
                  <a:lnTo>
                    <a:pt x="9129" y="852"/>
                  </a:lnTo>
                  <a:lnTo>
                    <a:pt x="8950" y="718"/>
                  </a:lnTo>
                  <a:lnTo>
                    <a:pt x="8755" y="598"/>
                  </a:lnTo>
                  <a:lnTo>
                    <a:pt x="8576" y="493"/>
                  </a:lnTo>
                  <a:lnTo>
                    <a:pt x="8382" y="404"/>
                  </a:lnTo>
                  <a:lnTo>
                    <a:pt x="8188" y="314"/>
                  </a:lnTo>
                  <a:lnTo>
                    <a:pt x="7994" y="240"/>
                  </a:lnTo>
                  <a:lnTo>
                    <a:pt x="7784" y="180"/>
                  </a:lnTo>
                  <a:lnTo>
                    <a:pt x="7590" y="120"/>
                  </a:lnTo>
                  <a:lnTo>
                    <a:pt x="7381" y="75"/>
                  </a:lnTo>
                  <a:lnTo>
                    <a:pt x="7172" y="45"/>
                  </a:lnTo>
                  <a:lnTo>
                    <a:pt x="6978" y="15"/>
                  </a:lnTo>
                  <a:lnTo>
                    <a:pt x="6768" y="0"/>
                  </a:lnTo>
                  <a:close/>
                </a:path>
              </a:pathLst>
            </a:custGeom>
            <a:solidFill>
              <a:srgbClr val="92D05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1521" name="Google Shape;1521;p32"/>
            <p:cNvSpPr/>
            <p:nvPr/>
          </p:nvSpPr>
          <p:spPr>
            <a:xfrm>
              <a:off x="-926874" y="3266970"/>
              <a:ext cx="240320" cy="240320"/>
            </a:xfrm>
            <a:custGeom>
              <a:avLst/>
              <a:gdLst/>
              <a:ahLst/>
              <a:cxnLst/>
              <a:rect l="l" t="t" r="r" b="b"/>
              <a:pathLst>
                <a:path w="8547" h="8547" extrusionOk="0">
                  <a:moveTo>
                    <a:pt x="4064" y="1"/>
                  </a:moveTo>
                  <a:lnTo>
                    <a:pt x="3855" y="16"/>
                  </a:lnTo>
                  <a:lnTo>
                    <a:pt x="3646" y="46"/>
                  </a:lnTo>
                  <a:lnTo>
                    <a:pt x="3452" y="76"/>
                  </a:lnTo>
                  <a:lnTo>
                    <a:pt x="3243" y="120"/>
                  </a:lnTo>
                  <a:lnTo>
                    <a:pt x="3048" y="180"/>
                  </a:lnTo>
                  <a:lnTo>
                    <a:pt x="2854" y="240"/>
                  </a:lnTo>
                  <a:lnTo>
                    <a:pt x="2660" y="315"/>
                  </a:lnTo>
                  <a:lnTo>
                    <a:pt x="2466" y="404"/>
                  </a:lnTo>
                  <a:lnTo>
                    <a:pt x="2286" y="494"/>
                  </a:lnTo>
                  <a:lnTo>
                    <a:pt x="2107" y="584"/>
                  </a:lnTo>
                  <a:lnTo>
                    <a:pt x="1928" y="703"/>
                  </a:lnTo>
                  <a:lnTo>
                    <a:pt x="1749" y="823"/>
                  </a:lnTo>
                  <a:lnTo>
                    <a:pt x="1584" y="942"/>
                  </a:lnTo>
                  <a:lnTo>
                    <a:pt x="1420" y="1091"/>
                  </a:lnTo>
                  <a:lnTo>
                    <a:pt x="1271" y="1226"/>
                  </a:lnTo>
                  <a:lnTo>
                    <a:pt x="1121" y="1390"/>
                  </a:lnTo>
                  <a:lnTo>
                    <a:pt x="972" y="1555"/>
                  </a:lnTo>
                  <a:lnTo>
                    <a:pt x="837" y="1719"/>
                  </a:lnTo>
                  <a:lnTo>
                    <a:pt x="718" y="1898"/>
                  </a:lnTo>
                  <a:lnTo>
                    <a:pt x="598" y="2092"/>
                  </a:lnTo>
                  <a:lnTo>
                    <a:pt x="494" y="2272"/>
                  </a:lnTo>
                  <a:lnTo>
                    <a:pt x="389" y="2466"/>
                  </a:lnTo>
                  <a:lnTo>
                    <a:pt x="314" y="2660"/>
                  </a:lnTo>
                  <a:lnTo>
                    <a:pt x="240" y="2854"/>
                  </a:lnTo>
                  <a:lnTo>
                    <a:pt x="165" y="3063"/>
                  </a:lnTo>
                  <a:lnTo>
                    <a:pt x="120" y="3258"/>
                  </a:lnTo>
                  <a:lnTo>
                    <a:pt x="75" y="3467"/>
                  </a:lnTo>
                  <a:lnTo>
                    <a:pt x="31" y="3661"/>
                  </a:lnTo>
                  <a:lnTo>
                    <a:pt x="16" y="3870"/>
                  </a:lnTo>
                  <a:lnTo>
                    <a:pt x="1" y="4079"/>
                  </a:lnTo>
                  <a:lnTo>
                    <a:pt x="1" y="4289"/>
                  </a:lnTo>
                  <a:lnTo>
                    <a:pt x="1" y="4483"/>
                  </a:lnTo>
                  <a:lnTo>
                    <a:pt x="16" y="4692"/>
                  </a:lnTo>
                  <a:lnTo>
                    <a:pt x="45" y="4901"/>
                  </a:lnTo>
                  <a:lnTo>
                    <a:pt x="75" y="5095"/>
                  </a:lnTo>
                  <a:lnTo>
                    <a:pt x="120" y="5304"/>
                  </a:lnTo>
                  <a:lnTo>
                    <a:pt x="165" y="5499"/>
                  </a:lnTo>
                  <a:lnTo>
                    <a:pt x="240" y="5693"/>
                  </a:lnTo>
                  <a:lnTo>
                    <a:pt x="314" y="5887"/>
                  </a:lnTo>
                  <a:lnTo>
                    <a:pt x="389" y="6081"/>
                  </a:lnTo>
                  <a:lnTo>
                    <a:pt x="479" y="6261"/>
                  </a:lnTo>
                  <a:lnTo>
                    <a:pt x="583" y="6440"/>
                  </a:lnTo>
                  <a:lnTo>
                    <a:pt x="688" y="6619"/>
                  </a:lnTo>
                  <a:lnTo>
                    <a:pt x="807" y="6798"/>
                  </a:lnTo>
                  <a:lnTo>
                    <a:pt x="942" y="6963"/>
                  </a:lnTo>
                  <a:lnTo>
                    <a:pt x="1076" y="7127"/>
                  </a:lnTo>
                  <a:lnTo>
                    <a:pt x="1226" y="7276"/>
                  </a:lnTo>
                  <a:lnTo>
                    <a:pt x="1375" y="7426"/>
                  </a:lnTo>
                  <a:lnTo>
                    <a:pt x="1539" y="7575"/>
                  </a:lnTo>
                  <a:lnTo>
                    <a:pt x="1719" y="7710"/>
                  </a:lnTo>
                  <a:lnTo>
                    <a:pt x="1898" y="7829"/>
                  </a:lnTo>
                  <a:lnTo>
                    <a:pt x="2077" y="7949"/>
                  </a:lnTo>
                  <a:lnTo>
                    <a:pt x="2271" y="8053"/>
                  </a:lnTo>
                  <a:lnTo>
                    <a:pt x="2466" y="8158"/>
                  </a:lnTo>
                  <a:lnTo>
                    <a:pt x="2660" y="8233"/>
                  </a:lnTo>
                  <a:lnTo>
                    <a:pt x="2854" y="8307"/>
                  </a:lnTo>
                  <a:lnTo>
                    <a:pt x="3048" y="8382"/>
                  </a:lnTo>
                  <a:lnTo>
                    <a:pt x="3257" y="8427"/>
                  </a:lnTo>
                  <a:lnTo>
                    <a:pt x="3452" y="8472"/>
                  </a:lnTo>
                  <a:lnTo>
                    <a:pt x="3661" y="8516"/>
                  </a:lnTo>
                  <a:lnTo>
                    <a:pt x="3870" y="8531"/>
                  </a:lnTo>
                  <a:lnTo>
                    <a:pt x="4064" y="8546"/>
                  </a:lnTo>
                  <a:lnTo>
                    <a:pt x="4483" y="8546"/>
                  </a:lnTo>
                  <a:lnTo>
                    <a:pt x="4677" y="8531"/>
                  </a:lnTo>
                  <a:lnTo>
                    <a:pt x="4886" y="8501"/>
                  </a:lnTo>
                  <a:lnTo>
                    <a:pt x="5095" y="8472"/>
                  </a:lnTo>
                  <a:lnTo>
                    <a:pt x="5289" y="8427"/>
                  </a:lnTo>
                  <a:lnTo>
                    <a:pt x="5484" y="8382"/>
                  </a:lnTo>
                  <a:lnTo>
                    <a:pt x="5678" y="8307"/>
                  </a:lnTo>
                  <a:lnTo>
                    <a:pt x="5872" y="8233"/>
                  </a:lnTo>
                  <a:lnTo>
                    <a:pt x="6066" y="8158"/>
                  </a:lnTo>
                  <a:lnTo>
                    <a:pt x="6245" y="8068"/>
                  </a:lnTo>
                  <a:lnTo>
                    <a:pt x="6440" y="7964"/>
                  </a:lnTo>
                  <a:lnTo>
                    <a:pt x="6604" y="7859"/>
                  </a:lnTo>
                  <a:lnTo>
                    <a:pt x="6783" y="7740"/>
                  </a:lnTo>
                  <a:lnTo>
                    <a:pt x="6948" y="7605"/>
                  </a:lnTo>
                  <a:lnTo>
                    <a:pt x="7112" y="7471"/>
                  </a:lnTo>
                  <a:lnTo>
                    <a:pt x="7261" y="7321"/>
                  </a:lnTo>
                  <a:lnTo>
                    <a:pt x="7426" y="7172"/>
                  </a:lnTo>
                  <a:lnTo>
                    <a:pt x="7560" y="7008"/>
                  </a:lnTo>
                  <a:lnTo>
                    <a:pt x="7695" y="6828"/>
                  </a:lnTo>
                  <a:lnTo>
                    <a:pt x="7829" y="6649"/>
                  </a:lnTo>
                  <a:lnTo>
                    <a:pt x="7934" y="6470"/>
                  </a:lnTo>
                  <a:lnTo>
                    <a:pt x="8053" y="6275"/>
                  </a:lnTo>
                  <a:lnTo>
                    <a:pt x="8143" y="6081"/>
                  </a:lnTo>
                  <a:lnTo>
                    <a:pt x="8232" y="5887"/>
                  </a:lnTo>
                  <a:lnTo>
                    <a:pt x="8307" y="5693"/>
                  </a:lnTo>
                  <a:lnTo>
                    <a:pt x="8367" y="5499"/>
                  </a:lnTo>
                  <a:lnTo>
                    <a:pt x="8427" y="5289"/>
                  </a:lnTo>
                  <a:lnTo>
                    <a:pt x="8471" y="5095"/>
                  </a:lnTo>
                  <a:lnTo>
                    <a:pt x="8501" y="4886"/>
                  </a:lnTo>
                  <a:lnTo>
                    <a:pt x="8531" y="4677"/>
                  </a:lnTo>
                  <a:lnTo>
                    <a:pt x="8546" y="4483"/>
                  </a:lnTo>
                  <a:lnTo>
                    <a:pt x="8546" y="4274"/>
                  </a:lnTo>
                  <a:lnTo>
                    <a:pt x="8531" y="4064"/>
                  </a:lnTo>
                  <a:lnTo>
                    <a:pt x="8516" y="3855"/>
                  </a:lnTo>
                  <a:lnTo>
                    <a:pt x="8501" y="3661"/>
                  </a:lnTo>
                  <a:lnTo>
                    <a:pt x="8456" y="3452"/>
                  </a:lnTo>
                  <a:lnTo>
                    <a:pt x="8427" y="3258"/>
                  </a:lnTo>
                  <a:lnTo>
                    <a:pt x="8367" y="3063"/>
                  </a:lnTo>
                  <a:lnTo>
                    <a:pt x="8307" y="2869"/>
                  </a:lnTo>
                  <a:lnTo>
                    <a:pt x="8232" y="2675"/>
                  </a:lnTo>
                  <a:lnTo>
                    <a:pt x="8143" y="2481"/>
                  </a:lnTo>
                  <a:lnTo>
                    <a:pt x="8053" y="2287"/>
                  </a:lnTo>
                  <a:lnTo>
                    <a:pt x="7949" y="2107"/>
                  </a:lnTo>
                  <a:lnTo>
                    <a:pt x="7844" y="1928"/>
                  </a:lnTo>
                  <a:lnTo>
                    <a:pt x="7724" y="1764"/>
                  </a:lnTo>
                  <a:lnTo>
                    <a:pt x="7605" y="1599"/>
                  </a:lnTo>
                  <a:lnTo>
                    <a:pt x="7456" y="1435"/>
                  </a:lnTo>
                  <a:lnTo>
                    <a:pt x="7321" y="1271"/>
                  </a:lnTo>
                  <a:lnTo>
                    <a:pt x="7157" y="1121"/>
                  </a:lnTo>
                  <a:lnTo>
                    <a:pt x="6992" y="987"/>
                  </a:lnTo>
                  <a:lnTo>
                    <a:pt x="6828" y="852"/>
                  </a:lnTo>
                  <a:lnTo>
                    <a:pt x="6649" y="718"/>
                  </a:lnTo>
                  <a:lnTo>
                    <a:pt x="6455" y="598"/>
                  </a:lnTo>
                  <a:lnTo>
                    <a:pt x="6275" y="494"/>
                  </a:lnTo>
                  <a:lnTo>
                    <a:pt x="6081" y="404"/>
                  </a:lnTo>
                  <a:lnTo>
                    <a:pt x="5887" y="315"/>
                  </a:lnTo>
                  <a:lnTo>
                    <a:pt x="5693" y="240"/>
                  </a:lnTo>
                  <a:lnTo>
                    <a:pt x="5484" y="180"/>
                  </a:lnTo>
                  <a:lnTo>
                    <a:pt x="5289" y="120"/>
                  </a:lnTo>
                  <a:lnTo>
                    <a:pt x="5080" y="76"/>
                  </a:lnTo>
                  <a:lnTo>
                    <a:pt x="4886" y="46"/>
                  </a:lnTo>
                  <a:lnTo>
                    <a:pt x="4677" y="16"/>
                  </a:lnTo>
                  <a:lnTo>
                    <a:pt x="4468" y="1"/>
                  </a:lnTo>
                  <a:close/>
                </a:path>
              </a:pathLst>
            </a:custGeom>
            <a:solidFill>
              <a:srgbClr val="43434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1522" name="Google Shape;1522;p32"/>
            <p:cNvSpPr/>
            <p:nvPr/>
          </p:nvSpPr>
          <p:spPr>
            <a:xfrm>
              <a:off x="-871848" y="3322418"/>
              <a:ext cx="129847" cy="129847"/>
            </a:xfrm>
            <a:custGeom>
              <a:avLst/>
              <a:gdLst/>
              <a:ahLst/>
              <a:cxnLst/>
              <a:rect l="l" t="t" r="r" b="b"/>
              <a:pathLst>
                <a:path w="4618" h="4618" extrusionOk="0">
                  <a:moveTo>
                    <a:pt x="2197" y="1"/>
                  </a:moveTo>
                  <a:lnTo>
                    <a:pt x="1973" y="16"/>
                  </a:lnTo>
                  <a:lnTo>
                    <a:pt x="1764" y="61"/>
                  </a:lnTo>
                  <a:lnTo>
                    <a:pt x="1554" y="135"/>
                  </a:lnTo>
                  <a:lnTo>
                    <a:pt x="1345" y="210"/>
                  </a:lnTo>
                  <a:lnTo>
                    <a:pt x="1136" y="315"/>
                  </a:lnTo>
                  <a:lnTo>
                    <a:pt x="957" y="434"/>
                  </a:lnTo>
                  <a:lnTo>
                    <a:pt x="778" y="584"/>
                  </a:lnTo>
                  <a:lnTo>
                    <a:pt x="613" y="748"/>
                  </a:lnTo>
                  <a:lnTo>
                    <a:pt x="464" y="927"/>
                  </a:lnTo>
                  <a:lnTo>
                    <a:pt x="329" y="1121"/>
                  </a:lnTo>
                  <a:lnTo>
                    <a:pt x="225" y="1331"/>
                  </a:lnTo>
                  <a:lnTo>
                    <a:pt x="135" y="1540"/>
                  </a:lnTo>
                  <a:lnTo>
                    <a:pt x="75" y="1749"/>
                  </a:lnTo>
                  <a:lnTo>
                    <a:pt x="31" y="1973"/>
                  </a:lnTo>
                  <a:lnTo>
                    <a:pt x="1" y="2197"/>
                  </a:lnTo>
                  <a:lnTo>
                    <a:pt x="1" y="2421"/>
                  </a:lnTo>
                  <a:lnTo>
                    <a:pt x="31" y="2645"/>
                  </a:lnTo>
                  <a:lnTo>
                    <a:pt x="75" y="2854"/>
                  </a:lnTo>
                  <a:lnTo>
                    <a:pt x="135" y="3063"/>
                  </a:lnTo>
                  <a:lnTo>
                    <a:pt x="225" y="3273"/>
                  </a:lnTo>
                  <a:lnTo>
                    <a:pt x="329" y="3482"/>
                  </a:lnTo>
                  <a:lnTo>
                    <a:pt x="449" y="3661"/>
                  </a:lnTo>
                  <a:lnTo>
                    <a:pt x="583" y="3840"/>
                  </a:lnTo>
                  <a:lnTo>
                    <a:pt x="748" y="4005"/>
                  </a:lnTo>
                  <a:lnTo>
                    <a:pt x="927" y="4154"/>
                  </a:lnTo>
                  <a:lnTo>
                    <a:pt x="1136" y="4289"/>
                  </a:lnTo>
                  <a:lnTo>
                    <a:pt x="1330" y="4393"/>
                  </a:lnTo>
                  <a:lnTo>
                    <a:pt x="1540" y="4483"/>
                  </a:lnTo>
                  <a:lnTo>
                    <a:pt x="1764" y="4543"/>
                  </a:lnTo>
                  <a:lnTo>
                    <a:pt x="1988" y="4587"/>
                  </a:lnTo>
                  <a:lnTo>
                    <a:pt x="2197" y="4617"/>
                  </a:lnTo>
                  <a:lnTo>
                    <a:pt x="2421" y="4602"/>
                  </a:lnTo>
                  <a:lnTo>
                    <a:pt x="2645" y="4587"/>
                  </a:lnTo>
                  <a:lnTo>
                    <a:pt x="2869" y="4543"/>
                  </a:lnTo>
                  <a:lnTo>
                    <a:pt x="3078" y="4483"/>
                  </a:lnTo>
                  <a:lnTo>
                    <a:pt x="3287" y="4393"/>
                  </a:lnTo>
                  <a:lnTo>
                    <a:pt x="3482" y="4289"/>
                  </a:lnTo>
                  <a:lnTo>
                    <a:pt x="3676" y="4169"/>
                  </a:lnTo>
                  <a:lnTo>
                    <a:pt x="3840" y="4035"/>
                  </a:lnTo>
                  <a:lnTo>
                    <a:pt x="4020" y="3870"/>
                  </a:lnTo>
                  <a:lnTo>
                    <a:pt x="4169" y="3691"/>
                  </a:lnTo>
                  <a:lnTo>
                    <a:pt x="4288" y="3482"/>
                  </a:lnTo>
                  <a:lnTo>
                    <a:pt x="4408" y="3288"/>
                  </a:lnTo>
                  <a:lnTo>
                    <a:pt x="4483" y="3078"/>
                  </a:lnTo>
                  <a:lnTo>
                    <a:pt x="4557" y="2854"/>
                  </a:lnTo>
                  <a:lnTo>
                    <a:pt x="4602" y="2630"/>
                  </a:lnTo>
                  <a:lnTo>
                    <a:pt x="4617" y="2421"/>
                  </a:lnTo>
                  <a:lnTo>
                    <a:pt x="4617" y="2197"/>
                  </a:lnTo>
                  <a:lnTo>
                    <a:pt x="4587" y="1973"/>
                  </a:lnTo>
                  <a:lnTo>
                    <a:pt x="4557" y="1749"/>
                  </a:lnTo>
                  <a:lnTo>
                    <a:pt x="4483" y="1540"/>
                  </a:lnTo>
                  <a:lnTo>
                    <a:pt x="4408" y="1331"/>
                  </a:lnTo>
                  <a:lnTo>
                    <a:pt x="4303" y="1136"/>
                  </a:lnTo>
                  <a:lnTo>
                    <a:pt x="4184" y="942"/>
                  </a:lnTo>
                  <a:lnTo>
                    <a:pt x="4034" y="763"/>
                  </a:lnTo>
                  <a:lnTo>
                    <a:pt x="3870" y="598"/>
                  </a:lnTo>
                  <a:lnTo>
                    <a:pt x="3691" y="449"/>
                  </a:lnTo>
                  <a:lnTo>
                    <a:pt x="3497" y="330"/>
                  </a:lnTo>
                  <a:lnTo>
                    <a:pt x="3287" y="210"/>
                  </a:lnTo>
                  <a:lnTo>
                    <a:pt x="3078" y="135"/>
                  </a:lnTo>
                  <a:lnTo>
                    <a:pt x="2854" y="61"/>
                  </a:lnTo>
                  <a:lnTo>
                    <a:pt x="2645" y="16"/>
                  </a:lnTo>
                  <a:lnTo>
                    <a:pt x="242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1523" name="Google Shape;1523;p32"/>
            <p:cNvSpPr/>
            <p:nvPr/>
          </p:nvSpPr>
          <p:spPr>
            <a:xfrm>
              <a:off x="-1215445" y="3622770"/>
              <a:ext cx="240714" cy="240714"/>
            </a:xfrm>
            <a:custGeom>
              <a:avLst/>
              <a:gdLst/>
              <a:ahLst/>
              <a:cxnLst/>
              <a:rect l="l" t="t" r="r" b="b"/>
              <a:pathLst>
                <a:path w="8561" h="8561" extrusionOk="0">
                  <a:moveTo>
                    <a:pt x="4273" y="1"/>
                  </a:moveTo>
                  <a:lnTo>
                    <a:pt x="4079" y="16"/>
                  </a:lnTo>
                  <a:lnTo>
                    <a:pt x="3870" y="31"/>
                  </a:lnTo>
                  <a:lnTo>
                    <a:pt x="3660" y="45"/>
                  </a:lnTo>
                  <a:lnTo>
                    <a:pt x="3466" y="90"/>
                  </a:lnTo>
                  <a:lnTo>
                    <a:pt x="3257" y="135"/>
                  </a:lnTo>
                  <a:lnTo>
                    <a:pt x="3063" y="180"/>
                  </a:lnTo>
                  <a:lnTo>
                    <a:pt x="2869" y="240"/>
                  </a:lnTo>
                  <a:lnTo>
                    <a:pt x="2674" y="314"/>
                  </a:lnTo>
                  <a:lnTo>
                    <a:pt x="2480" y="404"/>
                  </a:lnTo>
                  <a:lnTo>
                    <a:pt x="2301" y="494"/>
                  </a:lnTo>
                  <a:lnTo>
                    <a:pt x="2122" y="598"/>
                  </a:lnTo>
                  <a:lnTo>
                    <a:pt x="1942" y="703"/>
                  </a:lnTo>
                  <a:lnTo>
                    <a:pt x="1763" y="822"/>
                  </a:lnTo>
                  <a:lnTo>
                    <a:pt x="1599" y="957"/>
                  </a:lnTo>
                  <a:lnTo>
                    <a:pt x="1434" y="1091"/>
                  </a:lnTo>
                  <a:lnTo>
                    <a:pt x="1285" y="1241"/>
                  </a:lnTo>
                  <a:lnTo>
                    <a:pt x="1136" y="1390"/>
                  </a:lnTo>
                  <a:lnTo>
                    <a:pt x="986" y="1554"/>
                  </a:lnTo>
                  <a:lnTo>
                    <a:pt x="852" y="1734"/>
                  </a:lnTo>
                  <a:lnTo>
                    <a:pt x="732" y="1913"/>
                  </a:lnTo>
                  <a:lnTo>
                    <a:pt x="613" y="2092"/>
                  </a:lnTo>
                  <a:lnTo>
                    <a:pt x="508" y="2271"/>
                  </a:lnTo>
                  <a:lnTo>
                    <a:pt x="404" y="2466"/>
                  </a:lnTo>
                  <a:lnTo>
                    <a:pt x="329" y="2660"/>
                  </a:lnTo>
                  <a:lnTo>
                    <a:pt x="254" y="2854"/>
                  </a:lnTo>
                  <a:lnTo>
                    <a:pt x="179" y="3063"/>
                  </a:lnTo>
                  <a:lnTo>
                    <a:pt x="135" y="3257"/>
                  </a:lnTo>
                  <a:lnTo>
                    <a:pt x="90" y="3467"/>
                  </a:lnTo>
                  <a:lnTo>
                    <a:pt x="45" y="3676"/>
                  </a:lnTo>
                  <a:lnTo>
                    <a:pt x="30" y="3870"/>
                  </a:lnTo>
                  <a:lnTo>
                    <a:pt x="15" y="4079"/>
                  </a:lnTo>
                  <a:lnTo>
                    <a:pt x="0" y="4288"/>
                  </a:lnTo>
                  <a:lnTo>
                    <a:pt x="15" y="4497"/>
                  </a:lnTo>
                  <a:lnTo>
                    <a:pt x="30" y="4692"/>
                  </a:lnTo>
                  <a:lnTo>
                    <a:pt x="60" y="4901"/>
                  </a:lnTo>
                  <a:lnTo>
                    <a:pt x="90" y="5095"/>
                  </a:lnTo>
                  <a:lnTo>
                    <a:pt x="135" y="5304"/>
                  </a:lnTo>
                  <a:lnTo>
                    <a:pt x="179" y="5498"/>
                  </a:lnTo>
                  <a:lnTo>
                    <a:pt x="254" y="5693"/>
                  </a:lnTo>
                  <a:lnTo>
                    <a:pt x="314" y="5887"/>
                  </a:lnTo>
                  <a:lnTo>
                    <a:pt x="404" y="6081"/>
                  </a:lnTo>
                  <a:lnTo>
                    <a:pt x="493" y="6260"/>
                  </a:lnTo>
                  <a:lnTo>
                    <a:pt x="598" y="6440"/>
                  </a:lnTo>
                  <a:lnTo>
                    <a:pt x="702" y="6619"/>
                  </a:lnTo>
                  <a:lnTo>
                    <a:pt x="822" y="6798"/>
                  </a:lnTo>
                  <a:lnTo>
                    <a:pt x="956" y="6962"/>
                  </a:lnTo>
                  <a:lnTo>
                    <a:pt x="1091" y="7127"/>
                  </a:lnTo>
                  <a:lnTo>
                    <a:pt x="1240" y="7276"/>
                  </a:lnTo>
                  <a:lnTo>
                    <a:pt x="1390" y="7426"/>
                  </a:lnTo>
                  <a:lnTo>
                    <a:pt x="1554" y="7575"/>
                  </a:lnTo>
                  <a:lnTo>
                    <a:pt x="1733" y="7709"/>
                  </a:lnTo>
                  <a:lnTo>
                    <a:pt x="1912" y="7829"/>
                  </a:lnTo>
                  <a:lnTo>
                    <a:pt x="2092" y="7948"/>
                  </a:lnTo>
                  <a:lnTo>
                    <a:pt x="2286" y="8053"/>
                  </a:lnTo>
                  <a:lnTo>
                    <a:pt x="2465" y="8158"/>
                  </a:lnTo>
                  <a:lnTo>
                    <a:pt x="2659" y="8232"/>
                  </a:lnTo>
                  <a:lnTo>
                    <a:pt x="2869" y="8307"/>
                  </a:lnTo>
                  <a:lnTo>
                    <a:pt x="3063" y="8382"/>
                  </a:lnTo>
                  <a:lnTo>
                    <a:pt x="3272" y="8427"/>
                  </a:lnTo>
                  <a:lnTo>
                    <a:pt x="3466" y="8471"/>
                  </a:lnTo>
                  <a:lnTo>
                    <a:pt x="3675" y="8516"/>
                  </a:lnTo>
                  <a:lnTo>
                    <a:pt x="3870" y="8531"/>
                  </a:lnTo>
                  <a:lnTo>
                    <a:pt x="4079" y="8546"/>
                  </a:lnTo>
                  <a:lnTo>
                    <a:pt x="4288" y="8561"/>
                  </a:lnTo>
                  <a:lnTo>
                    <a:pt x="4497" y="8546"/>
                  </a:lnTo>
                  <a:lnTo>
                    <a:pt x="4691" y="8531"/>
                  </a:lnTo>
                  <a:lnTo>
                    <a:pt x="4900" y="8516"/>
                  </a:lnTo>
                  <a:lnTo>
                    <a:pt x="5109" y="8471"/>
                  </a:lnTo>
                  <a:lnTo>
                    <a:pt x="5304" y="8427"/>
                  </a:lnTo>
                  <a:lnTo>
                    <a:pt x="5498" y="8382"/>
                  </a:lnTo>
                  <a:lnTo>
                    <a:pt x="5692" y="8307"/>
                  </a:lnTo>
                  <a:lnTo>
                    <a:pt x="5886" y="8247"/>
                  </a:lnTo>
                  <a:lnTo>
                    <a:pt x="6081" y="8158"/>
                  </a:lnTo>
                  <a:lnTo>
                    <a:pt x="6260" y="8068"/>
                  </a:lnTo>
                  <a:lnTo>
                    <a:pt x="6454" y="7963"/>
                  </a:lnTo>
                  <a:lnTo>
                    <a:pt x="6618" y="7859"/>
                  </a:lnTo>
                  <a:lnTo>
                    <a:pt x="6798" y="7739"/>
                  </a:lnTo>
                  <a:lnTo>
                    <a:pt x="6962" y="7605"/>
                  </a:lnTo>
                  <a:lnTo>
                    <a:pt x="7126" y="7470"/>
                  </a:lnTo>
                  <a:lnTo>
                    <a:pt x="7276" y="7321"/>
                  </a:lnTo>
                  <a:lnTo>
                    <a:pt x="7425" y="7172"/>
                  </a:lnTo>
                  <a:lnTo>
                    <a:pt x="7575" y="7007"/>
                  </a:lnTo>
                  <a:lnTo>
                    <a:pt x="7709" y="6828"/>
                  </a:lnTo>
                  <a:lnTo>
                    <a:pt x="7843" y="6649"/>
                  </a:lnTo>
                  <a:lnTo>
                    <a:pt x="7948" y="6469"/>
                  </a:lnTo>
                  <a:lnTo>
                    <a:pt x="8068" y="6275"/>
                  </a:lnTo>
                  <a:lnTo>
                    <a:pt x="8157" y="6096"/>
                  </a:lnTo>
                  <a:lnTo>
                    <a:pt x="8247" y="5902"/>
                  </a:lnTo>
                  <a:lnTo>
                    <a:pt x="8322" y="5693"/>
                  </a:lnTo>
                  <a:lnTo>
                    <a:pt x="8381" y="5498"/>
                  </a:lnTo>
                  <a:lnTo>
                    <a:pt x="8441" y="5304"/>
                  </a:lnTo>
                  <a:lnTo>
                    <a:pt x="8486" y="5095"/>
                  </a:lnTo>
                  <a:lnTo>
                    <a:pt x="8516" y="4886"/>
                  </a:lnTo>
                  <a:lnTo>
                    <a:pt x="8546" y="4692"/>
                  </a:lnTo>
                  <a:lnTo>
                    <a:pt x="8546" y="4483"/>
                  </a:lnTo>
                  <a:lnTo>
                    <a:pt x="8561" y="4273"/>
                  </a:lnTo>
                  <a:lnTo>
                    <a:pt x="8546" y="4064"/>
                  </a:lnTo>
                  <a:lnTo>
                    <a:pt x="8531" y="3870"/>
                  </a:lnTo>
                  <a:lnTo>
                    <a:pt x="8516" y="3661"/>
                  </a:lnTo>
                  <a:lnTo>
                    <a:pt x="8471" y="3452"/>
                  </a:lnTo>
                  <a:lnTo>
                    <a:pt x="8426" y="3257"/>
                  </a:lnTo>
                  <a:lnTo>
                    <a:pt x="8381" y="3063"/>
                  </a:lnTo>
                  <a:lnTo>
                    <a:pt x="8322" y="2869"/>
                  </a:lnTo>
                  <a:lnTo>
                    <a:pt x="8247" y="2675"/>
                  </a:lnTo>
                  <a:lnTo>
                    <a:pt x="8157" y="2481"/>
                  </a:lnTo>
                  <a:lnTo>
                    <a:pt x="8068" y="2301"/>
                  </a:lnTo>
                  <a:lnTo>
                    <a:pt x="7963" y="2107"/>
                  </a:lnTo>
                  <a:lnTo>
                    <a:pt x="7858" y="1943"/>
                  </a:lnTo>
                  <a:lnTo>
                    <a:pt x="7739" y="1764"/>
                  </a:lnTo>
                  <a:lnTo>
                    <a:pt x="7604" y="1599"/>
                  </a:lnTo>
                  <a:lnTo>
                    <a:pt x="7470" y="1435"/>
                  </a:lnTo>
                  <a:lnTo>
                    <a:pt x="7321" y="1285"/>
                  </a:lnTo>
                  <a:lnTo>
                    <a:pt x="7171" y="1136"/>
                  </a:lnTo>
                  <a:lnTo>
                    <a:pt x="7007" y="987"/>
                  </a:lnTo>
                  <a:lnTo>
                    <a:pt x="6842" y="852"/>
                  </a:lnTo>
                  <a:lnTo>
                    <a:pt x="6648" y="718"/>
                  </a:lnTo>
                  <a:lnTo>
                    <a:pt x="6469" y="613"/>
                  </a:lnTo>
                  <a:lnTo>
                    <a:pt x="6290" y="509"/>
                  </a:lnTo>
                  <a:lnTo>
                    <a:pt x="6096" y="404"/>
                  </a:lnTo>
                  <a:lnTo>
                    <a:pt x="5901" y="314"/>
                  </a:lnTo>
                  <a:lnTo>
                    <a:pt x="5707" y="240"/>
                  </a:lnTo>
                  <a:lnTo>
                    <a:pt x="5498" y="180"/>
                  </a:lnTo>
                  <a:lnTo>
                    <a:pt x="5304" y="120"/>
                  </a:lnTo>
                  <a:lnTo>
                    <a:pt x="5095" y="75"/>
                  </a:lnTo>
                  <a:lnTo>
                    <a:pt x="4900" y="45"/>
                  </a:lnTo>
                  <a:lnTo>
                    <a:pt x="4691" y="31"/>
                  </a:lnTo>
                  <a:lnTo>
                    <a:pt x="4482" y="16"/>
                  </a:lnTo>
                  <a:lnTo>
                    <a:pt x="4273" y="1"/>
                  </a:lnTo>
                  <a:close/>
                </a:path>
              </a:pathLst>
            </a:custGeom>
            <a:solidFill>
              <a:srgbClr val="43434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1524" name="Google Shape;1524;p32"/>
            <p:cNvSpPr/>
            <p:nvPr/>
          </p:nvSpPr>
          <p:spPr>
            <a:xfrm>
              <a:off x="-1159997" y="3678218"/>
              <a:ext cx="129818" cy="129818"/>
            </a:xfrm>
            <a:custGeom>
              <a:avLst/>
              <a:gdLst/>
              <a:ahLst/>
              <a:cxnLst/>
              <a:rect l="l" t="t" r="r" b="b"/>
              <a:pathLst>
                <a:path w="4617" h="4617" extrusionOk="0">
                  <a:moveTo>
                    <a:pt x="2196" y="1"/>
                  </a:moveTo>
                  <a:lnTo>
                    <a:pt x="1972" y="31"/>
                  </a:lnTo>
                  <a:lnTo>
                    <a:pt x="1763" y="75"/>
                  </a:lnTo>
                  <a:lnTo>
                    <a:pt x="1539" y="135"/>
                  </a:lnTo>
                  <a:lnTo>
                    <a:pt x="1345" y="210"/>
                  </a:lnTo>
                  <a:lnTo>
                    <a:pt x="1136" y="314"/>
                  </a:lnTo>
                  <a:lnTo>
                    <a:pt x="956" y="449"/>
                  </a:lnTo>
                  <a:lnTo>
                    <a:pt x="777" y="583"/>
                  </a:lnTo>
                  <a:lnTo>
                    <a:pt x="613" y="748"/>
                  </a:lnTo>
                  <a:lnTo>
                    <a:pt x="463" y="927"/>
                  </a:lnTo>
                  <a:lnTo>
                    <a:pt x="329" y="1121"/>
                  </a:lnTo>
                  <a:lnTo>
                    <a:pt x="224" y="1330"/>
                  </a:lnTo>
                  <a:lnTo>
                    <a:pt x="135" y="1539"/>
                  </a:lnTo>
                  <a:lnTo>
                    <a:pt x="75" y="1764"/>
                  </a:lnTo>
                  <a:lnTo>
                    <a:pt x="30" y="1973"/>
                  </a:lnTo>
                  <a:lnTo>
                    <a:pt x="0" y="2197"/>
                  </a:lnTo>
                  <a:lnTo>
                    <a:pt x="0" y="2421"/>
                  </a:lnTo>
                  <a:lnTo>
                    <a:pt x="30" y="2645"/>
                  </a:lnTo>
                  <a:lnTo>
                    <a:pt x="75" y="2854"/>
                  </a:lnTo>
                  <a:lnTo>
                    <a:pt x="135" y="3078"/>
                  </a:lnTo>
                  <a:lnTo>
                    <a:pt x="224" y="3272"/>
                  </a:lnTo>
                  <a:lnTo>
                    <a:pt x="314" y="3482"/>
                  </a:lnTo>
                  <a:lnTo>
                    <a:pt x="448" y="3661"/>
                  </a:lnTo>
                  <a:lnTo>
                    <a:pt x="583" y="3840"/>
                  </a:lnTo>
                  <a:lnTo>
                    <a:pt x="747" y="4004"/>
                  </a:lnTo>
                  <a:lnTo>
                    <a:pt x="926" y="4154"/>
                  </a:lnTo>
                  <a:lnTo>
                    <a:pt x="1136" y="4288"/>
                  </a:lnTo>
                  <a:lnTo>
                    <a:pt x="1330" y="4393"/>
                  </a:lnTo>
                  <a:lnTo>
                    <a:pt x="1539" y="4483"/>
                  </a:lnTo>
                  <a:lnTo>
                    <a:pt x="1763" y="4542"/>
                  </a:lnTo>
                  <a:lnTo>
                    <a:pt x="1987" y="4587"/>
                  </a:lnTo>
                  <a:lnTo>
                    <a:pt x="2196" y="4617"/>
                  </a:lnTo>
                  <a:lnTo>
                    <a:pt x="2420" y="4617"/>
                  </a:lnTo>
                  <a:lnTo>
                    <a:pt x="2644" y="4587"/>
                  </a:lnTo>
                  <a:lnTo>
                    <a:pt x="2869" y="4542"/>
                  </a:lnTo>
                  <a:lnTo>
                    <a:pt x="3078" y="4483"/>
                  </a:lnTo>
                  <a:lnTo>
                    <a:pt x="3287" y="4408"/>
                  </a:lnTo>
                  <a:lnTo>
                    <a:pt x="3481" y="4303"/>
                  </a:lnTo>
                  <a:lnTo>
                    <a:pt x="3675" y="4169"/>
                  </a:lnTo>
                  <a:lnTo>
                    <a:pt x="3840" y="4034"/>
                  </a:lnTo>
                  <a:lnTo>
                    <a:pt x="4004" y="3870"/>
                  </a:lnTo>
                  <a:lnTo>
                    <a:pt x="4168" y="3691"/>
                  </a:lnTo>
                  <a:lnTo>
                    <a:pt x="4288" y="3497"/>
                  </a:lnTo>
                  <a:lnTo>
                    <a:pt x="4407" y="3287"/>
                  </a:lnTo>
                  <a:lnTo>
                    <a:pt x="4482" y="3078"/>
                  </a:lnTo>
                  <a:lnTo>
                    <a:pt x="4557" y="2854"/>
                  </a:lnTo>
                  <a:lnTo>
                    <a:pt x="4587" y="2645"/>
                  </a:lnTo>
                  <a:lnTo>
                    <a:pt x="4617" y="2421"/>
                  </a:lnTo>
                  <a:lnTo>
                    <a:pt x="4617" y="2197"/>
                  </a:lnTo>
                  <a:lnTo>
                    <a:pt x="4587" y="1973"/>
                  </a:lnTo>
                  <a:lnTo>
                    <a:pt x="4557" y="1764"/>
                  </a:lnTo>
                  <a:lnTo>
                    <a:pt x="4482" y="1539"/>
                  </a:lnTo>
                  <a:lnTo>
                    <a:pt x="4407" y="1330"/>
                  </a:lnTo>
                  <a:lnTo>
                    <a:pt x="4303" y="1136"/>
                  </a:lnTo>
                  <a:lnTo>
                    <a:pt x="4183" y="957"/>
                  </a:lnTo>
                  <a:lnTo>
                    <a:pt x="4034" y="778"/>
                  </a:lnTo>
                  <a:lnTo>
                    <a:pt x="3870" y="613"/>
                  </a:lnTo>
                  <a:lnTo>
                    <a:pt x="3690" y="464"/>
                  </a:lnTo>
                  <a:lnTo>
                    <a:pt x="3496" y="329"/>
                  </a:lnTo>
                  <a:lnTo>
                    <a:pt x="3287" y="210"/>
                  </a:lnTo>
                  <a:lnTo>
                    <a:pt x="3078" y="135"/>
                  </a:lnTo>
                  <a:lnTo>
                    <a:pt x="2854" y="60"/>
                  </a:lnTo>
                  <a:lnTo>
                    <a:pt x="2644" y="31"/>
                  </a:lnTo>
                  <a:lnTo>
                    <a:pt x="242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1525" name="Google Shape;1525;p32"/>
            <p:cNvSpPr/>
            <p:nvPr/>
          </p:nvSpPr>
          <p:spPr>
            <a:xfrm>
              <a:off x="-820589" y="3348483"/>
              <a:ext cx="139913" cy="171404"/>
            </a:xfrm>
            <a:custGeom>
              <a:avLst/>
              <a:gdLst/>
              <a:ahLst/>
              <a:cxnLst/>
              <a:rect l="l" t="t" r="r" b="b"/>
              <a:pathLst>
                <a:path w="4976" h="6096" extrusionOk="0">
                  <a:moveTo>
                    <a:pt x="4632" y="0"/>
                  </a:moveTo>
                  <a:lnTo>
                    <a:pt x="3765" y="1434"/>
                  </a:lnTo>
                  <a:lnTo>
                    <a:pt x="3287" y="1210"/>
                  </a:lnTo>
                  <a:lnTo>
                    <a:pt x="3033" y="1106"/>
                  </a:lnTo>
                  <a:lnTo>
                    <a:pt x="2749" y="1016"/>
                  </a:lnTo>
                  <a:lnTo>
                    <a:pt x="2480" y="941"/>
                  </a:lnTo>
                  <a:lnTo>
                    <a:pt x="2211" y="882"/>
                  </a:lnTo>
                  <a:lnTo>
                    <a:pt x="1957" y="837"/>
                  </a:lnTo>
                  <a:lnTo>
                    <a:pt x="1704" y="837"/>
                  </a:lnTo>
                  <a:lnTo>
                    <a:pt x="1629" y="852"/>
                  </a:lnTo>
                  <a:lnTo>
                    <a:pt x="1569" y="867"/>
                  </a:lnTo>
                  <a:lnTo>
                    <a:pt x="1524" y="897"/>
                  </a:lnTo>
                  <a:lnTo>
                    <a:pt x="1509" y="926"/>
                  </a:lnTo>
                  <a:lnTo>
                    <a:pt x="1494" y="971"/>
                  </a:lnTo>
                  <a:lnTo>
                    <a:pt x="1509" y="1016"/>
                  </a:lnTo>
                  <a:lnTo>
                    <a:pt x="1524" y="1076"/>
                  </a:lnTo>
                  <a:lnTo>
                    <a:pt x="1554" y="1136"/>
                  </a:lnTo>
                  <a:lnTo>
                    <a:pt x="1659" y="1270"/>
                  </a:lnTo>
                  <a:lnTo>
                    <a:pt x="1793" y="1419"/>
                  </a:lnTo>
                  <a:lnTo>
                    <a:pt x="1957" y="1584"/>
                  </a:lnTo>
                  <a:lnTo>
                    <a:pt x="2152" y="1748"/>
                  </a:lnTo>
                  <a:lnTo>
                    <a:pt x="2555" y="2077"/>
                  </a:lnTo>
                  <a:lnTo>
                    <a:pt x="2943" y="2361"/>
                  </a:lnTo>
                  <a:lnTo>
                    <a:pt x="3407" y="2674"/>
                  </a:lnTo>
                  <a:lnTo>
                    <a:pt x="3407" y="2674"/>
                  </a:lnTo>
                  <a:lnTo>
                    <a:pt x="2914" y="2405"/>
                  </a:lnTo>
                  <a:lnTo>
                    <a:pt x="2450" y="2181"/>
                  </a:lnTo>
                  <a:lnTo>
                    <a:pt x="1928" y="1942"/>
                  </a:lnTo>
                  <a:lnTo>
                    <a:pt x="1659" y="1823"/>
                  </a:lnTo>
                  <a:lnTo>
                    <a:pt x="1390" y="1718"/>
                  </a:lnTo>
                  <a:lnTo>
                    <a:pt x="1136" y="1629"/>
                  </a:lnTo>
                  <a:lnTo>
                    <a:pt x="882" y="1569"/>
                  </a:lnTo>
                  <a:lnTo>
                    <a:pt x="658" y="1524"/>
                  </a:lnTo>
                  <a:lnTo>
                    <a:pt x="464" y="1509"/>
                  </a:lnTo>
                  <a:lnTo>
                    <a:pt x="374" y="1524"/>
                  </a:lnTo>
                  <a:lnTo>
                    <a:pt x="299" y="1539"/>
                  </a:lnTo>
                  <a:lnTo>
                    <a:pt x="239" y="1569"/>
                  </a:lnTo>
                  <a:lnTo>
                    <a:pt x="180" y="1599"/>
                  </a:lnTo>
                  <a:lnTo>
                    <a:pt x="135" y="1643"/>
                  </a:lnTo>
                  <a:lnTo>
                    <a:pt x="120" y="1703"/>
                  </a:lnTo>
                  <a:lnTo>
                    <a:pt x="120" y="1763"/>
                  </a:lnTo>
                  <a:lnTo>
                    <a:pt x="135" y="1823"/>
                  </a:lnTo>
                  <a:lnTo>
                    <a:pt x="165" y="1897"/>
                  </a:lnTo>
                  <a:lnTo>
                    <a:pt x="210" y="1972"/>
                  </a:lnTo>
                  <a:lnTo>
                    <a:pt x="344" y="2122"/>
                  </a:lnTo>
                  <a:lnTo>
                    <a:pt x="523" y="2286"/>
                  </a:lnTo>
                  <a:lnTo>
                    <a:pt x="747" y="2465"/>
                  </a:lnTo>
                  <a:lnTo>
                    <a:pt x="986" y="2644"/>
                  </a:lnTo>
                  <a:lnTo>
                    <a:pt x="1240" y="2824"/>
                  </a:lnTo>
                  <a:lnTo>
                    <a:pt x="1763" y="3152"/>
                  </a:lnTo>
                  <a:lnTo>
                    <a:pt x="2241" y="3436"/>
                  </a:lnTo>
                  <a:lnTo>
                    <a:pt x="2719" y="3690"/>
                  </a:lnTo>
                  <a:lnTo>
                    <a:pt x="2376" y="3556"/>
                  </a:lnTo>
                  <a:lnTo>
                    <a:pt x="2017" y="3421"/>
                  </a:lnTo>
                  <a:lnTo>
                    <a:pt x="1584" y="3272"/>
                  </a:lnTo>
                  <a:lnTo>
                    <a:pt x="1136" y="3137"/>
                  </a:lnTo>
                  <a:lnTo>
                    <a:pt x="927" y="3093"/>
                  </a:lnTo>
                  <a:lnTo>
                    <a:pt x="717" y="3048"/>
                  </a:lnTo>
                  <a:lnTo>
                    <a:pt x="538" y="3018"/>
                  </a:lnTo>
                  <a:lnTo>
                    <a:pt x="374" y="3018"/>
                  </a:lnTo>
                  <a:lnTo>
                    <a:pt x="239" y="3033"/>
                  </a:lnTo>
                  <a:lnTo>
                    <a:pt x="180" y="3048"/>
                  </a:lnTo>
                  <a:lnTo>
                    <a:pt x="135" y="3078"/>
                  </a:lnTo>
                  <a:lnTo>
                    <a:pt x="105" y="3108"/>
                  </a:lnTo>
                  <a:lnTo>
                    <a:pt x="90" y="3152"/>
                  </a:lnTo>
                  <a:lnTo>
                    <a:pt x="75" y="3197"/>
                  </a:lnTo>
                  <a:lnTo>
                    <a:pt x="90" y="3242"/>
                  </a:lnTo>
                  <a:lnTo>
                    <a:pt x="150" y="3347"/>
                  </a:lnTo>
                  <a:lnTo>
                    <a:pt x="269" y="3481"/>
                  </a:lnTo>
                  <a:lnTo>
                    <a:pt x="404" y="3616"/>
                  </a:lnTo>
                  <a:lnTo>
                    <a:pt x="583" y="3750"/>
                  </a:lnTo>
                  <a:lnTo>
                    <a:pt x="971" y="4049"/>
                  </a:lnTo>
                  <a:lnTo>
                    <a:pt x="1390" y="4333"/>
                  </a:lnTo>
                  <a:lnTo>
                    <a:pt x="1763" y="4572"/>
                  </a:lnTo>
                  <a:lnTo>
                    <a:pt x="2137" y="4811"/>
                  </a:lnTo>
                  <a:lnTo>
                    <a:pt x="2137" y="4811"/>
                  </a:lnTo>
                  <a:lnTo>
                    <a:pt x="1823" y="4691"/>
                  </a:lnTo>
                  <a:lnTo>
                    <a:pt x="1509" y="4587"/>
                  </a:lnTo>
                  <a:lnTo>
                    <a:pt x="1136" y="4482"/>
                  </a:lnTo>
                  <a:lnTo>
                    <a:pt x="747" y="4392"/>
                  </a:lnTo>
                  <a:lnTo>
                    <a:pt x="568" y="4377"/>
                  </a:lnTo>
                  <a:lnTo>
                    <a:pt x="404" y="4362"/>
                  </a:lnTo>
                  <a:lnTo>
                    <a:pt x="269" y="4377"/>
                  </a:lnTo>
                  <a:lnTo>
                    <a:pt x="150" y="4407"/>
                  </a:lnTo>
                  <a:lnTo>
                    <a:pt x="90" y="4437"/>
                  </a:lnTo>
                  <a:lnTo>
                    <a:pt x="60" y="4467"/>
                  </a:lnTo>
                  <a:lnTo>
                    <a:pt x="30" y="4497"/>
                  </a:lnTo>
                  <a:lnTo>
                    <a:pt x="0" y="4557"/>
                  </a:lnTo>
                  <a:lnTo>
                    <a:pt x="0" y="4602"/>
                  </a:lnTo>
                  <a:lnTo>
                    <a:pt x="0" y="4646"/>
                  </a:lnTo>
                  <a:lnTo>
                    <a:pt x="15" y="4706"/>
                  </a:lnTo>
                  <a:lnTo>
                    <a:pt x="30" y="4751"/>
                  </a:lnTo>
                  <a:lnTo>
                    <a:pt x="120" y="4870"/>
                  </a:lnTo>
                  <a:lnTo>
                    <a:pt x="224" y="4975"/>
                  </a:lnTo>
                  <a:lnTo>
                    <a:pt x="374" y="5080"/>
                  </a:lnTo>
                  <a:lnTo>
                    <a:pt x="538" y="5199"/>
                  </a:lnTo>
                  <a:lnTo>
                    <a:pt x="717" y="5304"/>
                  </a:lnTo>
                  <a:lnTo>
                    <a:pt x="927" y="5408"/>
                  </a:lnTo>
                  <a:lnTo>
                    <a:pt x="1360" y="5602"/>
                  </a:lnTo>
                  <a:lnTo>
                    <a:pt x="1808" y="5782"/>
                  </a:lnTo>
                  <a:lnTo>
                    <a:pt x="2226" y="5946"/>
                  </a:lnTo>
                  <a:lnTo>
                    <a:pt x="2585" y="6051"/>
                  </a:lnTo>
                  <a:lnTo>
                    <a:pt x="2719" y="6081"/>
                  </a:lnTo>
                  <a:lnTo>
                    <a:pt x="2839" y="6095"/>
                  </a:lnTo>
                  <a:lnTo>
                    <a:pt x="2958" y="6066"/>
                  </a:lnTo>
                  <a:lnTo>
                    <a:pt x="3048" y="6021"/>
                  </a:lnTo>
                  <a:lnTo>
                    <a:pt x="3123" y="5961"/>
                  </a:lnTo>
                  <a:lnTo>
                    <a:pt x="3197" y="5871"/>
                  </a:lnTo>
                  <a:lnTo>
                    <a:pt x="3257" y="5797"/>
                  </a:lnTo>
                  <a:lnTo>
                    <a:pt x="3302" y="5692"/>
                  </a:lnTo>
                  <a:lnTo>
                    <a:pt x="3362" y="5498"/>
                  </a:lnTo>
                  <a:lnTo>
                    <a:pt x="3392" y="5319"/>
                  </a:lnTo>
                  <a:lnTo>
                    <a:pt x="3407" y="5139"/>
                  </a:lnTo>
                  <a:lnTo>
                    <a:pt x="3481" y="5035"/>
                  </a:lnTo>
                  <a:lnTo>
                    <a:pt x="3646" y="4751"/>
                  </a:lnTo>
                  <a:lnTo>
                    <a:pt x="3720" y="4587"/>
                  </a:lnTo>
                  <a:lnTo>
                    <a:pt x="3795" y="4407"/>
                  </a:lnTo>
                  <a:lnTo>
                    <a:pt x="3840" y="4243"/>
                  </a:lnTo>
                  <a:lnTo>
                    <a:pt x="3855" y="4168"/>
                  </a:lnTo>
                  <a:lnTo>
                    <a:pt x="3870" y="4109"/>
                  </a:lnTo>
                  <a:lnTo>
                    <a:pt x="3930" y="4049"/>
                  </a:lnTo>
                  <a:lnTo>
                    <a:pt x="3989" y="3974"/>
                  </a:lnTo>
                  <a:lnTo>
                    <a:pt x="4079" y="3869"/>
                  </a:lnTo>
                  <a:lnTo>
                    <a:pt x="4154" y="3750"/>
                  </a:lnTo>
                  <a:lnTo>
                    <a:pt x="4243" y="3616"/>
                  </a:lnTo>
                  <a:lnTo>
                    <a:pt x="4303" y="3451"/>
                  </a:lnTo>
                  <a:lnTo>
                    <a:pt x="4348" y="3272"/>
                  </a:lnTo>
                  <a:lnTo>
                    <a:pt x="4467" y="3137"/>
                  </a:lnTo>
                  <a:lnTo>
                    <a:pt x="4587" y="2988"/>
                  </a:lnTo>
                  <a:lnTo>
                    <a:pt x="4691" y="2809"/>
                  </a:lnTo>
                  <a:lnTo>
                    <a:pt x="4736" y="2704"/>
                  </a:lnTo>
                  <a:lnTo>
                    <a:pt x="4781" y="2600"/>
                  </a:lnTo>
                  <a:lnTo>
                    <a:pt x="4811" y="2495"/>
                  </a:lnTo>
                  <a:lnTo>
                    <a:pt x="4826" y="2376"/>
                  </a:lnTo>
                  <a:lnTo>
                    <a:pt x="4811" y="2271"/>
                  </a:lnTo>
                  <a:lnTo>
                    <a:pt x="4781" y="2151"/>
                  </a:lnTo>
                  <a:lnTo>
                    <a:pt x="4721" y="2047"/>
                  </a:lnTo>
                  <a:lnTo>
                    <a:pt x="4647" y="1942"/>
                  </a:lnTo>
                  <a:lnTo>
                    <a:pt x="4676" y="1897"/>
                  </a:lnTo>
                  <a:lnTo>
                    <a:pt x="4751" y="1763"/>
                  </a:lnTo>
                  <a:lnTo>
                    <a:pt x="4841" y="1554"/>
                  </a:lnTo>
                  <a:lnTo>
                    <a:pt x="4886" y="1434"/>
                  </a:lnTo>
                  <a:lnTo>
                    <a:pt x="4916" y="1300"/>
                  </a:lnTo>
                  <a:lnTo>
                    <a:pt x="4945" y="1150"/>
                  </a:lnTo>
                  <a:lnTo>
                    <a:pt x="4975" y="1001"/>
                  </a:lnTo>
                  <a:lnTo>
                    <a:pt x="4975" y="837"/>
                  </a:lnTo>
                  <a:lnTo>
                    <a:pt x="4960" y="672"/>
                  </a:lnTo>
                  <a:lnTo>
                    <a:pt x="4916" y="508"/>
                  </a:lnTo>
                  <a:lnTo>
                    <a:pt x="4856" y="329"/>
                  </a:lnTo>
                  <a:lnTo>
                    <a:pt x="4766" y="164"/>
                  </a:lnTo>
                  <a:lnTo>
                    <a:pt x="4632" y="0"/>
                  </a:lnTo>
                  <a:close/>
                </a:path>
              </a:pathLst>
            </a:custGeom>
            <a:solidFill>
              <a:srgbClr val="FBB99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1526" name="Google Shape;1526;p32"/>
            <p:cNvSpPr/>
            <p:nvPr/>
          </p:nvSpPr>
          <p:spPr>
            <a:xfrm>
              <a:off x="-1829168" y="3041411"/>
              <a:ext cx="719583" cy="785125"/>
            </a:xfrm>
            <a:custGeom>
              <a:avLst/>
              <a:gdLst/>
              <a:ahLst/>
              <a:cxnLst/>
              <a:rect l="l" t="t" r="r" b="b"/>
              <a:pathLst>
                <a:path w="25592" h="27923" extrusionOk="0">
                  <a:moveTo>
                    <a:pt x="5827" y="0"/>
                  </a:moveTo>
                  <a:lnTo>
                    <a:pt x="5528" y="15"/>
                  </a:lnTo>
                  <a:lnTo>
                    <a:pt x="5229" y="60"/>
                  </a:lnTo>
                  <a:lnTo>
                    <a:pt x="4930" y="135"/>
                  </a:lnTo>
                  <a:lnTo>
                    <a:pt x="4647" y="239"/>
                  </a:lnTo>
                  <a:lnTo>
                    <a:pt x="4363" y="359"/>
                  </a:lnTo>
                  <a:lnTo>
                    <a:pt x="4094" y="508"/>
                  </a:lnTo>
                  <a:lnTo>
                    <a:pt x="3855" y="688"/>
                  </a:lnTo>
                  <a:lnTo>
                    <a:pt x="3616" y="897"/>
                  </a:lnTo>
                  <a:lnTo>
                    <a:pt x="3407" y="1121"/>
                  </a:lnTo>
                  <a:lnTo>
                    <a:pt x="3212" y="1375"/>
                  </a:lnTo>
                  <a:lnTo>
                    <a:pt x="3048" y="1644"/>
                  </a:lnTo>
                  <a:lnTo>
                    <a:pt x="2899" y="1928"/>
                  </a:lnTo>
                  <a:lnTo>
                    <a:pt x="2824" y="2137"/>
                  </a:lnTo>
                  <a:lnTo>
                    <a:pt x="2749" y="2301"/>
                  </a:lnTo>
                  <a:lnTo>
                    <a:pt x="2615" y="2630"/>
                  </a:lnTo>
                  <a:lnTo>
                    <a:pt x="2361" y="3287"/>
                  </a:lnTo>
                  <a:lnTo>
                    <a:pt x="2122" y="3929"/>
                  </a:lnTo>
                  <a:lnTo>
                    <a:pt x="1913" y="4587"/>
                  </a:lnTo>
                  <a:lnTo>
                    <a:pt x="1689" y="5229"/>
                  </a:lnTo>
                  <a:lnTo>
                    <a:pt x="1494" y="5887"/>
                  </a:lnTo>
                  <a:lnTo>
                    <a:pt x="1315" y="6544"/>
                  </a:lnTo>
                  <a:lnTo>
                    <a:pt x="1136" y="7201"/>
                  </a:lnTo>
                  <a:lnTo>
                    <a:pt x="957" y="7873"/>
                  </a:lnTo>
                  <a:lnTo>
                    <a:pt x="807" y="8546"/>
                  </a:lnTo>
                  <a:lnTo>
                    <a:pt x="658" y="9218"/>
                  </a:lnTo>
                  <a:lnTo>
                    <a:pt x="538" y="9890"/>
                  </a:lnTo>
                  <a:lnTo>
                    <a:pt x="419" y="10578"/>
                  </a:lnTo>
                  <a:lnTo>
                    <a:pt x="314" y="11265"/>
                  </a:lnTo>
                  <a:lnTo>
                    <a:pt x="224" y="11952"/>
                  </a:lnTo>
                  <a:lnTo>
                    <a:pt x="135" y="12654"/>
                  </a:lnTo>
                  <a:lnTo>
                    <a:pt x="75" y="13356"/>
                  </a:lnTo>
                  <a:lnTo>
                    <a:pt x="30" y="14073"/>
                  </a:lnTo>
                  <a:lnTo>
                    <a:pt x="15" y="14776"/>
                  </a:lnTo>
                  <a:lnTo>
                    <a:pt x="0" y="15493"/>
                  </a:lnTo>
                  <a:lnTo>
                    <a:pt x="15" y="16225"/>
                  </a:lnTo>
                  <a:lnTo>
                    <a:pt x="45" y="16957"/>
                  </a:lnTo>
                  <a:lnTo>
                    <a:pt x="105" y="17689"/>
                  </a:lnTo>
                  <a:lnTo>
                    <a:pt x="195" y="18421"/>
                  </a:lnTo>
                  <a:lnTo>
                    <a:pt x="314" y="19168"/>
                  </a:lnTo>
                  <a:lnTo>
                    <a:pt x="449" y="19900"/>
                  </a:lnTo>
                  <a:lnTo>
                    <a:pt x="628" y="20647"/>
                  </a:lnTo>
                  <a:lnTo>
                    <a:pt x="822" y="21394"/>
                  </a:lnTo>
                  <a:lnTo>
                    <a:pt x="1076" y="22126"/>
                  </a:lnTo>
                  <a:lnTo>
                    <a:pt x="1210" y="22499"/>
                  </a:lnTo>
                  <a:lnTo>
                    <a:pt x="1345" y="22858"/>
                  </a:lnTo>
                  <a:lnTo>
                    <a:pt x="1494" y="23216"/>
                  </a:lnTo>
                  <a:lnTo>
                    <a:pt x="1659" y="23590"/>
                  </a:lnTo>
                  <a:lnTo>
                    <a:pt x="1838" y="23948"/>
                  </a:lnTo>
                  <a:lnTo>
                    <a:pt x="2017" y="24292"/>
                  </a:lnTo>
                  <a:lnTo>
                    <a:pt x="2196" y="24591"/>
                  </a:lnTo>
                  <a:lnTo>
                    <a:pt x="2361" y="24845"/>
                  </a:lnTo>
                  <a:lnTo>
                    <a:pt x="2540" y="25069"/>
                  </a:lnTo>
                  <a:lnTo>
                    <a:pt x="2749" y="25263"/>
                  </a:lnTo>
                  <a:lnTo>
                    <a:pt x="2973" y="25442"/>
                  </a:lnTo>
                  <a:lnTo>
                    <a:pt x="3212" y="25592"/>
                  </a:lnTo>
                  <a:lnTo>
                    <a:pt x="3466" y="25711"/>
                  </a:lnTo>
                  <a:lnTo>
                    <a:pt x="3720" y="25801"/>
                  </a:lnTo>
                  <a:lnTo>
                    <a:pt x="3989" y="25876"/>
                  </a:lnTo>
                  <a:lnTo>
                    <a:pt x="4318" y="25935"/>
                  </a:lnTo>
                  <a:lnTo>
                    <a:pt x="4632" y="25995"/>
                  </a:lnTo>
                  <a:lnTo>
                    <a:pt x="5244" y="26115"/>
                  </a:lnTo>
                  <a:lnTo>
                    <a:pt x="6469" y="26324"/>
                  </a:lnTo>
                  <a:lnTo>
                    <a:pt x="7679" y="26533"/>
                  </a:lnTo>
                  <a:lnTo>
                    <a:pt x="8904" y="26727"/>
                  </a:lnTo>
                  <a:lnTo>
                    <a:pt x="10129" y="26906"/>
                  </a:lnTo>
                  <a:lnTo>
                    <a:pt x="11354" y="27086"/>
                  </a:lnTo>
                  <a:lnTo>
                    <a:pt x="12580" y="27235"/>
                  </a:lnTo>
                  <a:lnTo>
                    <a:pt x="13820" y="27385"/>
                  </a:lnTo>
                  <a:lnTo>
                    <a:pt x="15045" y="27519"/>
                  </a:lnTo>
                  <a:lnTo>
                    <a:pt x="16285" y="27638"/>
                  </a:lnTo>
                  <a:lnTo>
                    <a:pt x="17525" y="27743"/>
                  </a:lnTo>
                  <a:lnTo>
                    <a:pt x="18765" y="27818"/>
                  </a:lnTo>
                  <a:lnTo>
                    <a:pt x="20019" y="27892"/>
                  </a:lnTo>
                  <a:lnTo>
                    <a:pt x="21274" y="27922"/>
                  </a:lnTo>
                  <a:lnTo>
                    <a:pt x="23172" y="27922"/>
                  </a:lnTo>
                  <a:lnTo>
                    <a:pt x="23814" y="27892"/>
                  </a:lnTo>
                  <a:lnTo>
                    <a:pt x="24008" y="27878"/>
                  </a:lnTo>
                  <a:lnTo>
                    <a:pt x="24188" y="27848"/>
                  </a:lnTo>
                  <a:lnTo>
                    <a:pt x="24367" y="27788"/>
                  </a:lnTo>
                  <a:lnTo>
                    <a:pt x="24531" y="27728"/>
                  </a:lnTo>
                  <a:lnTo>
                    <a:pt x="24681" y="27638"/>
                  </a:lnTo>
                  <a:lnTo>
                    <a:pt x="24830" y="27549"/>
                  </a:lnTo>
                  <a:lnTo>
                    <a:pt x="24964" y="27429"/>
                  </a:lnTo>
                  <a:lnTo>
                    <a:pt x="25099" y="27310"/>
                  </a:lnTo>
                  <a:lnTo>
                    <a:pt x="25204" y="27175"/>
                  </a:lnTo>
                  <a:lnTo>
                    <a:pt x="25308" y="27026"/>
                  </a:lnTo>
                  <a:lnTo>
                    <a:pt x="25398" y="26877"/>
                  </a:lnTo>
                  <a:lnTo>
                    <a:pt x="25472" y="26712"/>
                  </a:lnTo>
                  <a:lnTo>
                    <a:pt x="25517" y="26533"/>
                  </a:lnTo>
                  <a:lnTo>
                    <a:pt x="25562" y="26354"/>
                  </a:lnTo>
                  <a:lnTo>
                    <a:pt x="25577" y="26174"/>
                  </a:lnTo>
                  <a:lnTo>
                    <a:pt x="25592" y="25980"/>
                  </a:lnTo>
                  <a:lnTo>
                    <a:pt x="25577" y="25816"/>
                  </a:lnTo>
                  <a:lnTo>
                    <a:pt x="25547" y="25637"/>
                  </a:lnTo>
                  <a:lnTo>
                    <a:pt x="25502" y="25487"/>
                  </a:lnTo>
                  <a:lnTo>
                    <a:pt x="25443" y="25323"/>
                  </a:lnTo>
                  <a:lnTo>
                    <a:pt x="25368" y="25173"/>
                  </a:lnTo>
                  <a:lnTo>
                    <a:pt x="25278" y="25039"/>
                  </a:lnTo>
                  <a:lnTo>
                    <a:pt x="25189" y="24905"/>
                  </a:lnTo>
                  <a:lnTo>
                    <a:pt x="25084" y="24785"/>
                  </a:lnTo>
                  <a:lnTo>
                    <a:pt x="24964" y="24680"/>
                  </a:lnTo>
                  <a:lnTo>
                    <a:pt x="24845" y="24576"/>
                  </a:lnTo>
                  <a:lnTo>
                    <a:pt x="24710" y="24486"/>
                  </a:lnTo>
                  <a:lnTo>
                    <a:pt x="24561" y="24397"/>
                  </a:lnTo>
                  <a:lnTo>
                    <a:pt x="24412" y="24337"/>
                  </a:lnTo>
                  <a:lnTo>
                    <a:pt x="24262" y="24277"/>
                  </a:lnTo>
                  <a:lnTo>
                    <a:pt x="24098" y="24247"/>
                  </a:lnTo>
                  <a:lnTo>
                    <a:pt x="23934" y="24217"/>
                  </a:lnTo>
                  <a:lnTo>
                    <a:pt x="23904" y="24217"/>
                  </a:lnTo>
                  <a:lnTo>
                    <a:pt x="22753" y="24083"/>
                  </a:lnTo>
                  <a:lnTo>
                    <a:pt x="21618" y="23919"/>
                  </a:lnTo>
                  <a:lnTo>
                    <a:pt x="20468" y="23724"/>
                  </a:lnTo>
                  <a:lnTo>
                    <a:pt x="19317" y="23500"/>
                  </a:lnTo>
                  <a:lnTo>
                    <a:pt x="18167" y="23261"/>
                  </a:lnTo>
                  <a:lnTo>
                    <a:pt x="17017" y="23007"/>
                  </a:lnTo>
                  <a:lnTo>
                    <a:pt x="15866" y="22723"/>
                  </a:lnTo>
                  <a:lnTo>
                    <a:pt x="14716" y="22440"/>
                  </a:lnTo>
                  <a:lnTo>
                    <a:pt x="13580" y="22141"/>
                  </a:lnTo>
                  <a:lnTo>
                    <a:pt x="12430" y="21827"/>
                  </a:lnTo>
                  <a:lnTo>
                    <a:pt x="11295" y="21498"/>
                  </a:lnTo>
                  <a:lnTo>
                    <a:pt x="10159" y="21170"/>
                  </a:lnTo>
                  <a:lnTo>
                    <a:pt x="9024" y="20811"/>
                  </a:lnTo>
                  <a:lnTo>
                    <a:pt x="7888" y="20468"/>
                  </a:lnTo>
                  <a:lnTo>
                    <a:pt x="7156" y="20228"/>
                  </a:lnTo>
                  <a:lnTo>
                    <a:pt x="7082" y="19989"/>
                  </a:lnTo>
                  <a:lnTo>
                    <a:pt x="6947" y="19586"/>
                  </a:lnTo>
                  <a:lnTo>
                    <a:pt x="6932" y="19541"/>
                  </a:lnTo>
                  <a:lnTo>
                    <a:pt x="6798" y="19078"/>
                  </a:lnTo>
                  <a:lnTo>
                    <a:pt x="6693" y="18585"/>
                  </a:lnTo>
                  <a:lnTo>
                    <a:pt x="6589" y="18092"/>
                  </a:lnTo>
                  <a:lnTo>
                    <a:pt x="6514" y="17584"/>
                  </a:lnTo>
                  <a:lnTo>
                    <a:pt x="6454" y="17061"/>
                  </a:lnTo>
                  <a:lnTo>
                    <a:pt x="6409" y="16538"/>
                  </a:lnTo>
                  <a:lnTo>
                    <a:pt x="6395" y="16016"/>
                  </a:lnTo>
                  <a:lnTo>
                    <a:pt x="6380" y="15478"/>
                  </a:lnTo>
                  <a:lnTo>
                    <a:pt x="6380" y="14925"/>
                  </a:lnTo>
                  <a:lnTo>
                    <a:pt x="6409" y="14387"/>
                  </a:lnTo>
                  <a:lnTo>
                    <a:pt x="6439" y="13834"/>
                  </a:lnTo>
                  <a:lnTo>
                    <a:pt x="6484" y="13282"/>
                  </a:lnTo>
                  <a:lnTo>
                    <a:pt x="6604" y="12057"/>
                  </a:lnTo>
                  <a:lnTo>
                    <a:pt x="6753" y="10727"/>
                  </a:lnTo>
                  <a:lnTo>
                    <a:pt x="6843" y="10040"/>
                  </a:lnTo>
                  <a:lnTo>
                    <a:pt x="6947" y="9382"/>
                  </a:lnTo>
                  <a:lnTo>
                    <a:pt x="7067" y="8740"/>
                  </a:lnTo>
                  <a:lnTo>
                    <a:pt x="7201" y="8157"/>
                  </a:lnTo>
                  <a:lnTo>
                    <a:pt x="7321" y="7679"/>
                  </a:lnTo>
                  <a:lnTo>
                    <a:pt x="7440" y="7321"/>
                  </a:lnTo>
                  <a:lnTo>
                    <a:pt x="7605" y="6962"/>
                  </a:lnTo>
                  <a:lnTo>
                    <a:pt x="7829" y="6484"/>
                  </a:lnTo>
                  <a:lnTo>
                    <a:pt x="8098" y="6006"/>
                  </a:lnTo>
                  <a:lnTo>
                    <a:pt x="8232" y="5767"/>
                  </a:lnTo>
                  <a:lnTo>
                    <a:pt x="8337" y="5513"/>
                  </a:lnTo>
                  <a:lnTo>
                    <a:pt x="8546" y="4990"/>
                  </a:lnTo>
                  <a:lnTo>
                    <a:pt x="8635" y="4736"/>
                  </a:lnTo>
                  <a:lnTo>
                    <a:pt x="8725" y="4527"/>
                  </a:lnTo>
                  <a:lnTo>
                    <a:pt x="8770" y="4422"/>
                  </a:lnTo>
                  <a:lnTo>
                    <a:pt x="8875" y="4124"/>
                  </a:lnTo>
                  <a:lnTo>
                    <a:pt x="8964" y="3810"/>
                  </a:lnTo>
                  <a:lnTo>
                    <a:pt x="9009" y="3496"/>
                  </a:lnTo>
                  <a:lnTo>
                    <a:pt x="9024" y="3182"/>
                  </a:lnTo>
                  <a:lnTo>
                    <a:pt x="9009" y="2884"/>
                  </a:lnTo>
                  <a:lnTo>
                    <a:pt x="8964" y="2570"/>
                  </a:lnTo>
                  <a:lnTo>
                    <a:pt x="8889" y="2271"/>
                  </a:lnTo>
                  <a:lnTo>
                    <a:pt x="8785" y="1987"/>
                  </a:lnTo>
                  <a:lnTo>
                    <a:pt x="8650" y="1703"/>
                  </a:lnTo>
                  <a:lnTo>
                    <a:pt x="8501" y="1449"/>
                  </a:lnTo>
                  <a:lnTo>
                    <a:pt x="8322" y="1196"/>
                  </a:lnTo>
                  <a:lnTo>
                    <a:pt x="8113" y="971"/>
                  </a:lnTo>
                  <a:lnTo>
                    <a:pt x="7888" y="747"/>
                  </a:lnTo>
                  <a:lnTo>
                    <a:pt x="7635" y="568"/>
                  </a:lnTo>
                  <a:lnTo>
                    <a:pt x="7366" y="389"/>
                  </a:lnTo>
                  <a:lnTo>
                    <a:pt x="7067" y="254"/>
                  </a:lnTo>
                  <a:lnTo>
                    <a:pt x="6768" y="135"/>
                  </a:lnTo>
                  <a:lnTo>
                    <a:pt x="6454" y="60"/>
                  </a:lnTo>
                  <a:lnTo>
                    <a:pt x="6141" y="15"/>
                  </a:lnTo>
                  <a:lnTo>
                    <a:pt x="5827" y="0"/>
                  </a:lnTo>
                  <a:close/>
                </a:path>
              </a:pathLst>
            </a:custGeom>
            <a:solidFill>
              <a:srgbClr val="202C8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1527" name="Google Shape;1527;p32"/>
            <p:cNvSpPr/>
            <p:nvPr/>
          </p:nvSpPr>
          <p:spPr>
            <a:xfrm>
              <a:off x="-1170513" y="3700908"/>
              <a:ext cx="234022" cy="152509"/>
            </a:xfrm>
            <a:custGeom>
              <a:avLst/>
              <a:gdLst/>
              <a:ahLst/>
              <a:cxnLst/>
              <a:rect l="l" t="t" r="r" b="b"/>
              <a:pathLst>
                <a:path w="8323" h="5424" extrusionOk="0">
                  <a:moveTo>
                    <a:pt x="3526" y="0"/>
                  </a:moveTo>
                  <a:lnTo>
                    <a:pt x="3347" y="30"/>
                  </a:lnTo>
                  <a:lnTo>
                    <a:pt x="3138" y="75"/>
                  </a:lnTo>
                  <a:lnTo>
                    <a:pt x="2914" y="135"/>
                  </a:lnTo>
                  <a:lnTo>
                    <a:pt x="2451" y="284"/>
                  </a:lnTo>
                  <a:lnTo>
                    <a:pt x="1973" y="464"/>
                  </a:lnTo>
                  <a:lnTo>
                    <a:pt x="1539" y="658"/>
                  </a:lnTo>
                  <a:lnTo>
                    <a:pt x="1196" y="822"/>
                  </a:lnTo>
                  <a:lnTo>
                    <a:pt x="867" y="971"/>
                  </a:lnTo>
                  <a:lnTo>
                    <a:pt x="703" y="1166"/>
                  </a:lnTo>
                  <a:lnTo>
                    <a:pt x="568" y="1360"/>
                  </a:lnTo>
                  <a:lnTo>
                    <a:pt x="449" y="1539"/>
                  </a:lnTo>
                  <a:lnTo>
                    <a:pt x="344" y="1733"/>
                  </a:lnTo>
                  <a:lnTo>
                    <a:pt x="270" y="1913"/>
                  </a:lnTo>
                  <a:lnTo>
                    <a:pt x="195" y="2092"/>
                  </a:lnTo>
                  <a:lnTo>
                    <a:pt x="135" y="2271"/>
                  </a:lnTo>
                  <a:lnTo>
                    <a:pt x="75" y="2436"/>
                  </a:lnTo>
                  <a:lnTo>
                    <a:pt x="46" y="2615"/>
                  </a:lnTo>
                  <a:lnTo>
                    <a:pt x="16" y="2779"/>
                  </a:lnTo>
                  <a:lnTo>
                    <a:pt x="1" y="3093"/>
                  </a:lnTo>
                  <a:lnTo>
                    <a:pt x="1" y="3377"/>
                  </a:lnTo>
                  <a:lnTo>
                    <a:pt x="31" y="3646"/>
                  </a:lnTo>
                  <a:lnTo>
                    <a:pt x="75" y="3825"/>
                  </a:lnTo>
                  <a:lnTo>
                    <a:pt x="135" y="3989"/>
                  </a:lnTo>
                  <a:lnTo>
                    <a:pt x="225" y="4139"/>
                  </a:lnTo>
                  <a:lnTo>
                    <a:pt x="329" y="4273"/>
                  </a:lnTo>
                  <a:lnTo>
                    <a:pt x="449" y="4393"/>
                  </a:lnTo>
                  <a:lnTo>
                    <a:pt x="598" y="4497"/>
                  </a:lnTo>
                  <a:lnTo>
                    <a:pt x="748" y="4587"/>
                  </a:lnTo>
                  <a:lnTo>
                    <a:pt x="912" y="4647"/>
                  </a:lnTo>
                  <a:lnTo>
                    <a:pt x="2212" y="5020"/>
                  </a:lnTo>
                  <a:lnTo>
                    <a:pt x="3168" y="5289"/>
                  </a:lnTo>
                  <a:lnTo>
                    <a:pt x="3377" y="5349"/>
                  </a:lnTo>
                  <a:lnTo>
                    <a:pt x="3631" y="5379"/>
                  </a:lnTo>
                  <a:lnTo>
                    <a:pt x="3930" y="5409"/>
                  </a:lnTo>
                  <a:lnTo>
                    <a:pt x="4273" y="5423"/>
                  </a:lnTo>
                  <a:lnTo>
                    <a:pt x="4438" y="5409"/>
                  </a:lnTo>
                  <a:lnTo>
                    <a:pt x="4617" y="5379"/>
                  </a:lnTo>
                  <a:lnTo>
                    <a:pt x="4796" y="5349"/>
                  </a:lnTo>
                  <a:lnTo>
                    <a:pt x="4976" y="5289"/>
                  </a:lnTo>
                  <a:lnTo>
                    <a:pt x="5155" y="5229"/>
                  </a:lnTo>
                  <a:lnTo>
                    <a:pt x="5319" y="5140"/>
                  </a:lnTo>
                  <a:lnTo>
                    <a:pt x="5484" y="5050"/>
                  </a:lnTo>
                  <a:lnTo>
                    <a:pt x="5648" y="4930"/>
                  </a:lnTo>
                  <a:lnTo>
                    <a:pt x="5737" y="4901"/>
                  </a:lnTo>
                  <a:lnTo>
                    <a:pt x="5962" y="4826"/>
                  </a:lnTo>
                  <a:lnTo>
                    <a:pt x="6260" y="4691"/>
                  </a:lnTo>
                  <a:lnTo>
                    <a:pt x="6410" y="4617"/>
                  </a:lnTo>
                  <a:lnTo>
                    <a:pt x="6559" y="4542"/>
                  </a:lnTo>
                  <a:lnTo>
                    <a:pt x="6709" y="4437"/>
                  </a:lnTo>
                  <a:lnTo>
                    <a:pt x="6828" y="4333"/>
                  </a:lnTo>
                  <a:lnTo>
                    <a:pt x="6933" y="4213"/>
                  </a:lnTo>
                  <a:lnTo>
                    <a:pt x="7022" y="4109"/>
                  </a:lnTo>
                  <a:lnTo>
                    <a:pt x="7142" y="3915"/>
                  </a:lnTo>
                  <a:lnTo>
                    <a:pt x="7187" y="3840"/>
                  </a:lnTo>
                  <a:lnTo>
                    <a:pt x="7007" y="3870"/>
                  </a:lnTo>
                  <a:lnTo>
                    <a:pt x="6992" y="3870"/>
                  </a:lnTo>
                  <a:lnTo>
                    <a:pt x="7007" y="3855"/>
                  </a:lnTo>
                  <a:lnTo>
                    <a:pt x="7261" y="3780"/>
                  </a:lnTo>
                  <a:lnTo>
                    <a:pt x="7366" y="3750"/>
                  </a:lnTo>
                  <a:lnTo>
                    <a:pt x="7456" y="3720"/>
                  </a:lnTo>
                  <a:lnTo>
                    <a:pt x="7605" y="3631"/>
                  </a:lnTo>
                  <a:lnTo>
                    <a:pt x="7724" y="3526"/>
                  </a:lnTo>
                  <a:lnTo>
                    <a:pt x="7814" y="3422"/>
                  </a:lnTo>
                  <a:lnTo>
                    <a:pt x="7874" y="3332"/>
                  </a:lnTo>
                  <a:lnTo>
                    <a:pt x="7904" y="3257"/>
                  </a:lnTo>
                  <a:lnTo>
                    <a:pt x="7934" y="3168"/>
                  </a:lnTo>
                  <a:lnTo>
                    <a:pt x="7291" y="3257"/>
                  </a:lnTo>
                  <a:lnTo>
                    <a:pt x="6738" y="3302"/>
                  </a:lnTo>
                  <a:lnTo>
                    <a:pt x="6305" y="3317"/>
                  </a:lnTo>
                  <a:lnTo>
                    <a:pt x="5947" y="3317"/>
                  </a:lnTo>
                  <a:lnTo>
                    <a:pt x="5678" y="3302"/>
                  </a:lnTo>
                  <a:lnTo>
                    <a:pt x="5484" y="3287"/>
                  </a:lnTo>
                  <a:lnTo>
                    <a:pt x="5349" y="3272"/>
                  </a:lnTo>
                  <a:lnTo>
                    <a:pt x="5558" y="3272"/>
                  </a:lnTo>
                  <a:lnTo>
                    <a:pt x="5782" y="3287"/>
                  </a:lnTo>
                  <a:lnTo>
                    <a:pt x="6066" y="3287"/>
                  </a:lnTo>
                  <a:lnTo>
                    <a:pt x="6395" y="3257"/>
                  </a:lnTo>
                  <a:lnTo>
                    <a:pt x="6738" y="3227"/>
                  </a:lnTo>
                  <a:lnTo>
                    <a:pt x="7067" y="3168"/>
                  </a:lnTo>
                  <a:lnTo>
                    <a:pt x="7231" y="3123"/>
                  </a:lnTo>
                  <a:lnTo>
                    <a:pt x="7396" y="3078"/>
                  </a:lnTo>
                  <a:lnTo>
                    <a:pt x="7680" y="2958"/>
                  </a:lnTo>
                  <a:lnTo>
                    <a:pt x="7934" y="2824"/>
                  </a:lnTo>
                  <a:lnTo>
                    <a:pt x="8143" y="2690"/>
                  </a:lnTo>
                  <a:lnTo>
                    <a:pt x="8217" y="2630"/>
                  </a:lnTo>
                  <a:lnTo>
                    <a:pt x="8277" y="2555"/>
                  </a:lnTo>
                  <a:lnTo>
                    <a:pt x="8307" y="2495"/>
                  </a:lnTo>
                  <a:lnTo>
                    <a:pt x="8322" y="2450"/>
                  </a:lnTo>
                  <a:lnTo>
                    <a:pt x="8307" y="2391"/>
                  </a:lnTo>
                  <a:lnTo>
                    <a:pt x="8247" y="2346"/>
                  </a:lnTo>
                  <a:lnTo>
                    <a:pt x="8173" y="2316"/>
                  </a:lnTo>
                  <a:lnTo>
                    <a:pt x="8053" y="2286"/>
                  </a:lnTo>
                  <a:lnTo>
                    <a:pt x="7904" y="2271"/>
                  </a:lnTo>
                  <a:lnTo>
                    <a:pt x="7321" y="2271"/>
                  </a:lnTo>
                  <a:lnTo>
                    <a:pt x="7007" y="2286"/>
                  </a:lnTo>
                  <a:lnTo>
                    <a:pt x="6470" y="2316"/>
                  </a:lnTo>
                  <a:lnTo>
                    <a:pt x="6216" y="2316"/>
                  </a:lnTo>
                  <a:lnTo>
                    <a:pt x="5932" y="2286"/>
                  </a:lnTo>
                  <a:lnTo>
                    <a:pt x="5588" y="2241"/>
                  </a:lnTo>
                  <a:lnTo>
                    <a:pt x="5185" y="2152"/>
                  </a:lnTo>
                  <a:lnTo>
                    <a:pt x="4333" y="1928"/>
                  </a:lnTo>
                  <a:lnTo>
                    <a:pt x="3975" y="1838"/>
                  </a:lnTo>
                  <a:lnTo>
                    <a:pt x="3676" y="1733"/>
                  </a:lnTo>
                  <a:lnTo>
                    <a:pt x="3452" y="1629"/>
                  </a:lnTo>
                  <a:lnTo>
                    <a:pt x="3377" y="1584"/>
                  </a:lnTo>
                  <a:lnTo>
                    <a:pt x="3302" y="1539"/>
                  </a:lnTo>
                  <a:lnTo>
                    <a:pt x="3258" y="1494"/>
                  </a:lnTo>
                  <a:lnTo>
                    <a:pt x="3243" y="1435"/>
                  </a:lnTo>
                  <a:lnTo>
                    <a:pt x="3243" y="1390"/>
                  </a:lnTo>
                  <a:lnTo>
                    <a:pt x="3272" y="1345"/>
                  </a:lnTo>
                  <a:lnTo>
                    <a:pt x="3332" y="1300"/>
                  </a:lnTo>
                  <a:lnTo>
                    <a:pt x="3392" y="1255"/>
                  </a:lnTo>
                  <a:lnTo>
                    <a:pt x="3526" y="1181"/>
                  </a:lnTo>
                  <a:lnTo>
                    <a:pt x="3691" y="1136"/>
                  </a:lnTo>
                  <a:lnTo>
                    <a:pt x="3900" y="1121"/>
                  </a:lnTo>
                  <a:lnTo>
                    <a:pt x="4109" y="1121"/>
                  </a:lnTo>
                  <a:lnTo>
                    <a:pt x="4333" y="1151"/>
                  </a:lnTo>
                  <a:lnTo>
                    <a:pt x="4572" y="1211"/>
                  </a:lnTo>
                  <a:lnTo>
                    <a:pt x="4811" y="1315"/>
                  </a:lnTo>
                  <a:lnTo>
                    <a:pt x="4916" y="1360"/>
                  </a:lnTo>
                  <a:lnTo>
                    <a:pt x="5020" y="1405"/>
                  </a:lnTo>
                  <a:lnTo>
                    <a:pt x="5110" y="1420"/>
                  </a:lnTo>
                  <a:lnTo>
                    <a:pt x="5200" y="1435"/>
                  </a:lnTo>
                  <a:lnTo>
                    <a:pt x="5334" y="1435"/>
                  </a:lnTo>
                  <a:lnTo>
                    <a:pt x="5394" y="1405"/>
                  </a:lnTo>
                  <a:lnTo>
                    <a:pt x="5439" y="1390"/>
                  </a:lnTo>
                  <a:lnTo>
                    <a:pt x="5469" y="1360"/>
                  </a:lnTo>
                  <a:lnTo>
                    <a:pt x="5498" y="1315"/>
                  </a:lnTo>
                  <a:lnTo>
                    <a:pt x="5528" y="1225"/>
                  </a:lnTo>
                  <a:lnTo>
                    <a:pt x="5543" y="1121"/>
                  </a:lnTo>
                  <a:lnTo>
                    <a:pt x="5513" y="1016"/>
                  </a:lnTo>
                  <a:lnTo>
                    <a:pt x="5484" y="957"/>
                  </a:lnTo>
                  <a:lnTo>
                    <a:pt x="5439" y="897"/>
                  </a:lnTo>
                  <a:lnTo>
                    <a:pt x="5304" y="747"/>
                  </a:lnTo>
                  <a:lnTo>
                    <a:pt x="5110" y="598"/>
                  </a:lnTo>
                  <a:lnTo>
                    <a:pt x="4871" y="434"/>
                  </a:lnTo>
                  <a:lnTo>
                    <a:pt x="4602" y="284"/>
                  </a:lnTo>
                  <a:lnTo>
                    <a:pt x="4303" y="150"/>
                  </a:lnTo>
                  <a:lnTo>
                    <a:pt x="4154" y="105"/>
                  </a:lnTo>
                  <a:lnTo>
                    <a:pt x="4005" y="60"/>
                  </a:lnTo>
                  <a:lnTo>
                    <a:pt x="3855" y="30"/>
                  </a:lnTo>
                  <a:lnTo>
                    <a:pt x="3691" y="0"/>
                  </a:lnTo>
                  <a:close/>
                </a:path>
              </a:pathLst>
            </a:custGeom>
            <a:solidFill>
              <a:srgbClr val="FBB99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</p:grpSp>
      <p:grpSp>
        <p:nvGrpSpPr>
          <p:cNvPr id="1529" name="Google Shape;1529;p32"/>
          <p:cNvGrpSpPr/>
          <p:nvPr/>
        </p:nvGrpSpPr>
        <p:grpSpPr>
          <a:xfrm>
            <a:off x="6171418" y="1314400"/>
            <a:ext cx="4107972" cy="1213858"/>
            <a:chOff x="5415610" y="186956"/>
            <a:chExt cx="3162726" cy="1066800"/>
          </a:xfrm>
        </p:grpSpPr>
        <p:sp>
          <p:nvSpPr>
            <p:cNvPr id="1531" name="Google Shape;1531;p32"/>
            <p:cNvSpPr txBox="1"/>
            <p:nvPr/>
          </p:nvSpPr>
          <p:spPr>
            <a:xfrm>
              <a:off x="5520322" y="405296"/>
              <a:ext cx="3058014" cy="55949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algn="ctr"/>
              <a:r>
                <a:rPr lang="en-US" sz="2800" b="1" dirty="0" err="1">
                  <a:solidFill>
                    <a:schemeClr val="dk1"/>
                  </a:solidFill>
                  <a:latin typeface="Fira Sans Extra Condensed"/>
                  <a:ea typeface="Roboto" panose="02000000000000000000" pitchFamily="2" charset="0"/>
                  <a:cs typeface="Roboto" panose="02000000000000000000" pitchFamily="2" charset="0"/>
                  <a:sym typeface="Fira Sans Extra Condensed"/>
                </a:rPr>
                <a:t>Clasificarea</a:t>
              </a:r>
              <a:endParaRPr lang="en-US" sz="2800" b="1" dirty="0">
                <a:solidFill>
                  <a:schemeClr val="dk1"/>
                </a:solidFill>
                <a:latin typeface="Fira Sans Extra Condensed"/>
                <a:ea typeface="Roboto" panose="02000000000000000000" pitchFamily="2" charset="0"/>
                <a:cs typeface="Roboto" panose="02000000000000000000" pitchFamily="2" charset="0"/>
                <a:sym typeface="Fira Sans Extra Condensed"/>
              </a:endParaRPr>
            </a:p>
            <a:p>
              <a:pPr algn="ctr"/>
              <a:r>
                <a:rPr lang="en-US" sz="2800" b="1" dirty="0" err="1">
                  <a:solidFill>
                    <a:schemeClr val="dk1"/>
                  </a:solidFill>
                  <a:latin typeface="Fira Sans Extra Condensed"/>
                  <a:ea typeface="Roboto" panose="02000000000000000000" pitchFamily="2" charset="0"/>
                  <a:cs typeface="Roboto" panose="02000000000000000000" pitchFamily="2" charset="0"/>
                  <a:sym typeface="Fira Sans Extra Condensed"/>
                </a:rPr>
                <a:t>știrilor</a:t>
              </a:r>
              <a:r>
                <a:rPr lang="en-US" sz="2800" b="1" dirty="0">
                  <a:solidFill>
                    <a:schemeClr val="dk1"/>
                  </a:solidFill>
                  <a:latin typeface="Fira Sans Extra Condensed"/>
                  <a:ea typeface="Roboto" panose="02000000000000000000" pitchFamily="2" charset="0"/>
                  <a:cs typeface="Roboto" panose="02000000000000000000" pitchFamily="2" charset="0"/>
                  <a:sym typeface="Fira Sans Extra Condensed"/>
                </a:rPr>
                <a:t> </a:t>
              </a:r>
              <a:r>
                <a:rPr lang="en-US" sz="2800" b="1" dirty="0" err="1">
                  <a:solidFill>
                    <a:schemeClr val="dk1"/>
                  </a:solidFill>
                  <a:latin typeface="Fira Sans Extra Condensed"/>
                  <a:ea typeface="Roboto" panose="02000000000000000000" pitchFamily="2" charset="0"/>
                  <a:cs typeface="Roboto" panose="02000000000000000000" pitchFamily="2" charset="0"/>
                  <a:sym typeface="Fira Sans Extra Condensed"/>
                </a:rPr>
                <a:t>financiare</a:t>
              </a:r>
              <a:endParaRPr lang="en-US" sz="2800" b="1" dirty="0">
                <a:solidFill>
                  <a:schemeClr val="dk1"/>
                </a:solidFill>
                <a:latin typeface="Fira Sans Extra Condensed"/>
                <a:ea typeface="Roboto" panose="02000000000000000000" pitchFamily="2" charset="0"/>
                <a:cs typeface="Roboto" panose="02000000000000000000" pitchFamily="2" charset="0"/>
                <a:sym typeface="Fira Sans Extra Condensed"/>
              </a:endParaRPr>
            </a:p>
          </p:txBody>
        </p:sp>
        <p:sp>
          <p:nvSpPr>
            <p:cNvPr id="1532" name="Google Shape;1532;p32"/>
            <p:cNvSpPr txBox="1"/>
            <p:nvPr/>
          </p:nvSpPr>
          <p:spPr>
            <a:xfrm>
              <a:off x="5415610" y="186956"/>
              <a:ext cx="629400" cy="1066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algn="ctr"/>
              <a:r>
                <a:rPr lang="en" sz="3200" b="1" dirty="0">
                  <a:solidFill>
                    <a:srgbClr val="00B050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01</a:t>
              </a:r>
              <a:endParaRPr sz="3200" b="1" dirty="0">
                <a:solidFill>
                  <a:srgbClr val="00B050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</p:grpSp>
      <p:sp>
        <p:nvSpPr>
          <p:cNvPr id="5" name="Title 1">
            <a:extLst>
              <a:ext uri="{FF2B5EF4-FFF2-40B4-BE49-F238E27FC236}">
                <a16:creationId xmlns:a16="http://schemas.microsoft.com/office/drawing/2014/main" id="{93A4C06D-7411-B21D-904F-12672197F0F1}"/>
              </a:ext>
            </a:extLst>
          </p:cNvPr>
          <p:cNvSpPr txBox="1">
            <a:spLocks/>
          </p:cNvSpPr>
          <p:nvPr/>
        </p:nvSpPr>
        <p:spPr>
          <a:xfrm>
            <a:off x="2224937" y="201401"/>
            <a:ext cx="3971963" cy="1038708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400" b="1" kern="1200" cap="all" baseline="0">
                <a:solidFill>
                  <a:schemeClr val="accent6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5400" dirty="0" err="1">
                <a:solidFill>
                  <a:schemeClr val="tx1"/>
                </a:solidFill>
                <a:latin typeface="Fira Sans Extra Condensed" panose="020B0503050000020004" pitchFamily="34" charset="0"/>
                <a:ea typeface="Roboto" panose="02000000000000000000" pitchFamily="2" charset="0"/>
                <a:cs typeface="Roboto" panose="02000000000000000000" pitchFamily="2" charset="0"/>
              </a:rPr>
              <a:t>Obiective</a:t>
            </a:r>
            <a:endParaRPr lang="en-US" sz="5400" dirty="0">
              <a:solidFill>
                <a:schemeClr val="tx1"/>
              </a:solidFill>
              <a:latin typeface="Fira Sans Extra Condensed" panose="020B0503050000020004" pitchFamily="34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1408" name="Google Shape;1436;p32">
            <a:extLst>
              <a:ext uri="{FF2B5EF4-FFF2-40B4-BE49-F238E27FC236}">
                <a16:creationId xmlns:a16="http://schemas.microsoft.com/office/drawing/2014/main" id="{068CF04B-0CA2-55AA-0649-2AA379258BF2}"/>
              </a:ext>
            </a:extLst>
          </p:cNvPr>
          <p:cNvSpPr/>
          <p:nvPr/>
        </p:nvSpPr>
        <p:spPr>
          <a:xfrm>
            <a:off x="6065002" y="3918370"/>
            <a:ext cx="4003332" cy="2251403"/>
          </a:xfrm>
          <a:prstGeom prst="roundRect">
            <a:avLst>
              <a:gd name="adj" fmla="val 8324"/>
            </a:avLst>
          </a:prstGeom>
          <a:solidFill>
            <a:srgbClr val="0070C0">
              <a:alpha val="12549"/>
            </a:srgbClr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endParaRPr sz="2400"/>
          </a:p>
        </p:txBody>
      </p:sp>
      <p:cxnSp>
        <p:nvCxnSpPr>
          <p:cNvPr id="1539" name="Connector: Elbow 1538">
            <a:extLst>
              <a:ext uri="{FF2B5EF4-FFF2-40B4-BE49-F238E27FC236}">
                <a16:creationId xmlns:a16="http://schemas.microsoft.com/office/drawing/2014/main" id="{141CC24D-77BE-8B3B-A9B2-117895EEDDA2}"/>
              </a:ext>
            </a:extLst>
          </p:cNvPr>
          <p:cNvCxnSpPr>
            <a:cxnSpLocks/>
            <a:endCxn id="1408" idx="1"/>
          </p:cNvCxnSpPr>
          <p:nvPr/>
        </p:nvCxnSpPr>
        <p:spPr>
          <a:xfrm>
            <a:off x="4294498" y="4198359"/>
            <a:ext cx="1770504" cy="845713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43" name="Connector: Elbow 1542">
            <a:extLst>
              <a:ext uri="{FF2B5EF4-FFF2-40B4-BE49-F238E27FC236}">
                <a16:creationId xmlns:a16="http://schemas.microsoft.com/office/drawing/2014/main" id="{A6DBA3A7-0907-ACAA-2FE1-0209FAD8755E}"/>
              </a:ext>
            </a:extLst>
          </p:cNvPr>
          <p:cNvCxnSpPr>
            <a:cxnSpLocks/>
          </p:cNvCxnSpPr>
          <p:nvPr/>
        </p:nvCxnSpPr>
        <p:spPr>
          <a:xfrm flipV="1">
            <a:off x="4273632" y="2081659"/>
            <a:ext cx="1738918" cy="103456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45" name="Google Shape;1536;p32">
            <a:extLst>
              <a:ext uri="{FF2B5EF4-FFF2-40B4-BE49-F238E27FC236}">
                <a16:creationId xmlns:a16="http://schemas.microsoft.com/office/drawing/2014/main" id="{E4AB991F-E681-2910-8EDB-A75D634E3A28}"/>
              </a:ext>
            </a:extLst>
          </p:cNvPr>
          <p:cNvSpPr txBox="1"/>
          <p:nvPr/>
        </p:nvSpPr>
        <p:spPr>
          <a:xfrm>
            <a:off x="6135624" y="4696736"/>
            <a:ext cx="839200" cy="142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/>
            <a:r>
              <a:rPr lang="en" sz="3200" b="1" dirty="0">
                <a:solidFill>
                  <a:srgbClr val="0070C0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0</a:t>
            </a:r>
            <a:r>
              <a:rPr lang="ro-RO" sz="3200" b="1" dirty="0">
                <a:solidFill>
                  <a:srgbClr val="0070C0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3</a:t>
            </a:r>
            <a:endParaRPr sz="3200" b="1" dirty="0">
              <a:solidFill>
                <a:srgbClr val="0070C0"/>
              </a:solidFill>
              <a:latin typeface="Fira Sans Extra Condensed"/>
              <a:ea typeface="Fira Sans Extra Condensed"/>
              <a:cs typeface="Fira Sans Extra Condensed"/>
              <a:sym typeface="Fira Sans Extra Condensed"/>
            </a:endParaRPr>
          </a:p>
        </p:txBody>
      </p:sp>
      <p:sp>
        <p:nvSpPr>
          <p:cNvPr id="1546" name="Google Shape;1535;p32">
            <a:extLst>
              <a:ext uri="{FF2B5EF4-FFF2-40B4-BE49-F238E27FC236}">
                <a16:creationId xmlns:a16="http://schemas.microsoft.com/office/drawing/2014/main" id="{4464EA0F-23CF-FAC5-EB25-EF2C219F4C56}"/>
              </a:ext>
            </a:extLst>
          </p:cNvPr>
          <p:cNvSpPr txBox="1"/>
          <p:nvPr/>
        </p:nvSpPr>
        <p:spPr>
          <a:xfrm>
            <a:off x="6974824" y="4769038"/>
            <a:ext cx="2870501" cy="11474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/>
            <a:r>
              <a:rPr lang="ro-RO" sz="2800" b="1" dirty="0">
                <a:solidFill>
                  <a:schemeClr val="dk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Monitorizarea bugetului personal</a:t>
            </a:r>
            <a:endParaRPr sz="2800" b="1" dirty="0">
              <a:solidFill>
                <a:schemeClr val="dk1"/>
              </a:solidFill>
              <a:latin typeface="Fira Sans Extra Condensed"/>
              <a:ea typeface="Fira Sans Extra Condensed"/>
              <a:cs typeface="Fira Sans Extra Condensed"/>
              <a:sym typeface="Fira Sans Extra Condensed"/>
            </a:endParaRPr>
          </a:p>
        </p:txBody>
      </p:sp>
      <p:sp>
        <p:nvSpPr>
          <p:cNvPr id="2" name="Slide Number Placeholder 7">
            <a:extLst>
              <a:ext uri="{FF2B5EF4-FFF2-40B4-BE49-F238E27FC236}">
                <a16:creationId xmlns:a16="http://schemas.microsoft.com/office/drawing/2014/main" id="{ABCB448E-3C77-82BB-FCC1-D601DBC816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347950" y="6289788"/>
            <a:ext cx="2743200" cy="365125"/>
          </a:xfrm>
        </p:spPr>
        <p:txBody>
          <a:bodyPr/>
          <a:lstStyle/>
          <a:p>
            <a:r>
              <a:rPr lang="en-US" dirty="0"/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4C47B90-AE4D-623F-BCE4-BA1DF80E78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839894" y="6212159"/>
            <a:ext cx="2743200" cy="365125"/>
          </a:xfrm>
        </p:spPr>
        <p:txBody>
          <a:bodyPr/>
          <a:lstStyle/>
          <a:p>
            <a:r>
              <a:rPr lang="en-US" dirty="0"/>
              <a:t>3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7EDCEE2-1DBA-8557-EC07-E83EFFECA874}"/>
              </a:ext>
            </a:extLst>
          </p:cNvPr>
          <p:cNvSpPr txBox="1">
            <a:spLocks/>
          </p:cNvSpPr>
          <p:nvPr/>
        </p:nvSpPr>
        <p:spPr>
          <a:xfrm>
            <a:off x="4051877" y="280716"/>
            <a:ext cx="7301923" cy="1038708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400" b="1" kern="1200" cap="all" baseline="0">
                <a:solidFill>
                  <a:schemeClr val="accent6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4800" dirty="0" err="1">
                <a:solidFill>
                  <a:schemeClr val="tx1"/>
                </a:solidFill>
                <a:latin typeface="Fira Sans Extra Condensed" panose="020B0503050000020004" pitchFamily="34" charset="0"/>
                <a:ea typeface="Roboto" panose="02000000000000000000" pitchFamily="2" charset="0"/>
                <a:cs typeface="Roboto" panose="02000000000000000000" pitchFamily="2" charset="0"/>
              </a:rPr>
              <a:t>Aplica</a:t>
            </a:r>
            <a:r>
              <a:rPr lang="ro-RO" sz="4800" dirty="0">
                <a:solidFill>
                  <a:schemeClr val="tx1"/>
                </a:solidFill>
                <a:latin typeface="Fira Sans Extra Condensed" panose="020B0503050000020004" pitchFamily="34" charset="0"/>
                <a:ea typeface="Roboto" panose="02000000000000000000" pitchFamily="2" charset="0"/>
                <a:cs typeface="Roboto" panose="02000000000000000000" pitchFamily="2" charset="0"/>
              </a:rPr>
              <a:t>ții similare</a:t>
            </a:r>
            <a:endParaRPr lang="en-US" sz="4800" dirty="0">
              <a:solidFill>
                <a:schemeClr val="tx1"/>
              </a:solidFill>
              <a:latin typeface="Fira Sans Extra Condensed" panose="020B0503050000020004" pitchFamily="34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A2CED017-09A5-5A53-3EE3-E8A6791BFD39}"/>
              </a:ext>
            </a:extLst>
          </p:cNvPr>
          <p:cNvSpPr txBox="1">
            <a:spLocks/>
          </p:cNvSpPr>
          <p:nvPr/>
        </p:nvSpPr>
        <p:spPr>
          <a:xfrm>
            <a:off x="3935727" y="1614011"/>
            <a:ext cx="7062437" cy="250296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ro-RO" dirty="0" err="1">
                <a:latin typeface="Fira Sans Extra Condensed" panose="020B0503050000020004" pitchFamily="34" charset="0"/>
                <a:ea typeface="Roboto" panose="02000000000000000000" pitchFamily="2" charset="0"/>
                <a:cs typeface="Roboto" panose="02000000000000000000" pitchFamily="2" charset="0"/>
              </a:rPr>
              <a:t>Empower</a:t>
            </a:r>
            <a:r>
              <a:rPr lang="ro-RO" dirty="0">
                <a:latin typeface="Fira Sans Extra Condensed" panose="020B0503050000020004" pitchFamily="34" charset="0"/>
                <a:ea typeface="Roboto" panose="02000000000000000000" pitchFamily="2" charset="0"/>
                <a:cs typeface="Roboto" panose="02000000000000000000" pitchFamily="2" charset="0"/>
              </a:rPr>
              <a:t> – consultanță financiară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o-RO" dirty="0" err="1">
                <a:latin typeface="Fira Sans Extra Condensed" panose="020B0503050000020004" pitchFamily="34" charset="0"/>
                <a:ea typeface="Roboto" panose="02000000000000000000" pitchFamily="2" charset="0"/>
                <a:cs typeface="Roboto" panose="02000000000000000000" pitchFamily="2" charset="0"/>
              </a:rPr>
              <a:t>AlphaSense</a:t>
            </a:r>
            <a:r>
              <a:rPr lang="ro-RO" dirty="0">
                <a:latin typeface="Fira Sans Extra Condensed" panose="020B0503050000020004" pitchFamily="34" charset="0"/>
                <a:ea typeface="Roboto" panose="02000000000000000000" pitchFamily="2" charset="0"/>
                <a:cs typeface="Roboto" panose="02000000000000000000" pitchFamily="2" charset="0"/>
              </a:rPr>
              <a:t> – recomandări personalizate pe baza predicțiilor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o-RO" dirty="0" err="1">
                <a:latin typeface="Fira Sans Extra Condensed" panose="020B0503050000020004" pitchFamily="34" charset="0"/>
                <a:ea typeface="Roboto" panose="02000000000000000000" pitchFamily="2" charset="0"/>
                <a:cs typeface="Roboto" panose="02000000000000000000" pitchFamily="2" charset="0"/>
              </a:rPr>
              <a:t>Kavout</a:t>
            </a:r>
            <a:r>
              <a:rPr lang="ro-RO" dirty="0">
                <a:latin typeface="Fira Sans Extra Condensed" panose="020B0503050000020004" pitchFamily="34" charset="0"/>
                <a:ea typeface="Roboto" panose="02000000000000000000" pitchFamily="2" charset="0"/>
                <a:cs typeface="Roboto" panose="02000000000000000000" pitchFamily="2" charset="0"/>
              </a:rPr>
              <a:t> – sistem inteligent de investiție automată</a:t>
            </a:r>
          </a:p>
          <a:p>
            <a:endParaRPr lang="ro-RO" dirty="0">
              <a:latin typeface="Fira Sans Extra Condensed" panose="020B0503050000020004" pitchFamily="34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grpSp>
        <p:nvGrpSpPr>
          <p:cNvPr id="11" name="Google Shape;2152;p41">
            <a:extLst>
              <a:ext uri="{FF2B5EF4-FFF2-40B4-BE49-F238E27FC236}">
                <a16:creationId xmlns:a16="http://schemas.microsoft.com/office/drawing/2014/main" id="{DC6AEBAB-5DCE-9438-60B5-EE1CEDE15F06}"/>
              </a:ext>
            </a:extLst>
          </p:cNvPr>
          <p:cNvGrpSpPr/>
          <p:nvPr/>
        </p:nvGrpSpPr>
        <p:grpSpPr>
          <a:xfrm flipH="1">
            <a:off x="5671298" y="4062981"/>
            <a:ext cx="3591293" cy="1837136"/>
            <a:chOff x="2190801" y="2219569"/>
            <a:chExt cx="4762569" cy="2450834"/>
          </a:xfrm>
        </p:grpSpPr>
        <p:sp>
          <p:nvSpPr>
            <p:cNvPr id="12" name="Google Shape;2153;p41">
              <a:extLst>
                <a:ext uri="{FF2B5EF4-FFF2-40B4-BE49-F238E27FC236}">
                  <a16:creationId xmlns:a16="http://schemas.microsoft.com/office/drawing/2014/main" id="{A3AF9999-A4E9-F1F6-7975-A5ADCC99D397}"/>
                </a:ext>
              </a:extLst>
            </p:cNvPr>
            <p:cNvSpPr/>
            <p:nvPr/>
          </p:nvSpPr>
          <p:spPr>
            <a:xfrm rot="5400000">
              <a:off x="6246122" y="3081577"/>
              <a:ext cx="773113" cy="502416"/>
            </a:xfrm>
            <a:custGeom>
              <a:avLst/>
              <a:gdLst/>
              <a:ahLst/>
              <a:cxnLst/>
              <a:rect l="l" t="t" r="r" b="b"/>
              <a:pathLst>
                <a:path w="9402" h="6110" extrusionOk="0">
                  <a:moveTo>
                    <a:pt x="590" y="0"/>
                  </a:moveTo>
                  <a:lnTo>
                    <a:pt x="475" y="13"/>
                  </a:lnTo>
                  <a:lnTo>
                    <a:pt x="360" y="52"/>
                  </a:lnTo>
                  <a:lnTo>
                    <a:pt x="244" y="116"/>
                  </a:lnTo>
                  <a:lnTo>
                    <a:pt x="155" y="192"/>
                  </a:lnTo>
                  <a:lnTo>
                    <a:pt x="91" y="282"/>
                  </a:lnTo>
                  <a:lnTo>
                    <a:pt x="39" y="397"/>
                  </a:lnTo>
                  <a:lnTo>
                    <a:pt x="1" y="513"/>
                  </a:lnTo>
                  <a:lnTo>
                    <a:pt x="1" y="628"/>
                  </a:lnTo>
                  <a:lnTo>
                    <a:pt x="14" y="743"/>
                  </a:lnTo>
                  <a:lnTo>
                    <a:pt x="52" y="858"/>
                  </a:lnTo>
                  <a:lnTo>
                    <a:pt x="116" y="961"/>
                  </a:lnTo>
                  <a:lnTo>
                    <a:pt x="3626" y="5866"/>
                  </a:lnTo>
                  <a:lnTo>
                    <a:pt x="3677" y="5918"/>
                  </a:lnTo>
                  <a:lnTo>
                    <a:pt x="3728" y="5969"/>
                  </a:lnTo>
                  <a:lnTo>
                    <a:pt x="3779" y="6007"/>
                  </a:lnTo>
                  <a:lnTo>
                    <a:pt x="3843" y="6046"/>
                  </a:lnTo>
                  <a:lnTo>
                    <a:pt x="3907" y="6071"/>
                  </a:lnTo>
                  <a:lnTo>
                    <a:pt x="3984" y="6097"/>
                  </a:lnTo>
                  <a:lnTo>
                    <a:pt x="4048" y="6110"/>
                  </a:lnTo>
                  <a:lnTo>
                    <a:pt x="8787" y="6110"/>
                  </a:lnTo>
                  <a:lnTo>
                    <a:pt x="8915" y="6097"/>
                  </a:lnTo>
                  <a:lnTo>
                    <a:pt x="9030" y="6071"/>
                  </a:lnTo>
                  <a:lnTo>
                    <a:pt x="9133" y="6007"/>
                  </a:lnTo>
                  <a:lnTo>
                    <a:pt x="9223" y="5943"/>
                  </a:lnTo>
                  <a:lnTo>
                    <a:pt x="9299" y="5841"/>
                  </a:lnTo>
                  <a:lnTo>
                    <a:pt x="9351" y="5738"/>
                  </a:lnTo>
                  <a:lnTo>
                    <a:pt x="9389" y="5636"/>
                  </a:lnTo>
                  <a:lnTo>
                    <a:pt x="9402" y="5508"/>
                  </a:lnTo>
                  <a:lnTo>
                    <a:pt x="9389" y="5380"/>
                  </a:lnTo>
                  <a:lnTo>
                    <a:pt x="9351" y="5277"/>
                  </a:lnTo>
                  <a:lnTo>
                    <a:pt x="9299" y="5162"/>
                  </a:lnTo>
                  <a:lnTo>
                    <a:pt x="9223" y="5072"/>
                  </a:lnTo>
                  <a:lnTo>
                    <a:pt x="9133" y="5008"/>
                  </a:lnTo>
                  <a:lnTo>
                    <a:pt x="9030" y="4944"/>
                  </a:lnTo>
                  <a:lnTo>
                    <a:pt x="8915" y="4919"/>
                  </a:lnTo>
                  <a:lnTo>
                    <a:pt x="8787" y="4906"/>
                  </a:lnTo>
                  <a:lnTo>
                    <a:pt x="4432" y="4906"/>
                  </a:lnTo>
                  <a:lnTo>
                    <a:pt x="1102" y="256"/>
                  </a:lnTo>
                  <a:lnTo>
                    <a:pt x="1013" y="154"/>
                  </a:lnTo>
                  <a:lnTo>
                    <a:pt x="923" y="90"/>
                  </a:lnTo>
                  <a:lnTo>
                    <a:pt x="821" y="39"/>
                  </a:lnTo>
                  <a:lnTo>
                    <a:pt x="705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2154;p41">
              <a:extLst>
                <a:ext uri="{FF2B5EF4-FFF2-40B4-BE49-F238E27FC236}">
                  <a16:creationId xmlns:a16="http://schemas.microsoft.com/office/drawing/2014/main" id="{75032CB1-A8C1-87FD-6F45-5DEEC676C9F2}"/>
                </a:ext>
              </a:extLst>
            </p:cNvPr>
            <p:cNvSpPr/>
            <p:nvPr/>
          </p:nvSpPr>
          <p:spPr>
            <a:xfrm rot="5400000">
              <a:off x="5640005" y="3252694"/>
              <a:ext cx="833140" cy="100154"/>
            </a:xfrm>
            <a:custGeom>
              <a:avLst/>
              <a:gdLst/>
              <a:ahLst/>
              <a:cxnLst/>
              <a:rect l="l" t="t" r="r" b="b"/>
              <a:pathLst>
                <a:path w="10132" h="1218" extrusionOk="0">
                  <a:moveTo>
                    <a:pt x="603" y="1"/>
                  </a:moveTo>
                  <a:lnTo>
                    <a:pt x="488" y="13"/>
                  </a:lnTo>
                  <a:lnTo>
                    <a:pt x="372" y="39"/>
                  </a:lnTo>
                  <a:lnTo>
                    <a:pt x="270" y="103"/>
                  </a:lnTo>
                  <a:lnTo>
                    <a:pt x="180" y="180"/>
                  </a:lnTo>
                  <a:lnTo>
                    <a:pt x="103" y="270"/>
                  </a:lnTo>
                  <a:lnTo>
                    <a:pt x="52" y="372"/>
                  </a:lnTo>
                  <a:lnTo>
                    <a:pt x="14" y="487"/>
                  </a:lnTo>
                  <a:lnTo>
                    <a:pt x="1" y="603"/>
                  </a:lnTo>
                  <a:lnTo>
                    <a:pt x="14" y="731"/>
                  </a:lnTo>
                  <a:lnTo>
                    <a:pt x="52" y="846"/>
                  </a:lnTo>
                  <a:lnTo>
                    <a:pt x="103" y="948"/>
                  </a:lnTo>
                  <a:lnTo>
                    <a:pt x="180" y="1038"/>
                  </a:lnTo>
                  <a:lnTo>
                    <a:pt x="270" y="1102"/>
                  </a:lnTo>
                  <a:lnTo>
                    <a:pt x="372" y="1166"/>
                  </a:lnTo>
                  <a:lnTo>
                    <a:pt x="488" y="1204"/>
                  </a:lnTo>
                  <a:lnTo>
                    <a:pt x="603" y="1217"/>
                  </a:lnTo>
                  <a:lnTo>
                    <a:pt x="9517" y="1217"/>
                  </a:lnTo>
                  <a:lnTo>
                    <a:pt x="9645" y="1204"/>
                  </a:lnTo>
                  <a:lnTo>
                    <a:pt x="9760" y="1166"/>
                  </a:lnTo>
                  <a:lnTo>
                    <a:pt x="9863" y="1102"/>
                  </a:lnTo>
                  <a:lnTo>
                    <a:pt x="9953" y="1038"/>
                  </a:lnTo>
                  <a:lnTo>
                    <a:pt x="10029" y="948"/>
                  </a:lnTo>
                  <a:lnTo>
                    <a:pt x="10081" y="846"/>
                  </a:lnTo>
                  <a:lnTo>
                    <a:pt x="10119" y="731"/>
                  </a:lnTo>
                  <a:lnTo>
                    <a:pt x="10132" y="603"/>
                  </a:lnTo>
                  <a:lnTo>
                    <a:pt x="10119" y="487"/>
                  </a:lnTo>
                  <a:lnTo>
                    <a:pt x="10081" y="372"/>
                  </a:lnTo>
                  <a:lnTo>
                    <a:pt x="10029" y="270"/>
                  </a:lnTo>
                  <a:lnTo>
                    <a:pt x="9953" y="180"/>
                  </a:lnTo>
                  <a:lnTo>
                    <a:pt x="9863" y="103"/>
                  </a:lnTo>
                  <a:lnTo>
                    <a:pt x="9760" y="39"/>
                  </a:lnTo>
                  <a:lnTo>
                    <a:pt x="9645" y="13"/>
                  </a:lnTo>
                  <a:lnTo>
                    <a:pt x="951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2155;p41">
              <a:extLst>
                <a:ext uri="{FF2B5EF4-FFF2-40B4-BE49-F238E27FC236}">
                  <a16:creationId xmlns:a16="http://schemas.microsoft.com/office/drawing/2014/main" id="{2A19999D-7D3E-00C8-F9BD-CF1FEDBB807B}"/>
                </a:ext>
              </a:extLst>
            </p:cNvPr>
            <p:cNvSpPr/>
            <p:nvPr/>
          </p:nvSpPr>
          <p:spPr>
            <a:xfrm rot="5400000">
              <a:off x="4963876" y="2950460"/>
              <a:ext cx="1182776" cy="354981"/>
            </a:xfrm>
            <a:custGeom>
              <a:avLst/>
              <a:gdLst/>
              <a:ahLst/>
              <a:cxnLst/>
              <a:rect l="l" t="t" r="r" b="b"/>
              <a:pathLst>
                <a:path w="14384" h="4317" extrusionOk="0">
                  <a:moveTo>
                    <a:pt x="10439" y="0"/>
                  </a:moveTo>
                  <a:lnTo>
                    <a:pt x="10324" y="13"/>
                  </a:lnTo>
                  <a:lnTo>
                    <a:pt x="10209" y="39"/>
                  </a:lnTo>
                  <a:lnTo>
                    <a:pt x="10106" y="90"/>
                  </a:lnTo>
                  <a:lnTo>
                    <a:pt x="10016" y="167"/>
                  </a:lnTo>
                  <a:lnTo>
                    <a:pt x="6917" y="3100"/>
                  </a:lnTo>
                  <a:lnTo>
                    <a:pt x="615" y="3100"/>
                  </a:lnTo>
                  <a:lnTo>
                    <a:pt x="487" y="3113"/>
                  </a:lnTo>
                  <a:lnTo>
                    <a:pt x="372" y="3151"/>
                  </a:lnTo>
                  <a:lnTo>
                    <a:pt x="270" y="3202"/>
                  </a:lnTo>
                  <a:lnTo>
                    <a:pt x="180" y="3279"/>
                  </a:lnTo>
                  <a:lnTo>
                    <a:pt x="103" y="3369"/>
                  </a:lnTo>
                  <a:lnTo>
                    <a:pt x="52" y="3471"/>
                  </a:lnTo>
                  <a:lnTo>
                    <a:pt x="13" y="3587"/>
                  </a:lnTo>
                  <a:lnTo>
                    <a:pt x="1" y="3715"/>
                  </a:lnTo>
                  <a:lnTo>
                    <a:pt x="13" y="3830"/>
                  </a:lnTo>
                  <a:lnTo>
                    <a:pt x="52" y="3945"/>
                  </a:lnTo>
                  <a:lnTo>
                    <a:pt x="103" y="4048"/>
                  </a:lnTo>
                  <a:lnTo>
                    <a:pt x="180" y="4137"/>
                  </a:lnTo>
                  <a:lnTo>
                    <a:pt x="270" y="4214"/>
                  </a:lnTo>
                  <a:lnTo>
                    <a:pt x="372" y="4265"/>
                  </a:lnTo>
                  <a:lnTo>
                    <a:pt x="487" y="4304"/>
                  </a:lnTo>
                  <a:lnTo>
                    <a:pt x="615" y="4317"/>
                  </a:lnTo>
                  <a:lnTo>
                    <a:pt x="7160" y="4317"/>
                  </a:lnTo>
                  <a:lnTo>
                    <a:pt x="7276" y="4304"/>
                  </a:lnTo>
                  <a:lnTo>
                    <a:pt x="7391" y="4278"/>
                  </a:lnTo>
                  <a:lnTo>
                    <a:pt x="7493" y="4227"/>
                  </a:lnTo>
                  <a:lnTo>
                    <a:pt x="7583" y="4150"/>
                  </a:lnTo>
                  <a:lnTo>
                    <a:pt x="10682" y="1217"/>
                  </a:lnTo>
                  <a:lnTo>
                    <a:pt x="13769" y="1217"/>
                  </a:lnTo>
                  <a:lnTo>
                    <a:pt x="13897" y="1204"/>
                  </a:lnTo>
                  <a:lnTo>
                    <a:pt x="14012" y="1166"/>
                  </a:lnTo>
                  <a:lnTo>
                    <a:pt x="14115" y="1115"/>
                  </a:lnTo>
                  <a:lnTo>
                    <a:pt x="14205" y="1038"/>
                  </a:lnTo>
                  <a:lnTo>
                    <a:pt x="14281" y="948"/>
                  </a:lnTo>
                  <a:lnTo>
                    <a:pt x="14333" y="846"/>
                  </a:lnTo>
                  <a:lnTo>
                    <a:pt x="14371" y="730"/>
                  </a:lnTo>
                  <a:lnTo>
                    <a:pt x="14384" y="602"/>
                  </a:lnTo>
                  <a:lnTo>
                    <a:pt x="14371" y="487"/>
                  </a:lnTo>
                  <a:lnTo>
                    <a:pt x="14333" y="372"/>
                  </a:lnTo>
                  <a:lnTo>
                    <a:pt x="14281" y="269"/>
                  </a:lnTo>
                  <a:lnTo>
                    <a:pt x="14205" y="180"/>
                  </a:lnTo>
                  <a:lnTo>
                    <a:pt x="14115" y="103"/>
                  </a:lnTo>
                  <a:lnTo>
                    <a:pt x="14012" y="52"/>
                  </a:lnTo>
                  <a:lnTo>
                    <a:pt x="13897" y="13"/>
                  </a:lnTo>
                  <a:lnTo>
                    <a:pt x="1376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2156;p41">
              <a:extLst>
                <a:ext uri="{FF2B5EF4-FFF2-40B4-BE49-F238E27FC236}">
                  <a16:creationId xmlns:a16="http://schemas.microsoft.com/office/drawing/2014/main" id="{6A61AC60-F940-2678-E253-594F00D1E0E4}"/>
                </a:ext>
              </a:extLst>
            </p:cNvPr>
            <p:cNvSpPr/>
            <p:nvPr/>
          </p:nvSpPr>
          <p:spPr>
            <a:xfrm rot="5400000">
              <a:off x="4017621" y="2875178"/>
              <a:ext cx="1471316" cy="337055"/>
            </a:xfrm>
            <a:custGeom>
              <a:avLst/>
              <a:gdLst/>
              <a:ahLst/>
              <a:cxnLst/>
              <a:rect l="l" t="t" r="r" b="b"/>
              <a:pathLst>
                <a:path w="17893" h="4099" extrusionOk="0">
                  <a:moveTo>
                    <a:pt x="12590" y="0"/>
                  </a:moveTo>
                  <a:lnTo>
                    <a:pt x="12514" y="26"/>
                  </a:lnTo>
                  <a:lnTo>
                    <a:pt x="12450" y="39"/>
                  </a:lnTo>
                  <a:lnTo>
                    <a:pt x="12373" y="77"/>
                  </a:lnTo>
                  <a:lnTo>
                    <a:pt x="7301" y="2882"/>
                  </a:lnTo>
                  <a:lnTo>
                    <a:pt x="602" y="2882"/>
                  </a:lnTo>
                  <a:lnTo>
                    <a:pt x="474" y="2895"/>
                  </a:lnTo>
                  <a:lnTo>
                    <a:pt x="372" y="2933"/>
                  </a:lnTo>
                  <a:lnTo>
                    <a:pt x="256" y="2985"/>
                  </a:lnTo>
                  <a:lnTo>
                    <a:pt x="167" y="3062"/>
                  </a:lnTo>
                  <a:lnTo>
                    <a:pt x="103" y="3151"/>
                  </a:lnTo>
                  <a:lnTo>
                    <a:pt x="39" y="3254"/>
                  </a:lnTo>
                  <a:lnTo>
                    <a:pt x="13" y="3369"/>
                  </a:lnTo>
                  <a:lnTo>
                    <a:pt x="0" y="3497"/>
                  </a:lnTo>
                  <a:lnTo>
                    <a:pt x="13" y="3612"/>
                  </a:lnTo>
                  <a:lnTo>
                    <a:pt x="39" y="3728"/>
                  </a:lnTo>
                  <a:lnTo>
                    <a:pt x="103" y="3830"/>
                  </a:lnTo>
                  <a:lnTo>
                    <a:pt x="167" y="3920"/>
                  </a:lnTo>
                  <a:lnTo>
                    <a:pt x="256" y="3996"/>
                  </a:lnTo>
                  <a:lnTo>
                    <a:pt x="372" y="4048"/>
                  </a:lnTo>
                  <a:lnTo>
                    <a:pt x="474" y="4086"/>
                  </a:lnTo>
                  <a:lnTo>
                    <a:pt x="602" y="4099"/>
                  </a:lnTo>
                  <a:lnTo>
                    <a:pt x="7531" y="4099"/>
                  </a:lnTo>
                  <a:lnTo>
                    <a:pt x="7608" y="4073"/>
                  </a:lnTo>
                  <a:lnTo>
                    <a:pt x="7685" y="4061"/>
                  </a:lnTo>
                  <a:lnTo>
                    <a:pt x="7749" y="4022"/>
                  </a:lnTo>
                  <a:lnTo>
                    <a:pt x="12834" y="1217"/>
                  </a:lnTo>
                  <a:lnTo>
                    <a:pt x="17278" y="1217"/>
                  </a:lnTo>
                  <a:lnTo>
                    <a:pt x="17406" y="1204"/>
                  </a:lnTo>
                  <a:lnTo>
                    <a:pt x="17521" y="1166"/>
                  </a:lnTo>
                  <a:lnTo>
                    <a:pt x="17624" y="1115"/>
                  </a:lnTo>
                  <a:lnTo>
                    <a:pt x="17714" y="1038"/>
                  </a:lnTo>
                  <a:lnTo>
                    <a:pt x="17778" y="948"/>
                  </a:lnTo>
                  <a:lnTo>
                    <a:pt x="17842" y="846"/>
                  </a:lnTo>
                  <a:lnTo>
                    <a:pt x="17880" y="730"/>
                  </a:lnTo>
                  <a:lnTo>
                    <a:pt x="17893" y="602"/>
                  </a:lnTo>
                  <a:lnTo>
                    <a:pt x="17880" y="487"/>
                  </a:lnTo>
                  <a:lnTo>
                    <a:pt x="17842" y="372"/>
                  </a:lnTo>
                  <a:lnTo>
                    <a:pt x="17778" y="269"/>
                  </a:lnTo>
                  <a:lnTo>
                    <a:pt x="17714" y="180"/>
                  </a:lnTo>
                  <a:lnTo>
                    <a:pt x="17624" y="103"/>
                  </a:lnTo>
                  <a:lnTo>
                    <a:pt x="17521" y="52"/>
                  </a:lnTo>
                  <a:lnTo>
                    <a:pt x="17406" y="13"/>
                  </a:lnTo>
                  <a:lnTo>
                    <a:pt x="1727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Google Shape;2157;p41">
              <a:extLst>
                <a:ext uri="{FF2B5EF4-FFF2-40B4-BE49-F238E27FC236}">
                  <a16:creationId xmlns:a16="http://schemas.microsoft.com/office/drawing/2014/main" id="{44B2849D-B7B4-3D65-6140-25D9D7D58E00}"/>
                </a:ext>
              </a:extLst>
            </p:cNvPr>
            <p:cNvSpPr/>
            <p:nvPr/>
          </p:nvSpPr>
          <p:spPr>
            <a:xfrm rot="5400000">
              <a:off x="3464132" y="3069487"/>
              <a:ext cx="1102685" cy="317073"/>
            </a:xfrm>
            <a:custGeom>
              <a:avLst/>
              <a:gdLst/>
              <a:ahLst/>
              <a:cxnLst/>
              <a:rect l="l" t="t" r="r" b="b"/>
              <a:pathLst>
                <a:path w="13410" h="3856" extrusionOk="0">
                  <a:moveTo>
                    <a:pt x="8312" y="0"/>
                  </a:moveTo>
                  <a:lnTo>
                    <a:pt x="8184" y="13"/>
                  </a:lnTo>
                  <a:lnTo>
                    <a:pt x="8069" y="51"/>
                  </a:lnTo>
                  <a:lnTo>
                    <a:pt x="7967" y="103"/>
                  </a:lnTo>
                  <a:lnTo>
                    <a:pt x="7877" y="179"/>
                  </a:lnTo>
                  <a:lnTo>
                    <a:pt x="7800" y="269"/>
                  </a:lnTo>
                  <a:lnTo>
                    <a:pt x="7749" y="371"/>
                  </a:lnTo>
                  <a:lnTo>
                    <a:pt x="7710" y="487"/>
                  </a:lnTo>
                  <a:lnTo>
                    <a:pt x="7698" y="615"/>
                  </a:lnTo>
                  <a:lnTo>
                    <a:pt x="7698" y="2638"/>
                  </a:lnTo>
                  <a:lnTo>
                    <a:pt x="602" y="2638"/>
                  </a:lnTo>
                  <a:lnTo>
                    <a:pt x="487" y="2651"/>
                  </a:lnTo>
                  <a:lnTo>
                    <a:pt x="372" y="2690"/>
                  </a:lnTo>
                  <a:lnTo>
                    <a:pt x="269" y="2754"/>
                  </a:lnTo>
                  <a:lnTo>
                    <a:pt x="179" y="2818"/>
                  </a:lnTo>
                  <a:lnTo>
                    <a:pt x="103" y="2907"/>
                  </a:lnTo>
                  <a:lnTo>
                    <a:pt x="51" y="3010"/>
                  </a:lnTo>
                  <a:lnTo>
                    <a:pt x="13" y="3125"/>
                  </a:lnTo>
                  <a:lnTo>
                    <a:pt x="0" y="3253"/>
                  </a:lnTo>
                  <a:lnTo>
                    <a:pt x="13" y="3369"/>
                  </a:lnTo>
                  <a:lnTo>
                    <a:pt x="51" y="3484"/>
                  </a:lnTo>
                  <a:lnTo>
                    <a:pt x="103" y="3586"/>
                  </a:lnTo>
                  <a:lnTo>
                    <a:pt x="179" y="3676"/>
                  </a:lnTo>
                  <a:lnTo>
                    <a:pt x="269" y="3753"/>
                  </a:lnTo>
                  <a:lnTo>
                    <a:pt x="372" y="3817"/>
                  </a:lnTo>
                  <a:lnTo>
                    <a:pt x="487" y="3842"/>
                  </a:lnTo>
                  <a:lnTo>
                    <a:pt x="602" y="3855"/>
                  </a:lnTo>
                  <a:lnTo>
                    <a:pt x="8312" y="3855"/>
                  </a:lnTo>
                  <a:lnTo>
                    <a:pt x="8428" y="3842"/>
                  </a:lnTo>
                  <a:lnTo>
                    <a:pt x="8543" y="3817"/>
                  </a:lnTo>
                  <a:lnTo>
                    <a:pt x="8645" y="3753"/>
                  </a:lnTo>
                  <a:lnTo>
                    <a:pt x="8735" y="3676"/>
                  </a:lnTo>
                  <a:lnTo>
                    <a:pt x="8812" y="3586"/>
                  </a:lnTo>
                  <a:lnTo>
                    <a:pt x="8863" y="3484"/>
                  </a:lnTo>
                  <a:lnTo>
                    <a:pt x="8902" y="3369"/>
                  </a:lnTo>
                  <a:lnTo>
                    <a:pt x="8914" y="3253"/>
                  </a:lnTo>
                  <a:lnTo>
                    <a:pt x="8914" y="1217"/>
                  </a:lnTo>
                  <a:lnTo>
                    <a:pt x="12795" y="1217"/>
                  </a:lnTo>
                  <a:lnTo>
                    <a:pt x="12923" y="1204"/>
                  </a:lnTo>
                  <a:lnTo>
                    <a:pt x="13038" y="1166"/>
                  </a:lnTo>
                  <a:lnTo>
                    <a:pt x="13141" y="1114"/>
                  </a:lnTo>
                  <a:lnTo>
                    <a:pt x="13231" y="1037"/>
                  </a:lnTo>
                  <a:lnTo>
                    <a:pt x="13295" y="948"/>
                  </a:lnTo>
                  <a:lnTo>
                    <a:pt x="13359" y="845"/>
                  </a:lnTo>
                  <a:lnTo>
                    <a:pt x="13397" y="730"/>
                  </a:lnTo>
                  <a:lnTo>
                    <a:pt x="13410" y="615"/>
                  </a:lnTo>
                  <a:lnTo>
                    <a:pt x="13397" y="487"/>
                  </a:lnTo>
                  <a:lnTo>
                    <a:pt x="13359" y="371"/>
                  </a:lnTo>
                  <a:lnTo>
                    <a:pt x="13295" y="269"/>
                  </a:lnTo>
                  <a:lnTo>
                    <a:pt x="13231" y="179"/>
                  </a:lnTo>
                  <a:lnTo>
                    <a:pt x="13141" y="103"/>
                  </a:lnTo>
                  <a:lnTo>
                    <a:pt x="13038" y="51"/>
                  </a:lnTo>
                  <a:lnTo>
                    <a:pt x="12923" y="13"/>
                  </a:lnTo>
                  <a:lnTo>
                    <a:pt x="12795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Google Shape;2158;p41">
              <a:extLst>
                <a:ext uri="{FF2B5EF4-FFF2-40B4-BE49-F238E27FC236}">
                  <a16:creationId xmlns:a16="http://schemas.microsoft.com/office/drawing/2014/main" id="{01AB5D93-74ED-5AAE-16EF-35DD46618C23}"/>
                </a:ext>
              </a:extLst>
            </p:cNvPr>
            <p:cNvSpPr/>
            <p:nvPr/>
          </p:nvSpPr>
          <p:spPr>
            <a:xfrm rot="5400000">
              <a:off x="3011824" y="3429118"/>
              <a:ext cx="601420" cy="99085"/>
            </a:xfrm>
            <a:custGeom>
              <a:avLst/>
              <a:gdLst/>
              <a:ahLst/>
              <a:cxnLst/>
              <a:rect l="l" t="t" r="r" b="b"/>
              <a:pathLst>
                <a:path w="7314" h="1205" extrusionOk="0">
                  <a:moveTo>
                    <a:pt x="487" y="1"/>
                  </a:moveTo>
                  <a:lnTo>
                    <a:pt x="372" y="39"/>
                  </a:lnTo>
                  <a:lnTo>
                    <a:pt x="270" y="103"/>
                  </a:lnTo>
                  <a:lnTo>
                    <a:pt x="180" y="167"/>
                  </a:lnTo>
                  <a:lnTo>
                    <a:pt x="103" y="257"/>
                  </a:lnTo>
                  <a:lnTo>
                    <a:pt x="52" y="360"/>
                  </a:lnTo>
                  <a:lnTo>
                    <a:pt x="13" y="475"/>
                  </a:lnTo>
                  <a:lnTo>
                    <a:pt x="1" y="603"/>
                  </a:lnTo>
                  <a:lnTo>
                    <a:pt x="13" y="718"/>
                  </a:lnTo>
                  <a:lnTo>
                    <a:pt x="52" y="833"/>
                  </a:lnTo>
                  <a:lnTo>
                    <a:pt x="103" y="936"/>
                  </a:lnTo>
                  <a:lnTo>
                    <a:pt x="180" y="1026"/>
                  </a:lnTo>
                  <a:lnTo>
                    <a:pt x="270" y="1102"/>
                  </a:lnTo>
                  <a:lnTo>
                    <a:pt x="372" y="1166"/>
                  </a:lnTo>
                  <a:lnTo>
                    <a:pt x="487" y="1192"/>
                  </a:lnTo>
                  <a:lnTo>
                    <a:pt x="603" y="1205"/>
                  </a:lnTo>
                  <a:lnTo>
                    <a:pt x="6699" y="1205"/>
                  </a:lnTo>
                  <a:lnTo>
                    <a:pt x="6827" y="1192"/>
                  </a:lnTo>
                  <a:lnTo>
                    <a:pt x="6942" y="1166"/>
                  </a:lnTo>
                  <a:lnTo>
                    <a:pt x="7045" y="1102"/>
                  </a:lnTo>
                  <a:lnTo>
                    <a:pt x="7135" y="1026"/>
                  </a:lnTo>
                  <a:lnTo>
                    <a:pt x="7199" y="936"/>
                  </a:lnTo>
                  <a:lnTo>
                    <a:pt x="7263" y="833"/>
                  </a:lnTo>
                  <a:lnTo>
                    <a:pt x="7301" y="718"/>
                  </a:lnTo>
                  <a:lnTo>
                    <a:pt x="7314" y="603"/>
                  </a:lnTo>
                  <a:lnTo>
                    <a:pt x="7301" y="475"/>
                  </a:lnTo>
                  <a:lnTo>
                    <a:pt x="7263" y="360"/>
                  </a:lnTo>
                  <a:lnTo>
                    <a:pt x="7199" y="257"/>
                  </a:lnTo>
                  <a:lnTo>
                    <a:pt x="7135" y="167"/>
                  </a:lnTo>
                  <a:lnTo>
                    <a:pt x="7045" y="103"/>
                  </a:lnTo>
                  <a:lnTo>
                    <a:pt x="6942" y="39"/>
                  </a:lnTo>
                  <a:lnTo>
                    <a:pt x="6827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Google Shape;2159;p41">
              <a:extLst>
                <a:ext uri="{FF2B5EF4-FFF2-40B4-BE49-F238E27FC236}">
                  <a16:creationId xmlns:a16="http://schemas.microsoft.com/office/drawing/2014/main" id="{46AFC2D5-F9DF-4387-98AD-7F849A11DAE3}"/>
                </a:ext>
              </a:extLst>
            </p:cNvPr>
            <p:cNvSpPr/>
            <p:nvPr/>
          </p:nvSpPr>
          <p:spPr>
            <a:xfrm rot="5400000">
              <a:off x="2397284" y="3188472"/>
              <a:ext cx="1082703" cy="99085"/>
            </a:xfrm>
            <a:custGeom>
              <a:avLst/>
              <a:gdLst/>
              <a:ahLst/>
              <a:cxnLst/>
              <a:rect l="l" t="t" r="r" b="b"/>
              <a:pathLst>
                <a:path w="13167" h="1205" extrusionOk="0">
                  <a:moveTo>
                    <a:pt x="602" y="1"/>
                  </a:moveTo>
                  <a:lnTo>
                    <a:pt x="487" y="14"/>
                  </a:lnTo>
                  <a:lnTo>
                    <a:pt x="372" y="39"/>
                  </a:lnTo>
                  <a:lnTo>
                    <a:pt x="269" y="103"/>
                  </a:lnTo>
                  <a:lnTo>
                    <a:pt x="180" y="180"/>
                  </a:lnTo>
                  <a:lnTo>
                    <a:pt x="103" y="270"/>
                  </a:lnTo>
                  <a:lnTo>
                    <a:pt x="52" y="372"/>
                  </a:lnTo>
                  <a:lnTo>
                    <a:pt x="13" y="487"/>
                  </a:lnTo>
                  <a:lnTo>
                    <a:pt x="0" y="603"/>
                  </a:lnTo>
                  <a:lnTo>
                    <a:pt x="13" y="731"/>
                  </a:lnTo>
                  <a:lnTo>
                    <a:pt x="52" y="846"/>
                  </a:lnTo>
                  <a:lnTo>
                    <a:pt x="103" y="949"/>
                  </a:lnTo>
                  <a:lnTo>
                    <a:pt x="180" y="1038"/>
                  </a:lnTo>
                  <a:lnTo>
                    <a:pt x="269" y="1102"/>
                  </a:lnTo>
                  <a:lnTo>
                    <a:pt x="372" y="1166"/>
                  </a:lnTo>
                  <a:lnTo>
                    <a:pt x="487" y="1205"/>
                  </a:lnTo>
                  <a:lnTo>
                    <a:pt x="12680" y="1205"/>
                  </a:lnTo>
                  <a:lnTo>
                    <a:pt x="12795" y="1166"/>
                  </a:lnTo>
                  <a:lnTo>
                    <a:pt x="12898" y="1102"/>
                  </a:lnTo>
                  <a:lnTo>
                    <a:pt x="12988" y="1038"/>
                  </a:lnTo>
                  <a:lnTo>
                    <a:pt x="13052" y="949"/>
                  </a:lnTo>
                  <a:lnTo>
                    <a:pt x="13116" y="846"/>
                  </a:lnTo>
                  <a:lnTo>
                    <a:pt x="13154" y="731"/>
                  </a:lnTo>
                  <a:lnTo>
                    <a:pt x="13167" y="603"/>
                  </a:lnTo>
                  <a:lnTo>
                    <a:pt x="13154" y="487"/>
                  </a:lnTo>
                  <a:lnTo>
                    <a:pt x="13116" y="372"/>
                  </a:lnTo>
                  <a:lnTo>
                    <a:pt x="13052" y="270"/>
                  </a:lnTo>
                  <a:lnTo>
                    <a:pt x="12988" y="180"/>
                  </a:lnTo>
                  <a:lnTo>
                    <a:pt x="12898" y="103"/>
                  </a:lnTo>
                  <a:lnTo>
                    <a:pt x="12795" y="39"/>
                  </a:lnTo>
                  <a:lnTo>
                    <a:pt x="12680" y="14"/>
                  </a:lnTo>
                  <a:lnTo>
                    <a:pt x="12552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" name="Google Shape;2160;p41">
              <a:extLst>
                <a:ext uri="{FF2B5EF4-FFF2-40B4-BE49-F238E27FC236}">
                  <a16:creationId xmlns:a16="http://schemas.microsoft.com/office/drawing/2014/main" id="{F2E2CB38-57F1-6C65-525E-6D4D9A20521B}"/>
                </a:ext>
              </a:extLst>
            </p:cNvPr>
            <p:cNvSpPr/>
            <p:nvPr/>
          </p:nvSpPr>
          <p:spPr>
            <a:xfrm rot="5400000">
              <a:off x="1983382" y="3148470"/>
              <a:ext cx="907885" cy="353912"/>
            </a:xfrm>
            <a:custGeom>
              <a:avLst/>
              <a:gdLst/>
              <a:ahLst/>
              <a:cxnLst/>
              <a:rect l="l" t="t" r="r" b="b"/>
              <a:pathLst>
                <a:path w="11041" h="4304" extrusionOk="0">
                  <a:moveTo>
                    <a:pt x="6597" y="1"/>
                  </a:moveTo>
                  <a:lnTo>
                    <a:pt x="6520" y="13"/>
                  </a:lnTo>
                  <a:lnTo>
                    <a:pt x="6456" y="39"/>
                  </a:lnTo>
                  <a:lnTo>
                    <a:pt x="6392" y="65"/>
                  </a:lnTo>
                  <a:lnTo>
                    <a:pt x="6328" y="103"/>
                  </a:lnTo>
                  <a:lnTo>
                    <a:pt x="6276" y="141"/>
                  </a:lnTo>
                  <a:lnTo>
                    <a:pt x="6225" y="193"/>
                  </a:lnTo>
                  <a:lnTo>
                    <a:pt x="6174" y="257"/>
                  </a:lnTo>
                  <a:lnTo>
                    <a:pt x="4137" y="3087"/>
                  </a:lnTo>
                  <a:lnTo>
                    <a:pt x="603" y="3087"/>
                  </a:lnTo>
                  <a:lnTo>
                    <a:pt x="487" y="3100"/>
                  </a:lnTo>
                  <a:lnTo>
                    <a:pt x="372" y="3138"/>
                  </a:lnTo>
                  <a:lnTo>
                    <a:pt x="270" y="3190"/>
                  </a:lnTo>
                  <a:lnTo>
                    <a:pt x="180" y="3267"/>
                  </a:lnTo>
                  <a:lnTo>
                    <a:pt x="103" y="3356"/>
                  </a:lnTo>
                  <a:lnTo>
                    <a:pt x="39" y="3459"/>
                  </a:lnTo>
                  <a:lnTo>
                    <a:pt x="13" y="3574"/>
                  </a:lnTo>
                  <a:lnTo>
                    <a:pt x="1" y="3689"/>
                  </a:lnTo>
                  <a:lnTo>
                    <a:pt x="13" y="3817"/>
                  </a:lnTo>
                  <a:lnTo>
                    <a:pt x="39" y="3933"/>
                  </a:lnTo>
                  <a:lnTo>
                    <a:pt x="103" y="4035"/>
                  </a:lnTo>
                  <a:lnTo>
                    <a:pt x="180" y="4125"/>
                  </a:lnTo>
                  <a:lnTo>
                    <a:pt x="270" y="4189"/>
                  </a:lnTo>
                  <a:lnTo>
                    <a:pt x="372" y="4253"/>
                  </a:lnTo>
                  <a:lnTo>
                    <a:pt x="487" y="4291"/>
                  </a:lnTo>
                  <a:lnTo>
                    <a:pt x="603" y="4304"/>
                  </a:lnTo>
                  <a:lnTo>
                    <a:pt x="4458" y="4304"/>
                  </a:lnTo>
                  <a:lnTo>
                    <a:pt x="4522" y="4291"/>
                  </a:lnTo>
                  <a:lnTo>
                    <a:pt x="4599" y="4278"/>
                  </a:lnTo>
                  <a:lnTo>
                    <a:pt x="4663" y="4266"/>
                  </a:lnTo>
                  <a:lnTo>
                    <a:pt x="4727" y="4227"/>
                  </a:lnTo>
                  <a:lnTo>
                    <a:pt x="4791" y="4202"/>
                  </a:lnTo>
                  <a:lnTo>
                    <a:pt x="4855" y="4150"/>
                  </a:lnTo>
                  <a:lnTo>
                    <a:pt x="4906" y="4099"/>
                  </a:lnTo>
                  <a:lnTo>
                    <a:pt x="4944" y="4048"/>
                  </a:lnTo>
                  <a:lnTo>
                    <a:pt x="6981" y="1217"/>
                  </a:lnTo>
                  <a:lnTo>
                    <a:pt x="10426" y="1217"/>
                  </a:lnTo>
                  <a:lnTo>
                    <a:pt x="10554" y="1204"/>
                  </a:lnTo>
                  <a:lnTo>
                    <a:pt x="10669" y="1166"/>
                  </a:lnTo>
                  <a:lnTo>
                    <a:pt x="10772" y="1115"/>
                  </a:lnTo>
                  <a:lnTo>
                    <a:pt x="10862" y="1038"/>
                  </a:lnTo>
                  <a:lnTo>
                    <a:pt x="10926" y="948"/>
                  </a:lnTo>
                  <a:lnTo>
                    <a:pt x="10990" y="846"/>
                  </a:lnTo>
                  <a:lnTo>
                    <a:pt x="11028" y="731"/>
                  </a:lnTo>
                  <a:lnTo>
                    <a:pt x="11041" y="603"/>
                  </a:lnTo>
                  <a:lnTo>
                    <a:pt x="11028" y="487"/>
                  </a:lnTo>
                  <a:lnTo>
                    <a:pt x="10990" y="372"/>
                  </a:lnTo>
                  <a:lnTo>
                    <a:pt x="10926" y="270"/>
                  </a:lnTo>
                  <a:lnTo>
                    <a:pt x="10862" y="180"/>
                  </a:lnTo>
                  <a:lnTo>
                    <a:pt x="10772" y="103"/>
                  </a:lnTo>
                  <a:lnTo>
                    <a:pt x="10669" y="52"/>
                  </a:lnTo>
                  <a:lnTo>
                    <a:pt x="10554" y="13"/>
                  </a:lnTo>
                  <a:lnTo>
                    <a:pt x="10426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" name="Google Shape;2161;p41">
              <a:extLst>
                <a:ext uri="{FF2B5EF4-FFF2-40B4-BE49-F238E27FC236}">
                  <a16:creationId xmlns:a16="http://schemas.microsoft.com/office/drawing/2014/main" id="{59F5B3B9-81D4-A483-BF68-78457979A9D4}"/>
                </a:ext>
              </a:extLst>
            </p:cNvPr>
            <p:cNvSpPr/>
            <p:nvPr/>
          </p:nvSpPr>
          <p:spPr>
            <a:xfrm rot="5400000">
              <a:off x="4363552" y="3511884"/>
              <a:ext cx="268641" cy="100072"/>
            </a:xfrm>
            <a:custGeom>
              <a:avLst/>
              <a:gdLst/>
              <a:ahLst/>
              <a:cxnLst/>
              <a:rect l="l" t="t" r="r" b="b"/>
              <a:pathLst>
                <a:path w="3267" h="1217" extrusionOk="0">
                  <a:moveTo>
                    <a:pt x="602" y="0"/>
                  </a:moveTo>
                  <a:lnTo>
                    <a:pt x="487" y="13"/>
                  </a:lnTo>
                  <a:lnTo>
                    <a:pt x="372" y="51"/>
                  </a:lnTo>
                  <a:lnTo>
                    <a:pt x="269" y="103"/>
                  </a:lnTo>
                  <a:lnTo>
                    <a:pt x="179" y="180"/>
                  </a:lnTo>
                  <a:lnTo>
                    <a:pt x="103" y="269"/>
                  </a:lnTo>
                  <a:lnTo>
                    <a:pt x="39" y="372"/>
                  </a:lnTo>
                  <a:lnTo>
                    <a:pt x="13" y="487"/>
                  </a:lnTo>
                  <a:lnTo>
                    <a:pt x="0" y="615"/>
                  </a:lnTo>
                  <a:lnTo>
                    <a:pt x="13" y="730"/>
                  </a:lnTo>
                  <a:lnTo>
                    <a:pt x="39" y="846"/>
                  </a:lnTo>
                  <a:lnTo>
                    <a:pt x="103" y="948"/>
                  </a:lnTo>
                  <a:lnTo>
                    <a:pt x="179" y="1038"/>
                  </a:lnTo>
                  <a:lnTo>
                    <a:pt x="269" y="1115"/>
                  </a:lnTo>
                  <a:lnTo>
                    <a:pt x="372" y="1166"/>
                  </a:lnTo>
                  <a:lnTo>
                    <a:pt x="487" y="1204"/>
                  </a:lnTo>
                  <a:lnTo>
                    <a:pt x="602" y="1217"/>
                  </a:lnTo>
                  <a:lnTo>
                    <a:pt x="2664" y="1217"/>
                  </a:lnTo>
                  <a:lnTo>
                    <a:pt x="2792" y="1204"/>
                  </a:lnTo>
                  <a:lnTo>
                    <a:pt x="2895" y="1166"/>
                  </a:lnTo>
                  <a:lnTo>
                    <a:pt x="3010" y="1115"/>
                  </a:lnTo>
                  <a:lnTo>
                    <a:pt x="3100" y="1038"/>
                  </a:lnTo>
                  <a:lnTo>
                    <a:pt x="3164" y="948"/>
                  </a:lnTo>
                  <a:lnTo>
                    <a:pt x="3228" y="846"/>
                  </a:lnTo>
                  <a:lnTo>
                    <a:pt x="3253" y="730"/>
                  </a:lnTo>
                  <a:lnTo>
                    <a:pt x="3266" y="615"/>
                  </a:lnTo>
                  <a:lnTo>
                    <a:pt x="3253" y="487"/>
                  </a:lnTo>
                  <a:lnTo>
                    <a:pt x="3228" y="372"/>
                  </a:lnTo>
                  <a:lnTo>
                    <a:pt x="3164" y="269"/>
                  </a:lnTo>
                  <a:lnTo>
                    <a:pt x="3100" y="180"/>
                  </a:lnTo>
                  <a:lnTo>
                    <a:pt x="3010" y="103"/>
                  </a:lnTo>
                  <a:lnTo>
                    <a:pt x="2895" y="51"/>
                  </a:lnTo>
                  <a:lnTo>
                    <a:pt x="2792" y="13"/>
                  </a:lnTo>
                  <a:lnTo>
                    <a:pt x="2664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" name="Google Shape;2162;p41">
              <a:extLst>
                <a:ext uri="{FF2B5EF4-FFF2-40B4-BE49-F238E27FC236}">
                  <a16:creationId xmlns:a16="http://schemas.microsoft.com/office/drawing/2014/main" id="{921EDFEF-0143-82AE-8B4F-097D97D1C9CF}"/>
                </a:ext>
              </a:extLst>
            </p:cNvPr>
            <p:cNvSpPr/>
            <p:nvPr/>
          </p:nvSpPr>
          <p:spPr>
            <a:xfrm rot="5400000">
              <a:off x="6508919" y="3603406"/>
              <a:ext cx="82" cy="82"/>
            </a:xfrm>
            <a:custGeom>
              <a:avLst/>
              <a:gdLst/>
              <a:ahLst/>
              <a:cxnLst/>
              <a:rect l="l" t="t" r="r" b="b"/>
              <a:pathLst>
                <a:path w="1" h="1" fill="none" extrusionOk="0">
                  <a:moveTo>
                    <a:pt x="1" y="1"/>
                  </a:moveTo>
                  <a:lnTo>
                    <a:pt x="1" y="1"/>
                  </a:lnTo>
                </a:path>
              </a:pathLst>
            </a:custGeom>
            <a:noFill/>
            <a:ln w="15700" cap="rnd" cmpd="sng">
              <a:solidFill>
                <a:srgbClr val="231F2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" name="Google Shape;2163;p41">
              <a:extLst>
                <a:ext uri="{FF2B5EF4-FFF2-40B4-BE49-F238E27FC236}">
                  <a16:creationId xmlns:a16="http://schemas.microsoft.com/office/drawing/2014/main" id="{2671A67D-195C-FC45-0B75-FB39BA11EC26}"/>
                </a:ext>
              </a:extLst>
            </p:cNvPr>
            <p:cNvSpPr/>
            <p:nvPr/>
          </p:nvSpPr>
          <p:spPr>
            <a:xfrm rot="5400000">
              <a:off x="4387280" y="4062118"/>
              <a:ext cx="968981" cy="159112"/>
            </a:xfrm>
            <a:custGeom>
              <a:avLst/>
              <a:gdLst/>
              <a:ahLst/>
              <a:cxnLst/>
              <a:rect l="l" t="t" r="r" b="b"/>
              <a:pathLst>
                <a:path w="11784" h="1935" extrusionOk="0">
                  <a:moveTo>
                    <a:pt x="794" y="1"/>
                  </a:moveTo>
                  <a:lnTo>
                    <a:pt x="705" y="14"/>
                  </a:lnTo>
                  <a:lnTo>
                    <a:pt x="628" y="39"/>
                  </a:lnTo>
                  <a:lnTo>
                    <a:pt x="538" y="78"/>
                  </a:lnTo>
                  <a:lnTo>
                    <a:pt x="461" y="116"/>
                  </a:lnTo>
                  <a:lnTo>
                    <a:pt x="384" y="167"/>
                  </a:lnTo>
                  <a:lnTo>
                    <a:pt x="320" y="219"/>
                  </a:lnTo>
                  <a:lnTo>
                    <a:pt x="256" y="283"/>
                  </a:lnTo>
                  <a:lnTo>
                    <a:pt x="205" y="347"/>
                  </a:lnTo>
                  <a:lnTo>
                    <a:pt x="154" y="423"/>
                  </a:lnTo>
                  <a:lnTo>
                    <a:pt x="103" y="500"/>
                  </a:lnTo>
                  <a:lnTo>
                    <a:pt x="64" y="590"/>
                  </a:lnTo>
                  <a:lnTo>
                    <a:pt x="39" y="680"/>
                  </a:lnTo>
                  <a:lnTo>
                    <a:pt x="13" y="769"/>
                  </a:lnTo>
                  <a:lnTo>
                    <a:pt x="0" y="872"/>
                  </a:lnTo>
                  <a:lnTo>
                    <a:pt x="0" y="961"/>
                  </a:lnTo>
                  <a:lnTo>
                    <a:pt x="0" y="1064"/>
                  </a:lnTo>
                  <a:lnTo>
                    <a:pt x="13" y="1166"/>
                  </a:lnTo>
                  <a:lnTo>
                    <a:pt x="39" y="1256"/>
                  </a:lnTo>
                  <a:lnTo>
                    <a:pt x="64" y="1346"/>
                  </a:lnTo>
                  <a:lnTo>
                    <a:pt x="103" y="1435"/>
                  </a:lnTo>
                  <a:lnTo>
                    <a:pt x="154" y="1512"/>
                  </a:lnTo>
                  <a:lnTo>
                    <a:pt x="205" y="1589"/>
                  </a:lnTo>
                  <a:lnTo>
                    <a:pt x="256" y="1653"/>
                  </a:lnTo>
                  <a:lnTo>
                    <a:pt x="320" y="1717"/>
                  </a:lnTo>
                  <a:lnTo>
                    <a:pt x="384" y="1768"/>
                  </a:lnTo>
                  <a:lnTo>
                    <a:pt x="461" y="1820"/>
                  </a:lnTo>
                  <a:lnTo>
                    <a:pt x="538" y="1858"/>
                  </a:lnTo>
                  <a:lnTo>
                    <a:pt x="628" y="1896"/>
                  </a:lnTo>
                  <a:lnTo>
                    <a:pt x="705" y="1922"/>
                  </a:lnTo>
                  <a:lnTo>
                    <a:pt x="794" y="1935"/>
                  </a:lnTo>
                  <a:lnTo>
                    <a:pt x="10989" y="1935"/>
                  </a:lnTo>
                  <a:lnTo>
                    <a:pt x="11079" y="1922"/>
                  </a:lnTo>
                  <a:lnTo>
                    <a:pt x="11156" y="1896"/>
                  </a:lnTo>
                  <a:lnTo>
                    <a:pt x="11245" y="1858"/>
                  </a:lnTo>
                  <a:lnTo>
                    <a:pt x="11322" y="1820"/>
                  </a:lnTo>
                  <a:lnTo>
                    <a:pt x="11386" y="1768"/>
                  </a:lnTo>
                  <a:lnTo>
                    <a:pt x="11463" y="1717"/>
                  </a:lnTo>
                  <a:lnTo>
                    <a:pt x="11527" y="1653"/>
                  </a:lnTo>
                  <a:lnTo>
                    <a:pt x="11578" y="1589"/>
                  </a:lnTo>
                  <a:lnTo>
                    <a:pt x="11630" y="1512"/>
                  </a:lnTo>
                  <a:lnTo>
                    <a:pt x="11681" y="1435"/>
                  </a:lnTo>
                  <a:lnTo>
                    <a:pt x="11719" y="1346"/>
                  </a:lnTo>
                  <a:lnTo>
                    <a:pt x="11745" y="1256"/>
                  </a:lnTo>
                  <a:lnTo>
                    <a:pt x="11771" y="1166"/>
                  </a:lnTo>
                  <a:lnTo>
                    <a:pt x="11783" y="1064"/>
                  </a:lnTo>
                  <a:lnTo>
                    <a:pt x="11783" y="961"/>
                  </a:lnTo>
                  <a:lnTo>
                    <a:pt x="11783" y="872"/>
                  </a:lnTo>
                  <a:lnTo>
                    <a:pt x="11771" y="769"/>
                  </a:lnTo>
                  <a:lnTo>
                    <a:pt x="11745" y="680"/>
                  </a:lnTo>
                  <a:lnTo>
                    <a:pt x="11719" y="590"/>
                  </a:lnTo>
                  <a:lnTo>
                    <a:pt x="11681" y="500"/>
                  </a:lnTo>
                  <a:lnTo>
                    <a:pt x="11630" y="423"/>
                  </a:lnTo>
                  <a:lnTo>
                    <a:pt x="11578" y="347"/>
                  </a:lnTo>
                  <a:lnTo>
                    <a:pt x="11527" y="283"/>
                  </a:lnTo>
                  <a:lnTo>
                    <a:pt x="11463" y="219"/>
                  </a:lnTo>
                  <a:lnTo>
                    <a:pt x="11386" y="167"/>
                  </a:lnTo>
                  <a:lnTo>
                    <a:pt x="11322" y="116"/>
                  </a:lnTo>
                  <a:lnTo>
                    <a:pt x="11245" y="78"/>
                  </a:lnTo>
                  <a:lnTo>
                    <a:pt x="11156" y="39"/>
                  </a:lnTo>
                  <a:lnTo>
                    <a:pt x="11079" y="14"/>
                  </a:lnTo>
                  <a:lnTo>
                    <a:pt x="1098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Google Shape;2164;p41">
              <a:extLst>
                <a:ext uri="{FF2B5EF4-FFF2-40B4-BE49-F238E27FC236}">
                  <a16:creationId xmlns:a16="http://schemas.microsoft.com/office/drawing/2014/main" id="{8D74E10C-4E43-D59C-8BD7-CC067C242B0A}"/>
                </a:ext>
              </a:extLst>
            </p:cNvPr>
            <p:cNvSpPr/>
            <p:nvPr/>
          </p:nvSpPr>
          <p:spPr>
            <a:xfrm rot="5400000">
              <a:off x="4013382" y="4062118"/>
              <a:ext cx="968981" cy="159112"/>
            </a:xfrm>
            <a:custGeom>
              <a:avLst/>
              <a:gdLst/>
              <a:ahLst/>
              <a:cxnLst/>
              <a:rect l="l" t="t" r="r" b="b"/>
              <a:pathLst>
                <a:path w="11784" h="1935" extrusionOk="0">
                  <a:moveTo>
                    <a:pt x="794" y="1"/>
                  </a:moveTo>
                  <a:lnTo>
                    <a:pt x="705" y="13"/>
                  </a:lnTo>
                  <a:lnTo>
                    <a:pt x="628" y="39"/>
                  </a:lnTo>
                  <a:lnTo>
                    <a:pt x="538" y="77"/>
                  </a:lnTo>
                  <a:lnTo>
                    <a:pt x="461" y="116"/>
                  </a:lnTo>
                  <a:lnTo>
                    <a:pt x="384" y="167"/>
                  </a:lnTo>
                  <a:lnTo>
                    <a:pt x="320" y="218"/>
                  </a:lnTo>
                  <a:lnTo>
                    <a:pt x="256" y="282"/>
                  </a:lnTo>
                  <a:lnTo>
                    <a:pt x="205" y="346"/>
                  </a:lnTo>
                  <a:lnTo>
                    <a:pt x="154" y="423"/>
                  </a:lnTo>
                  <a:lnTo>
                    <a:pt x="103" y="500"/>
                  </a:lnTo>
                  <a:lnTo>
                    <a:pt x="64" y="590"/>
                  </a:lnTo>
                  <a:lnTo>
                    <a:pt x="39" y="679"/>
                  </a:lnTo>
                  <a:lnTo>
                    <a:pt x="13" y="769"/>
                  </a:lnTo>
                  <a:lnTo>
                    <a:pt x="0" y="872"/>
                  </a:lnTo>
                  <a:lnTo>
                    <a:pt x="0" y="974"/>
                  </a:lnTo>
                  <a:lnTo>
                    <a:pt x="0" y="1064"/>
                  </a:lnTo>
                  <a:lnTo>
                    <a:pt x="13" y="1166"/>
                  </a:lnTo>
                  <a:lnTo>
                    <a:pt x="39" y="1256"/>
                  </a:lnTo>
                  <a:lnTo>
                    <a:pt x="64" y="1345"/>
                  </a:lnTo>
                  <a:lnTo>
                    <a:pt x="103" y="1435"/>
                  </a:lnTo>
                  <a:lnTo>
                    <a:pt x="154" y="1512"/>
                  </a:lnTo>
                  <a:lnTo>
                    <a:pt x="205" y="1589"/>
                  </a:lnTo>
                  <a:lnTo>
                    <a:pt x="256" y="1653"/>
                  </a:lnTo>
                  <a:lnTo>
                    <a:pt x="320" y="1717"/>
                  </a:lnTo>
                  <a:lnTo>
                    <a:pt x="384" y="1768"/>
                  </a:lnTo>
                  <a:lnTo>
                    <a:pt x="461" y="1819"/>
                  </a:lnTo>
                  <a:lnTo>
                    <a:pt x="538" y="1858"/>
                  </a:lnTo>
                  <a:lnTo>
                    <a:pt x="628" y="1896"/>
                  </a:lnTo>
                  <a:lnTo>
                    <a:pt x="705" y="1922"/>
                  </a:lnTo>
                  <a:lnTo>
                    <a:pt x="794" y="1935"/>
                  </a:lnTo>
                  <a:lnTo>
                    <a:pt x="10989" y="1935"/>
                  </a:lnTo>
                  <a:lnTo>
                    <a:pt x="11079" y="1922"/>
                  </a:lnTo>
                  <a:lnTo>
                    <a:pt x="11156" y="1896"/>
                  </a:lnTo>
                  <a:lnTo>
                    <a:pt x="11245" y="1858"/>
                  </a:lnTo>
                  <a:lnTo>
                    <a:pt x="11322" y="1819"/>
                  </a:lnTo>
                  <a:lnTo>
                    <a:pt x="11386" y="1768"/>
                  </a:lnTo>
                  <a:lnTo>
                    <a:pt x="11463" y="1717"/>
                  </a:lnTo>
                  <a:lnTo>
                    <a:pt x="11527" y="1653"/>
                  </a:lnTo>
                  <a:lnTo>
                    <a:pt x="11578" y="1589"/>
                  </a:lnTo>
                  <a:lnTo>
                    <a:pt x="11630" y="1512"/>
                  </a:lnTo>
                  <a:lnTo>
                    <a:pt x="11681" y="1435"/>
                  </a:lnTo>
                  <a:lnTo>
                    <a:pt x="11719" y="1345"/>
                  </a:lnTo>
                  <a:lnTo>
                    <a:pt x="11745" y="1256"/>
                  </a:lnTo>
                  <a:lnTo>
                    <a:pt x="11771" y="1166"/>
                  </a:lnTo>
                  <a:lnTo>
                    <a:pt x="11783" y="1064"/>
                  </a:lnTo>
                  <a:lnTo>
                    <a:pt x="11783" y="974"/>
                  </a:lnTo>
                  <a:lnTo>
                    <a:pt x="11783" y="872"/>
                  </a:lnTo>
                  <a:lnTo>
                    <a:pt x="11771" y="769"/>
                  </a:lnTo>
                  <a:lnTo>
                    <a:pt x="11745" y="679"/>
                  </a:lnTo>
                  <a:lnTo>
                    <a:pt x="11719" y="590"/>
                  </a:lnTo>
                  <a:lnTo>
                    <a:pt x="11681" y="500"/>
                  </a:lnTo>
                  <a:lnTo>
                    <a:pt x="11630" y="423"/>
                  </a:lnTo>
                  <a:lnTo>
                    <a:pt x="11578" y="346"/>
                  </a:lnTo>
                  <a:lnTo>
                    <a:pt x="11527" y="282"/>
                  </a:lnTo>
                  <a:lnTo>
                    <a:pt x="11463" y="218"/>
                  </a:lnTo>
                  <a:lnTo>
                    <a:pt x="11386" y="167"/>
                  </a:lnTo>
                  <a:lnTo>
                    <a:pt x="11322" y="116"/>
                  </a:lnTo>
                  <a:lnTo>
                    <a:pt x="11245" y="77"/>
                  </a:lnTo>
                  <a:lnTo>
                    <a:pt x="11156" y="39"/>
                  </a:lnTo>
                  <a:lnTo>
                    <a:pt x="11079" y="13"/>
                  </a:lnTo>
                  <a:lnTo>
                    <a:pt x="1098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Google Shape;2165;p41">
              <a:extLst>
                <a:ext uri="{FF2B5EF4-FFF2-40B4-BE49-F238E27FC236}">
                  <a16:creationId xmlns:a16="http://schemas.microsoft.com/office/drawing/2014/main" id="{3DBA1563-4E90-C11D-4D29-889816FE783E}"/>
                </a:ext>
              </a:extLst>
            </p:cNvPr>
            <p:cNvSpPr/>
            <p:nvPr/>
          </p:nvSpPr>
          <p:spPr>
            <a:xfrm rot="5400000">
              <a:off x="3638950" y="4061584"/>
              <a:ext cx="968981" cy="160181"/>
            </a:xfrm>
            <a:custGeom>
              <a:avLst/>
              <a:gdLst/>
              <a:ahLst/>
              <a:cxnLst/>
              <a:rect l="l" t="t" r="r" b="b"/>
              <a:pathLst>
                <a:path w="11784" h="1948" extrusionOk="0">
                  <a:moveTo>
                    <a:pt x="794" y="0"/>
                  </a:moveTo>
                  <a:lnTo>
                    <a:pt x="705" y="13"/>
                  </a:lnTo>
                  <a:lnTo>
                    <a:pt x="628" y="39"/>
                  </a:lnTo>
                  <a:lnTo>
                    <a:pt x="538" y="77"/>
                  </a:lnTo>
                  <a:lnTo>
                    <a:pt x="461" y="116"/>
                  </a:lnTo>
                  <a:lnTo>
                    <a:pt x="384" y="167"/>
                  </a:lnTo>
                  <a:lnTo>
                    <a:pt x="320" y="218"/>
                  </a:lnTo>
                  <a:lnTo>
                    <a:pt x="256" y="282"/>
                  </a:lnTo>
                  <a:lnTo>
                    <a:pt x="205" y="359"/>
                  </a:lnTo>
                  <a:lnTo>
                    <a:pt x="154" y="423"/>
                  </a:lnTo>
                  <a:lnTo>
                    <a:pt x="103" y="513"/>
                  </a:lnTo>
                  <a:lnTo>
                    <a:pt x="64" y="590"/>
                  </a:lnTo>
                  <a:lnTo>
                    <a:pt x="39" y="679"/>
                  </a:lnTo>
                  <a:lnTo>
                    <a:pt x="13" y="769"/>
                  </a:lnTo>
                  <a:lnTo>
                    <a:pt x="0" y="871"/>
                  </a:lnTo>
                  <a:lnTo>
                    <a:pt x="0" y="974"/>
                  </a:lnTo>
                  <a:lnTo>
                    <a:pt x="0" y="1076"/>
                  </a:lnTo>
                  <a:lnTo>
                    <a:pt x="13" y="1166"/>
                  </a:lnTo>
                  <a:lnTo>
                    <a:pt x="39" y="1256"/>
                  </a:lnTo>
                  <a:lnTo>
                    <a:pt x="64" y="1345"/>
                  </a:lnTo>
                  <a:lnTo>
                    <a:pt x="103" y="1435"/>
                  </a:lnTo>
                  <a:lnTo>
                    <a:pt x="154" y="1512"/>
                  </a:lnTo>
                  <a:lnTo>
                    <a:pt x="205" y="1589"/>
                  </a:lnTo>
                  <a:lnTo>
                    <a:pt x="256" y="1653"/>
                  </a:lnTo>
                  <a:lnTo>
                    <a:pt x="320" y="1717"/>
                  </a:lnTo>
                  <a:lnTo>
                    <a:pt x="384" y="1781"/>
                  </a:lnTo>
                  <a:lnTo>
                    <a:pt x="461" y="1819"/>
                  </a:lnTo>
                  <a:lnTo>
                    <a:pt x="538" y="1870"/>
                  </a:lnTo>
                  <a:lnTo>
                    <a:pt x="628" y="1896"/>
                  </a:lnTo>
                  <a:lnTo>
                    <a:pt x="705" y="1922"/>
                  </a:lnTo>
                  <a:lnTo>
                    <a:pt x="794" y="1934"/>
                  </a:lnTo>
                  <a:lnTo>
                    <a:pt x="884" y="1947"/>
                  </a:lnTo>
                  <a:lnTo>
                    <a:pt x="10900" y="1947"/>
                  </a:lnTo>
                  <a:lnTo>
                    <a:pt x="10989" y="1934"/>
                  </a:lnTo>
                  <a:lnTo>
                    <a:pt x="11079" y="1922"/>
                  </a:lnTo>
                  <a:lnTo>
                    <a:pt x="11156" y="1896"/>
                  </a:lnTo>
                  <a:lnTo>
                    <a:pt x="11245" y="1870"/>
                  </a:lnTo>
                  <a:lnTo>
                    <a:pt x="11322" y="1819"/>
                  </a:lnTo>
                  <a:lnTo>
                    <a:pt x="11386" y="1781"/>
                  </a:lnTo>
                  <a:lnTo>
                    <a:pt x="11463" y="1717"/>
                  </a:lnTo>
                  <a:lnTo>
                    <a:pt x="11527" y="1653"/>
                  </a:lnTo>
                  <a:lnTo>
                    <a:pt x="11578" y="1589"/>
                  </a:lnTo>
                  <a:lnTo>
                    <a:pt x="11630" y="1512"/>
                  </a:lnTo>
                  <a:lnTo>
                    <a:pt x="11681" y="1435"/>
                  </a:lnTo>
                  <a:lnTo>
                    <a:pt x="11719" y="1345"/>
                  </a:lnTo>
                  <a:lnTo>
                    <a:pt x="11745" y="1256"/>
                  </a:lnTo>
                  <a:lnTo>
                    <a:pt x="11771" y="1166"/>
                  </a:lnTo>
                  <a:lnTo>
                    <a:pt x="11783" y="1076"/>
                  </a:lnTo>
                  <a:lnTo>
                    <a:pt x="11783" y="974"/>
                  </a:lnTo>
                  <a:lnTo>
                    <a:pt x="11783" y="871"/>
                  </a:lnTo>
                  <a:lnTo>
                    <a:pt x="11771" y="769"/>
                  </a:lnTo>
                  <a:lnTo>
                    <a:pt x="11745" y="679"/>
                  </a:lnTo>
                  <a:lnTo>
                    <a:pt x="11719" y="590"/>
                  </a:lnTo>
                  <a:lnTo>
                    <a:pt x="11681" y="513"/>
                  </a:lnTo>
                  <a:lnTo>
                    <a:pt x="11630" y="423"/>
                  </a:lnTo>
                  <a:lnTo>
                    <a:pt x="11578" y="359"/>
                  </a:lnTo>
                  <a:lnTo>
                    <a:pt x="11527" y="282"/>
                  </a:lnTo>
                  <a:lnTo>
                    <a:pt x="11463" y="218"/>
                  </a:lnTo>
                  <a:lnTo>
                    <a:pt x="11386" y="167"/>
                  </a:lnTo>
                  <a:lnTo>
                    <a:pt x="11322" y="116"/>
                  </a:lnTo>
                  <a:lnTo>
                    <a:pt x="11245" y="77"/>
                  </a:lnTo>
                  <a:lnTo>
                    <a:pt x="11156" y="39"/>
                  </a:lnTo>
                  <a:lnTo>
                    <a:pt x="11079" y="13"/>
                  </a:lnTo>
                  <a:lnTo>
                    <a:pt x="10989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Google Shape;2166;p41">
              <a:extLst>
                <a:ext uri="{FF2B5EF4-FFF2-40B4-BE49-F238E27FC236}">
                  <a16:creationId xmlns:a16="http://schemas.microsoft.com/office/drawing/2014/main" id="{E22EADF0-5137-6601-2CC4-ABD8FDEC5410}"/>
                </a:ext>
              </a:extLst>
            </p:cNvPr>
            <p:cNvSpPr/>
            <p:nvPr/>
          </p:nvSpPr>
          <p:spPr>
            <a:xfrm rot="5400000">
              <a:off x="2454104" y="4061584"/>
              <a:ext cx="968981" cy="160181"/>
            </a:xfrm>
            <a:custGeom>
              <a:avLst/>
              <a:gdLst/>
              <a:ahLst/>
              <a:cxnLst/>
              <a:rect l="l" t="t" r="r" b="b"/>
              <a:pathLst>
                <a:path w="11784" h="1948" extrusionOk="0">
                  <a:moveTo>
                    <a:pt x="884" y="0"/>
                  </a:moveTo>
                  <a:lnTo>
                    <a:pt x="794" y="13"/>
                  </a:lnTo>
                  <a:lnTo>
                    <a:pt x="705" y="26"/>
                  </a:lnTo>
                  <a:lnTo>
                    <a:pt x="628" y="52"/>
                  </a:lnTo>
                  <a:lnTo>
                    <a:pt x="538" y="77"/>
                  </a:lnTo>
                  <a:lnTo>
                    <a:pt x="461" y="116"/>
                  </a:lnTo>
                  <a:lnTo>
                    <a:pt x="384" y="167"/>
                  </a:lnTo>
                  <a:lnTo>
                    <a:pt x="320" y="231"/>
                  </a:lnTo>
                  <a:lnTo>
                    <a:pt x="256" y="282"/>
                  </a:lnTo>
                  <a:lnTo>
                    <a:pt x="205" y="359"/>
                  </a:lnTo>
                  <a:lnTo>
                    <a:pt x="154" y="436"/>
                  </a:lnTo>
                  <a:lnTo>
                    <a:pt x="103" y="513"/>
                  </a:lnTo>
                  <a:lnTo>
                    <a:pt x="64" y="602"/>
                  </a:lnTo>
                  <a:lnTo>
                    <a:pt x="39" y="692"/>
                  </a:lnTo>
                  <a:lnTo>
                    <a:pt x="13" y="782"/>
                  </a:lnTo>
                  <a:lnTo>
                    <a:pt x="0" y="871"/>
                  </a:lnTo>
                  <a:lnTo>
                    <a:pt x="0" y="974"/>
                  </a:lnTo>
                  <a:lnTo>
                    <a:pt x="0" y="1076"/>
                  </a:lnTo>
                  <a:lnTo>
                    <a:pt x="13" y="1166"/>
                  </a:lnTo>
                  <a:lnTo>
                    <a:pt x="39" y="1268"/>
                  </a:lnTo>
                  <a:lnTo>
                    <a:pt x="64" y="1358"/>
                  </a:lnTo>
                  <a:lnTo>
                    <a:pt x="103" y="1435"/>
                  </a:lnTo>
                  <a:lnTo>
                    <a:pt x="154" y="1512"/>
                  </a:lnTo>
                  <a:lnTo>
                    <a:pt x="205" y="1588"/>
                  </a:lnTo>
                  <a:lnTo>
                    <a:pt x="256" y="1665"/>
                  </a:lnTo>
                  <a:lnTo>
                    <a:pt x="320" y="1729"/>
                  </a:lnTo>
                  <a:lnTo>
                    <a:pt x="384" y="1781"/>
                  </a:lnTo>
                  <a:lnTo>
                    <a:pt x="461" y="1832"/>
                  </a:lnTo>
                  <a:lnTo>
                    <a:pt x="538" y="1870"/>
                  </a:lnTo>
                  <a:lnTo>
                    <a:pt x="628" y="1909"/>
                  </a:lnTo>
                  <a:lnTo>
                    <a:pt x="705" y="1921"/>
                  </a:lnTo>
                  <a:lnTo>
                    <a:pt x="794" y="1947"/>
                  </a:lnTo>
                  <a:lnTo>
                    <a:pt x="10989" y="1947"/>
                  </a:lnTo>
                  <a:lnTo>
                    <a:pt x="11079" y="1921"/>
                  </a:lnTo>
                  <a:lnTo>
                    <a:pt x="11156" y="1909"/>
                  </a:lnTo>
                  <a:lnTo>
                    <a:pt x="11245" y="1870"/>
                  </a:lnTo>
                  <a:lnTo>
                    <a:pt x="11322" y="1832"/>
                  </a:lnTo>
                  <a:lnTo>
                    <a:pt x="11399" y="1781"/>
                  </a:lnTo>
                  <a:lnTo>
                    <a:pt x="11463" y="1729"/>
                  </a:lnTo>
                  <a:lnTo>
                    <a:pt x="11527" y="1665"/>
                  </a:lnTo>
                  <a:lnTo>
                    <a:pt x="11578" y="1588"/>
                  </a:lnTo>
                  <a:lnTo>
                    <a:pt x="11630" y="1512"/>
                  </a:lnTo>
                  <a:lnTo>
                    <a:pt x="11681" y="1435"/>
                  </a:lnTo>
                  <a:lnTo>
                    <a:pt x="11719" y="1358"/>
                  </a:lnTo>
                  <a:lnTo>
                    <a:pt x="11745" y="1268"/>
                  </a:lnTo>
                  <a:lnTo>
                    <a:pt x="11771" y="1166"/>
                  </a:lnTo>
                  <a:lnTo>
                    <a:pt x="11783" y="1076"/>
                  </a:lnTo>
                  <a:lnTo>
                    <a:pt x="11783" y="974"/>
                  </a:lnTo>
                  <a:lnTo>
                    <a:pt x="11783" y="871"/>
                  </a:lnTo>
                  <a:lnTo>
                    <a:pt x="11771" y="782"/>
                  </a:lnTo>
                  <a:lnTo>
                    <a:pt x="11745" y="692"/>
                  </a:lnTo>
                  <a:lnTo>
                    <a:pt x="11719" y="602"/>
                  </a:lnTo>
                  <a:lnTo>
                    <a:pt x="11681" y="513"/>
                  </a:lnTo>
                  <a:lnTo>
                    <a:pt x="11630" y="436"/>
                  </a:lnTo>
                  <a:lnTo>
                    <a:pt x="11578" y="359"/>
                  </a:lnTo>
                  <a:lnTo>
                    <a:pt x="11527" y="282"/>
                  </a:lnTo>
                  <a:lnTo>
                    <a:pt x="11463" y="231"/>
                  </a:lnTo>
                  <a:lnTo>
                    <a:pt x="11399" y="167"/>
                  </a:lnTo>
                  <a:lnTo>
                    <a:pt x="11322" y="116"/>
                  </a:lnTo>
                  <a:lnTo>
                    <a:pt x="11245" y="77"/>
                  </a:lnTo>
                  <a:lnTo>
                    <a:pt x="11156" y="52"/>
                  </a:lnTo>
                  <a:lnTo>
                    <a:pt x="11079" y="26"/>
                  </a:lnTo>
                  <a:lnTo>
                    <a:pt x="10989" y="13"/>
                  </a:lnTo>
                  <a:lnTo>
                    <a:pt x="1090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Google Shape;2167;p41">
              <a:extLst>
                <a:ext uri="{FF2B5EF4-FFF2-40B4-BE49-F238E27FC236}">
                  <a16:creationId xmlns:a16="http://schemas.microsoft.com/office/drawing/2014/main" id="{94AA6C7F-D9BE-58BA-19F5-BF89441E011E}"/>
                </a:ext>
              </a:extLst>
            </p:cNvPr>
            <p:cNvSpPr/>
            <p:nvPr/>
          </p:nvSpPr>
          <p:spPr>
            <a:xfrm rot="5400000">
              <a:off x="2828002" y="4061584"/>
              <a:ext cx="968981" cy="160181"/>
            </a:xfrm>
            <a:custGeom>
              <a:avLst/>
              <a:gdLst/>
              <a:ahLst/>
              <a:cxnLst/>
              <a:rect l="l" t="t" r="r" b="b"/>
              <a:pathLst>
                <a:path w="11784" h="1948" extrusionOk="0">
                  <a:moveTo>
                    <a:pt x="794" y="1"/>
                  </a:moveTo>
                  <a:lnTo>
                    <a:pt x="705" y="26"/>
                  </a:lnTo>
                  <a:lnTo>
                    <a:pt x="628" y="52"/>
                  </a:lnTo>
                  <a:lnTo>
                    <a:pt x="538" y="77"/>
                  </a:lnTo>
                  <a:lnTo>
                    <a:pt x="461" y="116"/>
                  </a:lnTo>
                  <a:lnTo>
                    <a:pt x="384" y="167"/>
                  </a:lnTo>
                  <a:lnTo>
                    <a:pt x="320" y="218"/>
                  </a:lnTo>
                  <a:lnTo>
                    <a:pt x="256" y="282"/>
                  </a:lnTo>
                  <a:lnTo>
                    <a:pt x="205" y="359"/>
                  </a:lnTo>
                  <a:lnTo>
                    <a:pt x="154" y="436"/>
                  </a:lnTo>
                  <a:lnTo>
                    <a:pt x="103" y="513"/>
                  </a:lnTo>
                  <a:lnTo>
                    <a:pt x="64" y="590"/>
                  </a:lnTo>
                  <a:lnTo>
                    <a:pt x="39" y="679"/>
                  </a:lnTo>
                  <a:lnTo>
                    <a:pt x="13" y="782"/>
                  </a:lnTo>
                  <a:lnTo>
                    <a:pt x="0" y="871"/>
                  </a:lnTo>
                  <a:lnTo>
                    <a:pt x="0" y="974"/>
                  </a:lnTo>
                  <a:lnTo>
                    <a:pt x="0" y="1076"/>
                  </a:lnTo>
                  <a:lnTo>
                    <a:pt x="13" y="1166"/>
                  </a:lnTo>
                  <a:lnTo>
                    <a:pt x="39" y="1256"/>
                  </a:lnTo>
                  <a:lnTo>
                    <a:pt x="64" y="1345"/>
                  </a:lnTo>
                  <a:lnTo>
                    <a:pt x="103" y="1435"/>
                  </a:lnTo>
                  <a:lnTo>
                    <a:pt x="154" y="1512"/>
                  </a:lnTo>
                  <a:lnTo>
                    <a:pt x="205" y="1589"/>
                  </a:lnTo>
                  <a:lnTo>
                    <a:pt x="256" y="1666"/>
                  </a:lnTo>
                  <a:lnTo>
                    <a:pt x="320" y="1717"/>
                  </a:lnTo>
                  <a:lnTo>
                    <a:pt x="384" y="1781"/>
                  </a:lnTo>
                  <a:lnTo>
                    <a:pt x="461" y="1832"/>
                  </a:lnTo>
                  <a:lnTo>
                    <a:pt x="538" y="1870"/>
                  </a:lnTo>
                  <a:lnTo>
                    <a:pt x="628" y="1896"/>
                  </a:lnTo>
                  <a:lnTo>
                    <a:pt x="705" y="1922"/>
                  </a:lnTo>
                  <a:lnTo>
                    <a:pt x="794" y="1934"/>
                  </a:lnTo>
                  <a:lnTo>
                    <a:pt x="884" y="1947"/>
                  </a:lnTo>
                  <a:lnTo>
                    <a:pt x="10900" y="1947"/>
                  </a:lnTo>
                  <a:lnTo>
                    <a:pt x="10989" y="1934"/>
                  </a:lnTo>
                  <a:lnTo>
                    <a:pt x="11079" y="1922"/>
                  </a:lnTo>
                  <a:lnTo>
                    <a:pt x="11156" y="1896"/>
                  </a:lnTo>
                  <a:lnTo>
                    <a:pt x="11245" y="1870"/>
                  </a:lnTo>
                  <a:lnTo>
                    <a:pt x="11322" y="1832"/>
                  </a:lnTo>
                  <a:lnTo>
                    <a:pt x="11399" y="1781"/>
                  </a:lnTo>
                  <a:lnTo>
                    <a:pt x="11463" y="1717"/>
                  </a:lnTo>
                  <a:lnTo>
                    <a:pt x="11527" y="1666"/>
                  </a:lnTo>
                  <a:lnTo>
                    <a:pt x="11578" y="1589"/>
                  </a:lnTo>
                  <a:lnTo>
                    <a:pt x="11630" y="1512"/>
                  </a:lnTo>
                  <a:lnTo>
                    <a:pt x="11681" y="1435"/>
                  </a:lnTo>
                  <a:lnTo>
                    <a:pt x="11719" y="1345"/>
                  </a:lnTo>
                  <a:lnTo>
                    <a:pt x="11745" y="1256"/>
                  </a:lnTo>
                  <a:lnTo>
                    <a:pt x="11771" y="1166"/>
                  </a:lnTo>
                  <a:lnTo>
                    <a:pt x="11783" y="1076"/>
                  </a:lnTo>
                  <a:lnTo>
                    <a:pt x="11783" y="974"/>
                  </a:lnTo>
                  <a:lnTo>
                    <a:pt x="11783" y="871"/>
                  </a:lnTo>
                  <a:lnTo>
                    <a:pt x="11771" y="782"/>
                  </a:lnTo>
                  <a:lnTo>
                    <a:pt x="11745" y="679"/>
                  </a:lnTo>
                  <a:lnTo>
                    <a:pt x="11719" y="590"/>
                  </a:lnTo>
                  <a:lnTo>
                    <a:pt x="11681" y="513"/>
                  </a:lnTo>
                  <a:lnTo>
                    <a:pt x="11630" y="436"/>
                  </a:lnTo>
                  <a:lnTo>
                    <a:pt x="11578" y="359"/>
                  </a:lnTo>
                  <a:lnTo>
                    <a:pt x="11527" y="282"/>
                  </a:lnTo>
                  <a:lnTo>
                    <a:pt x="11463" y="218"/>
                  </a:lnTo>
                  <a:lnTo>
                    <a:pt x="11399" y="167"/>
                  </a:lnTo>
                  <a:lnTo>
                    <a:pt x="11322" y="116"/>
                  </a:lnTo>
                  <a:lnTo>
                    <a:pt x="11245" y="77"/>
                  </a:lnTo>
                  <a:lnTo>
                    <a:pt x="11156" y="52"/>
                  </a:lnTo>
                  <a:lnTo>
                    <a:pt x="11079" y="26"/>
                  </a:lnTo>
                  <a:lnTo>
                    <a:pt x="1098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Google Shape;2168;p41">
              <a:extLst>
                <a:ext uri="{FF2B5EF4-FFF2-40B4-BE49-F238E27FC236}">
                  <a16:creationId xmlns:a16="http://schemas.microsoft.com/office/drawing/2014/main" id="{EFB00446-E160-AB40-B0E8-6CD745FCA863}"/>
                </a:ext>
              </a:extLst>
            </p:cNvPr>
            <p:cNvSpPr/>
            <p:nvPr/>
          </p:nvSpPr>
          <p:spPr>
            <a:xfrm rot="5400000">
              <a:off x="2080248" y="4061625"/>
              <a:ext cx="968981" cy="160099"/>
            </a:xfrm>
            <a:custGeom>
              <a:avLst/>
              <a:gdLst/>
              <a:ahLst/>
              <a:cxnLst/>
              <a:rect l="l" t="t" r="r" b="b"/>
              <a:pathLst>
                <a:path w="11784" h="1947" extrusionOk="0">
                  <a:moveTo>
                    <a:pt x="884" y="0"/>
                  </a:moveTo>
                  <a:lnTo>
                    <a:pt x="794" y="13"/>
                  </a:lnTo>
                  <a:lnTo>
                    <a:pt x="705" y="26"/>
                  </a:lnTo>
                  <a:lnTo>
                    <a:pt x="628" y="51"/>
                  </a:lnTo>
                  <a:lnTo>
                    <a:pt x="538" y="77"/>
                  </a:lnTo>
                  <a:lnTo>
                    <a:pt x="461" y="128"/>
                  </a:lnTo>
                  <a:lnTo>
                    <a:pt x="384" y="167"/>
                  </a:lnTo>
                  <a:lnTo>
                    <a:pt x="320" y="231"/>
                  </a:lnTo>
                  <a:lnTo>
                    <a:pt x="256" y="295"/>
                  </a:lnTo>
                  <a:lnTo>
                    <a:pt x="205" y="359"/>
                  </a:lnTo>
                  <a:lnTo>
                    <a:pt x="154" y="436"/>
                  </a:lnTo>
                  <a:lnTo>
                    <a:pt x="103" y="512"/>
                  </a:lnTo>
                  <a:lnTo>
                    <a:pt x="64" y="602"/>
                  </a:lnTo>
                  <a:lnTo>
                    <a:pt x="39" y="692"/>
                  </a:lnTo>
                  <a:lnTo>
                    <a:pt x="13" y="781"/>
                  </a:lnTo>
                  <a:lnTo>
                    <a:pt x="0" y="871"/>
                  </a:lnTo>
                  <a:lnTo>
                    <a:pt x="0" y="974"/>
                  </a:lnTo>
                  <a:lnTo>
                    <a:pt x="0" y="1076"/>
                  </a:lnTo>
                  <a:lnTo>
                    <a:pt x="13" y="1178"/>
                  </a:lnTo>
                  <a:lnTo>
                    <a:pt x="39" y="1268"/>
                  </a:lnTo>
                  <a:lnTo>
                    <a:pt x="64" y="1358"/>
                  </a:lnTo>
                  <a:lnTo>
                    <a:pt x="103" y="1435"/>
                  </a:lnTo>
                  <a:lnTo>
                    <a:pt x="154" y="1524"/>
                  </a:lnTo>
                  <a:lnTo>
                    <a:pt x="205" y="1588"/>
                  </a:lnTo>
                  <a:lnTo>
                    <a:pt x="256" y="1665"/>
                  </a:lnTo>
                  <a:lnTo>
                    <a:pt x="320" y="1729"/>
                  </a:lnTo>
                  <a:lnTo>
                    <a:pt x="384" y="1780"/>
                  </a:lnTo>
                  <a:lnTo>
                    <a:pt x="461" y="1832"/>
                  </a:lnTo>
                  <a:lnTo>
                    <a:pt x="538" y="1870"/>
                  </a:lnTo>
                  <a:lnTo>
                    <a:pt x="628" y="1908"/>
                  </a:lnTo>
                  <a:lnTo>
                    <a:pt x="705" y="1934"/>
                  </a:lnTo>
                  <a:lnTo>
                    <a:pt x="794" y="1947"/>
                  </a:lnTo>
                  <a:lnTo>
                    <a:pt x="10989" y="1947"/>
                  </a:lnTo>
                  <a:lnTo>
                    <a:pt x="11079" y="1934"/>
                  </a:lnTo>
                  <a:lnTo>
                    <a:pt x="11156" y="1908"/>
                  </a:lnTo>
                  <a:lnTo>
                    <a:pt x="11245" y="1870"/>
                  </a:lnTo>
                  <a:lnTo>
                    <a:pt x="11322" y="1832"/>
                  </a:lnTo>
                  <a:lnTo>
                    <a:pt x="11399" y="1780"/>
                  </a:lnTo>
                  <a:lnTo>
                    <a:pt x="11463" y="1729"/>
                  </a:lnTo>
                  <a:lnTo>
                    <a:pt x="11527" y="1665"/>
                  </a:lnTo>
                  <a:lnTo>
                    <a:pt x="11578" y="1588"/>
                  </a:lnTo>
                  <a:lnTo>
                    <a:pt x="11630" y="1524"/>
                  </a:lnTo>
                  <a:lnTo>
                    <a:pt x="11681" y="1435"/>
                  </a:lnTo>
                  <a:lnTo>
                    <a:pt x="11719" y="1358"/>
                  </a:lnTo>
                  <a:lnTo>
                    <a:pt x="11745" y="1268"/>
                  </a:lnTo>
                  <a:lnTo>
                    <a:pt x="11771" y="1178"/>
                  </a:lnTo>
                  <a:lnTo>
                    <a:pt x="11783" y="1076"/>
                  </a:lnTo>
                  <a:lnTo>
                    <a:pt x="11783" y="974"/>
                  </a:lnTo>
                  <a:lnTo>
                    <a:pt x="11783" y="871"/>
                  </a:lnTo>
                  <a:lnTo>
                    <a:pt x="11771" y="781"/>
                  </a:lnTo>
                  <a:lnTo>
                    <a:pt x="11745" y="692"/>
                  </a:lnTo>
                  <a:lnTo>
                    <a:pt x="11719" y="602"/>
                  </a:lnTo>
                  <a:lnTo>
                    <a:pt x="11681" y="512"/>
                  </a:lnTo>
                  <a:lnTo>
                    <a:pt x="11630" y="436"/>
                  </a:lnTo>
                  <a:lnTo>
                    <a:pt x="11578" y="359"/>
                  </a:lnTo>
                  <a:lnTo>
                    <a:pt x="11527" y="295"/>
                  </a:lnTo>
                  <a:lnTo>
                    <a:pt x="11463" y="231"/>
                  </a:lnTo>
                  <a:lnTo>
                    <a:pt x="11399" y="167"/>
                  </a:lnTo>
                  <a:lnTo>
                    <a:pt x="11322" y="128"/>
                  </a:lnTo>
                  <a:lnTo>
                    <a:pt x="11245" y="77"/>
                  </a:lnTo>
                  <a:lnTo>
                    <a:pt x="11156" y="51"/>
                  </a:lnTo>
                  <a:lnTo>
                    <a:pt x="11079" y="26"/>
                  </a:lnTo>
                  <a:lnTo>
                    <a:pt x="10989" y="13"/>
                  </a:lnTo>
                  <a:lnTo>
                    <a:pt x="1090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Google Shape;2169;p41">
              <a:extLst>
                <a:ext uri="{FF2B5EF4-FFF2-40B4-BE49-F238E27FC236}">
                  <a16:creationId xmlns:a16="http://schemas.microsoft.com/office/drawing/2014/main" id="{221E0927-BAB1-70B5-910E-B7052B19B6C7}"/>
                </a:ext>
              </a:extLst>
            </p:cNvPr>
            <p:cNvSpPr/>
            <p:nvPr/>
          </p:nvSpPr>
          <p:spPr>
            <a:xfrm rot="5400000">
              <a:off x="5946476" y="4061584"/>
              <a:ext cx="968981" cy="160181"/>
            </a:xfrm>
            <a:custGeom>
              <a:avLst/>
              <a:gdLst/>
              <a:ahLst/>
              <a:cxnLst/>
              <a:rect l="l" t="t" r="r" b="b"/>
              <a:pathLst>
                <a:path w="11784" h="1948" extrusionOk="0">
                  <a:moveTo>
                    <a:pt x="884" y="0"/>
                  </a:moveTo>
                  <a:lnTo>
                    <a:pt x="794" y="13"/>
                  </a:lnTo>
                  <a:lnTo>
                    <a:pt x="705" y="26"/>
                  </a:lnTo>
                  <a:lnTo>
                    <a:pt x="628" y="52"/>
                  </a:lnTo>
                  <a:lnTo>
                    <a:pt x="538" y="77"/>
                  </a:lnTo>
                  <a:lnTo>
                    <a:pt x="461" y="116"/>
                  </a:lnTo>
                  <a:lnTo>
                    <a:pt x="384" y="167"/>
                  </a:lnTo>
                  <a:lnTo>
                    <a:pt x="320" y="218"/>
                  </a:lnTo>
                  <a:lnTo>
                    <a:pt x="256" y="282"/>
                  </a:lnTo>
                  <a:lnTo>
                    <a:pt x="205" y="359"/>
                  </a:lnTo>
                  <a:lnTo>
                    <a:pt x="154" y="436"/>
                  </a:lnTo>
                  <a:lnTo>
                    <a:pt x="103" y="513"/>
                  </a:lnTo>
                  <a:lnTo>
                    <a:pt x="64" y="589"/>
                  </a:lnTo>
                  <a:lnTo>
                    <a:pt x="39" y="679"/>
                  </a:lnTo>
                  <a:lnTo>
                    <a:pt x="13" y="782"/>
                  </a:lnTo>
                  <a:lnTo>
                    <a:pt x="0" y="871"/>
                  </a:lnTo>
                  <a:lnTo>
                    <a:pt x="0" y="974"/>
                  </a:lnTo>
                  <a:lnTo>
                    <a:pt x="0" y="1076"/>
                  </a:lnTo>
                  <a:lnTo>
                    <a:pt x="13" y="1166"/>
                  </a:lnTo>
                  <a:lnTo>
                    <a:pt x="39" y="1268"/>
                  </a:lnTo>
                  <a:lnTo>
                    <a:pt x="64" y="1358"/>
                  </a:lnTo>
                  <a:lnTo>
                    <a:pt x="103" y="1435"/>
                  </a:lnTo>
                  <a:lnTo>
                    <a:pt x="154" y="1512"/>
                  </a:lnTo>
                  <a:lnTo>
                    <a:pt x="205" y="1588"/>
                  </a:lnTo>
                  <a:lnTo>
                    <a:pt x="256" y="1665"/>
                  </a:lnTo>
                  <a:lnTo>
                    <a:pt x="320" y="1729"/>
                  </a:lnTo>
                  <a:lnTo>
                    <a:pt x="384" y="1781"/>
                  </a:lnTo>
                  <a:lnTo>
                    <a:pt x="461" y="1832"/>
                  </a:lnTo>
                  <a:lnTo>
                    <a:pt x="538" y="1870"/>
                  </a:lnTo>
                  <a:lnTo>
                    <a:pt x="628" y="1896"/>
                  </a:lnTo>
                  <a:lnTo>
                    <a:pt x="705" y="1922"/>
                  </a:lnTo>
                  <a:lnTo>
                    <a:pt x="794" y="1934"/>
                  </a:lnTo>
                  <a:lnTo>
                    <a:pt x="884" y="1947"/>
                  </a:lnTo>
                  <a:lnTo>
                    <a:pt x="10900" y="1947"/>
                  </a:lnTo>
                  <a:lnTo>
                    <a:pt x="10989" y="1934"/>
                  </a:lnTo>
                  <a:lnTo>
                    <a:pt x="11079" y="1922"/>
                  </a:lnTo>
                  <a:lnTo>
                    <a:pt x="11156" y="1896"/>
                  </a:lnTo>
                  <a:lnTo>
                    <a:pt x="11245" y="1870"/>
                  </a:lnTo>
                  <a:lnTo>
                    <a:pt x="11322" y="1832"/>
                  </a:lnTo>
                  <a:lnTo>
                    <a:pt x="11386" y="1781"/>
                  </a:lnTo>
                  <a:lnTo>
                    <a:pt x="11463" y="1729"/>
                  </a:lnTo>
                  <a:lnTo>
                    <a:pt x="11527" y="1665"/>
                  </a:lnTo>
                  <a:lnTo>
                    <a:pt x="11578" y="1588"/>
                  </a:lnTo>
                  <a:lnTo>
                    <a:pt x="11630" y="1512"/>
                  </a:lnTo>
                  <a:lnTo>
                    <a:pt x="11681" y="1435"/>
                  </a:lnTo>
                  <a:lnTo>
                    <a:pt x="11719" y="1358"/>
                  </a:lnTo>
                  <a:lnTo>
                    <a:pt x="11745" y="1268"/>
                  </a:lnTo>
                  <a:lnTo>
                    <a:pt x="11771" y="1166"/>
                  </a:lnTo>
                  <a:lnTo>
                    <a:pt x="11783" y="1076"/>
                  </a:lnTo>
                  <a:lnTo>
                    <a:pt x="11783" y="974"/>
                  </a:lnTo>
                  <a:lnTo>
                    <a:pt x="11783" y="871"/>
                  </a:lnTo>
                  <a:lnTo>
                    <a:pt x="11771" y="782"/>
                  </a:lnTo>
                  <a:lnTo>
                    <a:pt x="11745" y="679"/>
                  </a:lnTo>
                  <a:lnTo>
                    <a:pt x="11719" y="589"/>
                  </a:lnTo>
                  <a:lnTo>
                    <a:pt x="11681" y="513"/>
                  </a:lnTo>
                  <a:lnTo>
                    <a:pt x="11630" y="436"/>
                  </a:lnTo>
                  <a:lnTo>
                    <a:pt x="11578" y="359"/>
                  </a:lnTo>
                  <a:lnTo>
                    <a:pt x="11527" y="282"/>
                  </a:lnTo>
                  <a:lnTo>
                    <a:pt x="11463" y="218"/>
                  </a:lnTo>
                  <a:lnTo>
                    <a:pt x="11386" y="167"/>
                  </a:lnTo>
                  <a:lnTo>
                    <a:pt x="11322" y="116"/>
                  </a:lnTo>
                  <a:lnTo>
                    <a:pt x="11245" y="77"/>
                  </a:lnTo>
                  <a:lnTo>
                    <a:pt x="11156" y="52"/>
                  </a:lnTo>
                  <a:lnTo>
                    <a:pt x="11079" y="26"/>
                  </a:lnTo>
                  <a:lnTo>
                    <a:pt x="10989" y="13"/>
                  </a:lnTo>
                  <a:lnTo>
                    <a:pt x="1090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Google Shape;2170;p41">
              <a:extLst>
                <a:ext uri="{FF2B5EF4-FFF2-40B4-BE49-F238E27FC236}">
                  <a16:creationId xmlns:a16="http://schemas.microsoft.com/office/drawing/2014/main" id="{F74A8894-CFBE-F5C6-20F8-F363FC4729DB}"/>
                </a:ext>
              </a:extLst>
            </p:cNvPr>
            <p:cNvSpPr/>
            <p:nvPr/>
          </p:nvSpPr>
          <p:spPr>
            <a:xfrm rot="5400000">
              <a:off x="5572619" y="4061625"/>
              <a:ext cx="968981" cy="160099"/>
            </a:xfrm>
            <a:custGeom>
              <a:avLst/>
              <a:gdLst/>
              <a:ahLst/>
              <a:cxnLst/>
              <a:rect l="l" t="t" r="r" b="b"/>
              <a:pathLst>
                <a:path w="11784" h="1947" extrusionOk="0">
                  <a:moveTo>
                    <a:pt x="884" y="0"/>
                  </a:moveTo>
                  <a:lnTo>
                    <a:pt x="794" y="13"/>
                  </a:lnTo>
                  <a:lnTo>
                    <a:pt x="705" y="26"/>
                  </a:lnTo>
                  <a:lnTo>
                    <a:pt x="628" y="51"/>
                  </a:lnTo>
                  <a:lnTo>
                    <a:pt x="538" y="77"/>
                  </a:lnTo>
                  <a:lnTo>
                    <a:pt x="461" y="115"/>
                  </a:lnTo>
                  <a:lnTo>
                    <a:pt x="384" y="167"/>
                  </a:lnTo>
                  <a:lnTo>
                    <a:pt x="320" y="231"/>
                  </a:lnTo>
                  <a:lnTo>
                    <a:pt x="256" y="295"/>
                  </a:lnTo>
                  <a:lnTo>
                    <a:pt x="205" y="359"/>
                  </a:lnTo>
                  <a:lnTo>
                    <a:pt x="154" y="436"/>
                  </a:lnTo>
                  <a:lnTo>
                    <a:pt x="103" y="512"/>
                  </a:lnTo>
                  <a:lnTo>
                    <a:pt x="64" y="602"/>
                  </a:lnTo>
                  <a:lnTo>
                    <a:pt x="39" y="692"/>
                  </a:lnTo>
                  <a:lnTo>
                    <a:pt x="13" y="781"/>
                  </a:lnTo>
                  <a:lnTo>
                    <a:pt x="0" y="871"/>
                  </a:lnTo>
                  <a:lnTo>
                    <a:pt x="0" y="974"/>
                  </a:lnTo>
                  <a:lnTo>
                    <a:pt x="0" y="1076"/>
                  </a:lnTo>
                  <a:lnTo>
                    <a:pt x="13" y="1166"/>
                  </a:lnTo>
                  <a:lnTo>
                    <a:pt x="39" y="1268"/>
                  </a:lnTo>
                  <a:lnTo>
                    <a:pt x="64" y="1358"/>
                  </a:lnTo>
                  <a:lnTo>
                    <a:pt x="103" y="1435"/>
                  </a:lnTo>
                  <a:lnTo>
                    <a:pt x="154" y="1524"/>
                  </a:lnTo>
                  <a:lnTo>
                    <a:pt x="205" y="1588"/>
                  </a:lnTo>
                  <a:lnTo>
                    <a:pt x="256" y="1665"/>
                  </a:lnTo>
                  <a:lnTo>
                    <a:pt x="320" y="1729"/>
                  </a:lnTo>
                  <a:lnTo>
                    <a:pt x="384" y="1780"/>
                  </a:lnTo>
                  <a:lnTo>
                    <a:pt x="461" y="1832"/>
                  </a:lnTo>
                  <a:lnTo>
                    <a:pt x="538" y="1870"/>
                  </a:lnTo>
                  <a:lnTo>
                    <a:pt x="628" y="1908"/>
                  </a:lnTo>
                  <a:lnTo>
                    <a:pt x="705" y="1921"/>
                  </a:lnTo>
                  <a:lnTo>
                    <a:pt x="794" y="1947"/>
                  </a:lnTo>
                  <a:lnTo>
                    <a:pt x="10989" y="1947"/>
                  </a:lnTo>
                  <a:lnTo>
                    <a:pt x="11079" y="1921"/>
                  </a:lnTo>
                  <a:lnTo>
                    <a:pt x="11156" y="1908"/>
                  </a:lnTo>
                  <a:lnTo>
                    <a:pt x="11245" y="1870"/>
                  </a:lnTo>
                  <a:lnTo>
                    <a:pt x="11322" y="1832"/>
                  </a:lnTo>
                  <a:lnTo>
                    <a:pt x="11386" y="1780"/>
                  </a:lnTo>
                  <a:lnTo>
                    <a:pt x="11463" y="1729"/>
                  </a:lnTo>
                  <a:lnTo>
                    <a:pt x="11527" y="1665"/>
                  </a:lnTo>
                  <a:lnTo>
                    <a:pt x="11578" y="1588"/>
                  </a:lnTo>
                  <a:lnTo>
                    <a:pt x="11630" y="1524"/>
                  </a:lnTo>
                  <a:lnTo>
                    <a:pt x="11681" y="1435"/>
                  </a:lnTo>
                  <a:lnTo>
                    <a:pt x="11719" y="1358"/>
                  </a:lnTo>
                  <a:lnTo>
                    <a:pt x="11745" y="1268"/>
                  </a:lnTo>
                  <a:lnTo>
                    <a:pt x="11771" y="1166"/>
                  </a:lnTo>
                  <a:lnTo>
                    <a:pt x="11783" y="1076"/>
                  </a:lnTo>
                  <a:lnTo>
                    <a:pt x="11783" y="974"/>
                  </a:lnTo>
                  <a:lnTo>
                    <a:pt x="11783" y="871"/>
                  </a:lnTo>
                  <a:lnTo>
                    <a:pt x="11771" y="781"/>
                  </a:lnTo>
                  <a:lnTo>
                    <a:pt x="11745" y="692"/>
                  </a:lnTo>
                  <a:lnTo>
                    <a:pt x="11719" y="602"/>
                  </a:lnTo>
                  <a:lnTo>
                    <a:pt x="11681" y="512"/>
                  </a:lnTo>
                  <a:lnTo>
                    <a:pt x="11630" y="436"/>
                  </a:lnTo>
                  <a:lnTo>
                    <a:pt x="11578" y="359"/>
                  </a:lnTo>
                  <a:lnTo>
                    <a:pt x="11527" y="295"/>
                  </a:lnTo>
                  <a:lnTo>
                    <a:pt x="11463" y="231"/>
                  </a:lnTo>
                  <a:lnTo>
                    <a:pt x="11386" y="167"/>
                  </a:lnTo>
                  <a:lnTo>
                    <a:pt x="11322" y="115"/>
                  </a:lnTo>
                  <a:lnTo>
                    <a:pt x="11245" y="77"/>
                  </a:lnTo>
                  <a:lnTo>
                    <a:pt x="11156" y="51"/>
                  </a:lnTo>
                  <a:lnTo>
                    <a:pt x="11079" y="26"/>
                  </a:lnTo>
                  <a:lnTo>
                    <a:pt x="10989" y="13"/>
                  </a:lnTo>
                  <a:lnTo>
                    <a:pt x="1090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Google Shape;2171;p41">
              <a:extLst>
                <a:ext uri="{FF2B5EF4-FFF2-40B4-BE49-F238E27FC236}">
                  <a16:creationId xmlns:a16="http://schemas.microsoft.com/office/drawing/2014/main" id="{6381B56B-3F94-3A05-D340-36937FB5F5FA}"/>
                </a:ext>
              </a:extLst>
            </p:cNvPr>
            <p:cNvSpPr/>
            <p:nvPr/>
          </p:nvSpPr>
          <p:spPr>
            <a:xfrm rot="5400000">
              <a:off x="5198763" y="4061584"/>
              <a:ext cx="968981" cy="160181"/>
            </a:xfrm>
            <a:custGeom>
              <a:avLst/>
              <a:gdLst/>
              <a:ahLst/>
              <a:cxnLst/>
              <a:rect l="l" t="t" r="r" b="b"/>
              <a:pathLst>
                <a:path w="11784" h="1948" extrusionOk="0">
                  <a:moveTo>
                    <a:pt x="884" y="1"/>
                  </a:moveTo>
                  <a:lnTo>
                    <a:pt x="794" y="14"/>
                  </a:lnTo>
                  <a:lnTo>
                    <a:pt x="705" y="27"/>
                  </a:lnTo>
                  <a:lnTo>
                    <a:pt x="628" y="52"/>
                  </a:lnTo>
                  <a:lnTo>
                    <a:pt x="538" y="78"/>
                  </a:lnTo>
                  <a:lnTo>
                    <a:pt x="461" y="129"/>
                  </a:lnTo>
                  <a:lnTo>
                    <a:pt x="384" y="167"/>
                  </a:lnTo>
                  <a:lnTo>
                    <a:pt x="320" y="231"/>
                  </a:lnTo>
                  <a:lnTo>
                    <a:pt x="256" y="296"/>
                  </a:lnTo>
                  <a:lnTo>
                    <a:pt x="205" y="360"/>
                  </a:lnTo>
                  <a:lnTo>
                    <a:pt x="154" y="436"/>
                  </a:lnTo>
                  <a:lnTo>
                    <a:pt x="103" y="513"/>
                  </a:lnTo>
                  <a:lnTo>
                    <a:pt x="64" y="603"/>
                  </a:lnTo>
                  <a:lnTo>
                    <a:pt x="39" y="693"/>
                  </a:lnTo>
                  <a:lnTo>
                    <a:pt x="13" y="782"/>
                  </a:lnTo>
                  <a:lnTo>
                    <a:pt x="0" y="885"/>
                  </a:lnTo>
                  <a:lnTo>
                    <a:pt x="0" y="974"/>
                  </a:lnTo>
                  <a:lnTo>
                    <a:pt x="0" y="1077"/>
                  </a:lnTo>
                  <a:lnTo>
                    <a:pt x="13" y="1179"/>
                  </a:lnTo>
                  <a:lnTo>
                    <a:pt x="39" y="1269"/>
                  </a:lnTo>
                  <a:lnTo>
                    <a:pt x="64" y="1359"/>
                  </a:lnTo>
                  <a:lnTo>
                    <a:pt x="103" y="1435"/>
                  </a:lnTo>
                  <a:lnTo>
                    <a:pt x="154" y="1525"/>
                  </a:lnTo>
                  <a:lnTo>
                    <a:pt x="205" y="1602"/>
                  </a:lnTo>
                  <a:lnTo>
                    <a:pt x="256" y="1666"/>
                  </a:lnTo>
                  <a:lnTo>
                    <a:pt x="320" y="1730"/>
                  </a:lnTo>
                  <a:lnTo>
                    <a:pt x="384" y="1781"/>
                  </a:lnTo>
                  <a:lnTo>
                    <a:pt x="461" y="1832"/>
                  </a:lnTo>
                  <a:lnTo>
                    <a:pt x="538" y="1871"/>
                  </a:lnTo>
                  <a:lnTo>
                    <a:pt x="628" y="1909"/>
                  </a:lnTo>
                  <a:lnTo>
                    <a:pt x="705" y="1935"/>
                  </a:lnTo>
                  <a:lnTo>
                    <a:pt x="794" y="1948"/>
                  </a:lnTo>
                  <a:lnTo>
                    <a:pt x="10989" y="1948"/>
                  </a:lnTo>
                  <a:lnTo>
                    <a:pt x="11079" y="1935"/>
                  </a:lnTo>
                  <a:lnTo>
                    <a:pt x="11156" y="1909"/>
                  </a:lnTo>
                  <a:lnTo>
                    <a:pt x="11245" y="1871"/>
                  </a:lnTo>
                  <a:lnTo>
                    <a:pt x="11322" y="1832"/>
                  </a:lnTo>
                  <a:lnTo>
                    <a:pt x="11386" y="1781"/>
                  </a:lnTo>
                  <a:lnTo>
                    <a:pt x="11463" y="1730"/>
                  </a:lnTo>
                  <a:lnTo>
                    <a:pt x="11527" y="1666"/>
                  </a:lnTo>
                  <a:lnTo>
                    <a:pt x="11578" y="1602"/>
                  </a:lnTo>
                  <a:lnTo>
                    <a:pt x="11630" y="1525"/>
                  </a:lnTo>
                  <a:lnTo>
                    <a:pt x="11681" y="1435"/>
                  </a:lnTo>
                  <a:lnTo>
                    <a:pt x="11719" y="1359"/>
                  </a:lnTo>
                  <a:lnTo>
                    <a:pt x="11745" y="1269"/>
                  </a:lnTo>
                  <a:lnTo>
                    <a:pt x="11771" y="1179"/>
                  </a:lnTo>
                  <a:lnTo>
                    <a:pt x="11783" y="1077"/>
                  </a:lnTo>
                  <a:lnTo>
                    <a:pt x="11783" y="974"/>
                  </a:lnTo>
                  <a:lnTo>
                    <a:pt x="11783" y="885"/>
                  </a:lnTo>
                  <a:lnTo>
                    <a:pt x="11771" y="782"/>
                  </a:lnTo>
                  <a:lnTo>
                    <a:pt x="11745" y="693"/>
                  </a:lnTo>
                  <a:lnTo>
                    <a:pt x="11719" y="603"/>
                  </a:lnTo>
                  <a:lnTo>
                    <a:pt x="11681" y="513"/>
                  </a:lnTo>
                  <a:lnTo>
                    <a:pt x="11630" y="436"/>
                  </a:lnTo>
                  <a:lnTo>
                    <a:pt x="11578" y="360"/>
                  </a:lnTo>
                  <a:lnTo>
                    <a:pt x="11527" y="296"/>
                  </a:lnTo>
                  <a:lnTo>
                    <a:pt x="11463" y="231"/>
                  </a:lnTo>
                  <a:lnTo>
                    <a:pt x="11386" y="167"/>
                  </a:lnTo>
                  <a:lnTo>
                    <a:pt x="11322" y="129"/>
                  </a:lnTo>
                  <a:lnTo>
                    <a:pt x="11245" y="78"/>
                  </a:lnTo>
                  <a:lnTo>
                    <a:pt x="11156" y="52"/>
                  </a:lnTo>
                  <a:lnTo>
                    <a:pt x="11079" y="27"/>
                  </a:lnTo>
                  <a:lnTo>
                    <a:pt x="10989" y="14"/>
                  </a:lnTo>
                  <a:lnTo>
                    <a:pt x="1090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Google Shape;2172;p41">
              <a:extLst>
                <a:ext uri="{FF2B5EF4-FFF2-40B4-BE49-F238E27FC236}">
                  <a16:creationId xmlns:a16="http://schemas.microsoft.com/office/drawing/2014/main" id="{3DAB8D18-9E4E-B319-FD35-05CBF825D9E8}"/>
                </a:ext>
              </a:extLst>
            </p:cNvPr>
            <p:cNvSpPr/>
            <p:nvPr/>
          </p:nvSpPr>
          <p:spPr>
            <a:xfrm rot="5400000">
              <a:off x="6713715" y="2876211"/>
              <a:ext cx="240190" cy="239121"/>
            </a:xfrm>
            <a:custGeom>
              <a:avLst/>
              <a:gdLst/>
              <a:ahLst/>
              <a:cxnLst/>
              <a:rect l="l" t="t" r="r" b="b"/>
              <a:pathLst>
                <a:path w="2921" h="2908" extrusionOk="0">
                  <a:moveTo>
                    <a:pt x="1307" y="0"/>
                  </a:moveTo>
                  <a:lnTo>
                    <a:pt x="1166" y="26"/>
                  </a:lnTo>
                  <a:lnTo>
                    <a:pt x="1025" y="64"/>
                  </a:lnTo>
                  <a:lnTo>
                    <a:pt x="897" y="102"/>
                  </a:lnTo>
                  <a:lnTo>
                    <a:pt x="769" y="167"/>
                  </a:lnTo>
                  <a:lnTo>
                    <a:pt x="654" y="243"/>
                  </a:lnTo>
                  <a:lnTo>
                    <a:pt x="539" y="333"/>
                  </a:lnTo>
                  <a:lnTo>
                    <a:pt x="436" y="423"/>
                  </a:lnTo>
                  <a:lnTo>
                    <a:pt x="334" y="525"/>
                  </a:lnTo>
                  <a:lnTo>
                    <a:pt x="257" y="640"/>
                  </a:lnTo>
                  <a:lnTo>
                    <a:pt x="180" y="756"/>
                  </a:lnTo>
                  <a:lnTo>
                    <a:pt x="116" y="884"/>
                  </a:lnTo>
                  <a:lnTo>
                    <a:pt x="78" y="1012"/>
                  </a:lnTo>
                  <a:lnTo>
                    <a:pt x="39" y="1153"/>
                  </a:lnTo>
                  <a:lnTo>
                    <a:pt x="14" y="1306"/>
                  </a:lnTo>
                  <a:lnTo>
                    <a:pt x="1" y="1447"/>
                  </a:lnTo>
                  <a:lnTo>
                    <a:pt x="14" y="1601"/>
                  </a:lnTo>
                  <a:lnTo>
                    <a:pt x="39" y="1742"/>
                  </a:lnTo>
                  <a:lnTo>
                    <a:pt x="78" y="1883"/>
                  </a:lnTo>
                  <a:lnTo>
                    <a:pt x="116" y="2011"/>
                  </a:lnTo>
                  <a:lnTo>
                    <a:pt x="180" y="2139"/>
                  </a:lnTo>
                  <a:lnTo>
                    <a:pt x="257" y="2267"/>
                  </a:lnTo>
                  <a:lnTo>
                    <a:pt x="334" y="2382"/>
                  </a:lnTo>
                  <a:lnTo>
                    <a:pt x="436" y="2485"/>
                  </a:lnTo>
                  <a:lnTo>
                    <a:pt x="539" y="2574"/>
                  </a:lnTo>
                  <a:lnTo>
                    <a:pt x="654" y="2651"/>
                  </a:lnTo>
                  <a:lnTo>
                    <a:pt x="769" y="2728"/>
                  </a:lnTo>
                  <a:lnTo>
                    <a:pt x="897" y="2792"/>
                  </a:lnTo>
                  <a:lnTo>
                    <a:pt x="1025" y="2843"/>
                  </a:lnTo>
                  <a:lnTo>
                    <a:pt x="1166" y="2882"/>
                  </a:lnTo>
                  <a:lnTo>
                    <a:pt x="1307" y="2895"/>
                  </a:lnTo>
                  <a:lnTo>
                    <a:pt x="1461" y="2907"/>
                  </a:lnTo>
                  <a:lnTo>
                    <a:pt x="1615" y="2895"/>
                  </a:lnTo>
                  <a:lnTo>
                    <a:pt x="1755" y="2882"/>
                  </a:lnTo>
                  <a:lnTo>
                    <a:pt x="1896" y="2843"/>
                  </a:lnTo>
                  <a:lnTo>
                    <a:pt x="2024" y="2792"/>
                  </a:lnTo>
                  <a:lnTo>
                    <a:pt x="2152" y="2728"/>
                  </a:lnTo>
                  <a:lnTo>
                    <a:pt x="2281" y="2651"/>
                  </a:lnTo>
                  <a:lnTo>
                    <a:pt x="2383" y="2574"/>
                  </a:lnTo>
                  <a:lnTo>
                    <a:pt x="2485" y="2485"/>
                  </a:lnTo>
                  <a:lnTo>
                    <a:pt x="2588" y="2382"/>
                  </a:lnTo>
                  <a:lnTo>
                    <a:pt x="2665" y="2267"/>
                  </a:lnTo>
                  <a:lnTo>
                    <a:pt x="2742" y="2139"/>
                  </a:lnTo>
                  <a:lnTo>
                    <a:pt x="2806" y="2011"/>
                  </a:lnTo>
                  <a:lnTo>
                    <a:pt x="2857" y="1883"/>
                  </a:lnTo>
                  <a:lnTo>
                    <a:pt x="2883" y="1742"/>
                  </a:lnTo>
                  <a:lnTo>
                    <a:pt x="2908" y="1601"/>
                  </a:lnTo>
                  <a:lnTo>
                    <a:pt x="2921" y="1447"/>
                  </a:lnTo>
                  <a:lnTo>
                    <a:pt x="2908" y="1306"/>
                  </a:lnTo>
                  <a:lnTo>
                    <a:pt x="2883" y="1153"/>
                  </a:lnTo>
                  <a:lnTo>
                    <a:pt x="2857" y="1012"/>
                  </a:lnTo>
                  <a:lnTo>
                    <a:pt x="2806" y="884"/>
                  </a:lnTo>
                  <a:lnTo>
                    <a:pt x="2742" y="756"/>
                  </a:lnTo>
                  <a:lnTo>
                    <a:pt x="2665" y="640"/>
                  </a:lnTo>
                  <a:lnTo>
                    <a:pt x="2588" y="525"/>
                  </a:lnTo>
                  <a:lnTo>
                    <a:pt x="2485" y="423"/>
                  </a:lnTo>
                  <a:lnTo>
                    <a:pt x="2383" y="333"/>
                  </a:lnTo>
                  <a:lnTo>
                    <a:pt x="2281" y="243"/>
                  </a:lnTo>
                  <a:lnTo>
                    <a:pt x="2152" y="167"/>
                  </a:lnTo>
                  <a:lnTo>
                    <a:pt x="2024" y="102"/>
                  </a:lnTo>
                  <a:lnTo>
                    <a:pt x="1896" y="64"/>
                  </a:lnTo>
                  <a:lnTo>
                    <a:pt x="1755" y="26"/>
                  </a:lnTo>
                  <a:lnTo>
                    <a:pt x="1615" y="0"/>
                  </a:lnTo>
                  <a:close/>
                </a:path>
              </a:pathLst>
            </a:custGeom>
            <a:solidFill>
              <a:srgbClr val="FAFF6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Google Shape;2173;p41">
              <a:extLst>
                <a:ext uri="{FF2B5EF4-FFF2-40B4-BE49-F238E27FC236}">
                  <a16:creationId xmlns:a16="http://schemas.microsoft.com/office/drawing/2014/main" id="{C76EC868-1129-FA5F-B804-035862C0E892}"/>
                </a:ext>
              </a:extLst>
            </p:cNvPr>
            <p:cNvSpPr/>
            <p:nvPr/>
          </p:nvSpPr>
          <p:spPr>
            <a:xfrm rot="5400000">
              <a:off x="5937509" y="2776179"/>
              <a:ext cx="239203" cy="240190"/>
            </a:xfrm>
            <a:custGeom>
              <a:avLst/>
              <a:gdLst/>
              <a:ahLst/>
              <a:cxnLst/>
              <a:rect l="l" t="t" r="r" b="b"/>
              <a:pathLst>
                <a:path w="2909" h="2921" extrusionOk="0">
                  <a:moveTo>
                    <a:pt x="1448" y="0"/>
                  </a:moveTo>
                  <a:lnTo>
                    <a:pt x="1307" y="13"/>
                  </a:lnTo>
                  <a:lnTo>
                    <a:pt x="1154" y="39"/>
                  </a:lnTo>
                  <a:lnTo>
                    <a:pt x="1025" y="77"/>
                  </a:lnTo>
                  <a:lnTo>
                    <a:pt x="885" y="116"/>
                  </a:lnTo>
                  <a:lnTo>
                    <a:pt x="756" y="180"/>
                  </a:lnTo>
                  <a:lnTo>
                    <a:pt x="641" y="257"/>
                  </a:lnTo>
                  <a:lnTo>
                    <a:pt x="526" y="333"/>
                  </a:lnTo>
                  <a:lnTo>
                    <a:pt x="423" y="436"/>
                  </a:lnTo>
                  <a:lnTo>
                    <a:pt x="334" y="538"/>
                  </a:lnTo>
                  <a:lnTo>
                    <a:pt x="244" y="654"/>
                  </a:lnTo>
                  <a:lnTo>
                    <a:pt x="167" y="769"/>
                  </a:lnTo>
                  <a:lnTo>
                    <a:pt x="116" y="897"/>
                  </a:lnTo>
                  <a:lnTo>
                    <a:pt x="65" y="1025"/>
                  </a:lnTo>
                  <a:lnTo>
                    <a:pt x="26" y="1166"/>
                  </a:lnTo>
                  <a:lnTo>
                    <a:pt x="1" y="1320"/>
                  </a:lnTo>
                  <a:lnTo>
                    <a:pt x="1" y="1461"/>
                  </a:lnTo>
                  <a:lnTo>
                    <a:pt x="1" y="1614"/>
                  </a:lnTo>
                  <a:lnTo>
                    <a:pt x="26" y="1755"/>
                  </a:lnTo>
                  <a:lnTo>
                    <a:pt x="65" y="1896"/>
                  </a:lnTo>
                  <a:lnTo>
                    <a:pt x="116" y="2024"/>
                  </a:lnTo>
                  <a:lnTo>
                    <a:pt x="167" y="2152"/>
                  </a:lnTo>
                  <a:lnTo>
                    <a:pt x="244" y="2280"/>
                  </a:lnTo>
                  <a:lnTo>
                    <a:pt x="334" y="2383"/>
                  </a:lnTo>
                  <a:lnTo>
                    <a:pt x="423" y="2498"/>
                  </a:lnTo>
                  <a:lnTo>
                    <a:pt x="526" y="2588"/>
                  </a:lnTo>
                  <a:lnTo>
                    <a:pt x="641" y="2664"/>
                  </a:lnTo>
                  <a:lnTo>
                    <a:pt x="756" y="2741"/>
                  </a:lnTo>
                  <a:lnTo>
                    <a:pt x="885" y="2805"/>
                  </a:lnTo>
                  <a:lnTo>
                    <a:pt x="1025" y="2857"/>
                  </a:lnTo>
                  <a:lnTo>
                    <a:pt x="1154" y="2882"/>
                  </a:lnTo>
                  <a:lnTo>
                    <a:pt x="1307" y="2908"/>
                  </a:lnTo>
                  <a:lnTo>
                    <a:pt x="1448" y="2921"/>
                  </a:lnTo>
                  <a:lnTo>
                    <a:pt x="1602" y="2908"/>
                  </a:lnTo>
                  <a:lnTo>
                    <a:pt x="1743" y="2882"/>
                  </a:lnTo>
                  <a:lnTo>
                    <a:pt x="1884" y="2857"/>
                  </a:lnTo>
                  <a:lnTo>
                    <a:pt x="2024" y="2805"/>
                  </a:lnTo>
                  <a:lnTo>
                    <a:pt x="2153" y="2741"/>
                  </a:lnTo>
                  <a:lnTo>
                    <a:pt x="2268" y="2664"/>
                  </a:lnTo>
                  <a:lnTo>
                    <a:pt x="2383" y="2588"/>
                  </a:lnTo>
                  <a:lnTo>
                    <a:pt x="2486" y="2498"/>
                  </a:lnTo>
                  <a:lnTo>
                    <a:pt x="2575" y="2383"/>
                  </a:lnTo>
                  <a:lnTo>
                    <a:pt x="2665" y="2280"/>
                  </a:lnTo>
                  <a:lnTo>
                    <a:pt x="2729" y="2152"/>
                  </a:lnTo>
                  <a:lnTo>
                    <a:pt x="2793" y="2024"/>
                  </a:lnTo>
                  <a:lnTo>
                    <a:pt x="2844" y="1896"/>
                  </a:lnTo>
                  <a:lnTo>
                    <a:pt x="2883" y="1755"/>
                  </a:lnTo>
                  <a:lnTo>
                    <a:pt x="2895" y="1614"/>
                  </a:lnTo>
                  <a:lnTo>
                    <a:pt x="2908" y="1461"/>
                  </a:lnTo>
                  <a:lnTo>
                    <a:pt x="2895" y="1320"/>
                  </a:lnTo>
                  <a:lnTo>
                    <a:pt x="2883" y="1166"/>
                  </a:lnTo>
                  <a:lnTo>
                    <a:pt x="2844" y="1025"/>
                  </a:lnTo>
                  <a:lnTo>
                    <a:pt x="2793" y="897"/>
                  </a:lnTo>
                  <a:lnTo>
                    <a:pt x="2729" y="769"/>
                  </a:lnTo>
                  <a:lnTo>
                    <a:pt x="2665" y="654"/>
                  </a:lnTo>
                  <a:lnTo>
                    <a:pt x="2575" y="538"/>
                  </a:lnTo>
                  <a:lnTo>
                    <a:pt x="2486" y="436"/>
                  </a:lnTo>
                  <a:lnTo>
                    <a:pt x="2383" y="333"/>
                  </a:lnTo>
                  <a:lnTo>
                    <a:pt x="2268" y="257"/>
                  </a:lnTo>
                  <a:lnTo>
                    <a:pt x="2153" y="180"/>
                  </a:lnTo>
                  <a:lnTo>
                    <a:pt x="2024" y="116"/>
                  </a:lnTo>
                  <a:lnTo>
                    <a:pt x="1884" y="77"/>
                  </a:lnTo>
                  <a:lnTo>
                    <a:pt x="1743" y="39"/>
                  </a:lnTo>
                  <a:lnTo>
                    <a:pt x="1602" y="13"/>
                  </a:lnTo>
                  <a:lnTo>
                    <a:pt x="1448" y="0"/>
                  </a:lnTo>
                  <a:close/>
                </a:path>
              </a:pathLst>
            </a:custGeom>
            <a:solidFill>
              <a:srgbClr val="FAFF6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2174;p41">
              <a:extLst>
                <a:ext uri="{FF2B5EF4-FFF2-40B4-BE49-F238E27FC236}">
                  <a16:creationId xmlns:a16="http://schemas.microsoft.com/office/drawing/2014/main" id="{A20F235E-BBA3-5AF0-6BC4-BFED0EDCEB41}"/>
                </a:ext>
              </a:extLst>
            </p:cNvPr>
            <p:cNvSpPr/>
            <p:nvPr/>
          </p:nvSpPr>
          <p:spPr>
            <a:xfrm rot="5400000">
              <a:off x="5308288" y="2422840"/>
              <a:ext cx="239121" cy="239121"/>
            </a:xfrm>
            <a:custGeom>
              <a:avLst/>
              <a:gdLst/>
              <a:ahLst/>
              <a:cxnLst/>
              <a:rect l="l" t="t" r="r" b="b"/>
              <a:pathLst>
                <a:path w="2908" h="2908" extrusionOk="0">
                  <a:moveTo>
                    <a:pt x="1448" y="1"/>
                  </a:moveTo>
                  <a:lnTo>
                    <a:pt x="1307" y="13"/>
                  </a:lnTo>
                  <a:lnTo>
                    <a:pt x="1153" y="26"/>
                  </a:lnTo>
                  <a:lnTo>
                    <a:pt x="1012" y="65"/>
                  </a:lnTo>
                  <a:lnTo>
                    <a:pt x="884" y="116"/>
                  </a:lnTo>
                  <a:lnTo>
                    <a:pt x="756" y="180"/>
                  </a:lnTo>
                  <a:lnTo>
                    <a:pt x="641" y="244"/>
                  </a:lnTo>
                  <a:lnTo>
                    <a:pt x="526" y="334"/>
                  </a:lnTo>
                  <a:lnTo>
                    <a:pt x="423" y="423"/>
                  </a:lnTo>
                  <a:lnTo>
                    <a:pt x="321" y="526"/>
                  </a:lnTo>
                  <a:lnTo>
                    <a:pt x="244" y="641"/>
                  </a:lnTo>
                  <a:lnTo>
                    <a:pt x="167" y="756"/>
                  </a:lnTo>
                  <a:lnTo>
                    <a:pt x="103" y="884"/>
                  </a:lnTo>
                  <a:lnTo>
                    <a:pt x="64" y="1025"/>
                  </a:lnTo>
                  <a:lnTo>
                    <a:pt x="26" y="1166"/>
                  </a:lnTo>
                  <a:lnTo>
                    <a:pt x="0" y="1307"/>
                  </a:lnTo>
                  <a:lnTo>
                    <a:pt x="0" y="1461"/>
                  </a:lnTo>
                  <a:lnTo>
                    <a:pt x="0" y="1602"/>
                  </a:lnTo>
                  <a:lnTo>
                    <a:pt x="26" y="1742"/>
                  </a:lnTo>
                  <a:lnTo>
                    <a:pt x="64" y="1883"/>
                  </a:lnTo>
                  <a:lnTo>
                    <a:pt x="103" y="2024"/>
                  </a:lnTo>
                  <a:lnTo>
                    <a:pt x="167" y="2152"/>
                  </a:lnTo>
                  <a:lnTo>
                    <a:pt x="244" y="2268"/>
                  </a:lnTo>
                  <a:lnTo>
                    <a:pt x="321" y="2383"/>
                  </a:lnTo>
                  <a:lnTo>
                    <a:pt x="423" y="2485"/>
                  </a:lnTo>
                  <a:lnTo>
                    <a:pt x="526" y="2575"/>
                  </a:lnTo>
                  <a:lnTo>
                    <a:pt x="641" y="2665"/>
                  </a:lnTo>
                  <a:lnTo>
                    <a:pt x="756" y="2741"/>
                  </a:lnTo>
                  <a:lnTo>
                    <a:pt x="884" y="2793"/>
                  </a:lnTo>
                  <a:lnTo>
                    <a:pt x="1012" y="2844"/>
                  </a:lnTo>
                  <a:lnTo>
                    <a:pt x="1153" y="2882"/>
                  </a:lnTo>
                  <a:lnTo>
                    <a:pt x="1307" y="2908"/>
                  </a:lnTo>
                  <a:lnTo>
                    <a:pt x="1601" y="2908"/>
                  </a:lnTo>
                  <a:lnTo>
                    <a:pt x="1742" y="2882"/>
                  </a:lnTo>
                  <a:lnTo>
                    <a:pt x="1883" y="2844"/>
                  </a:lnTo>
                  <a:lnTo>
                    <a:pt x="2011" y="2793"/>
                  </a:lnTo>
                  <a:lnTo>
                    <a:pt x="2139" y="2741"/>
                  </a:lnTo>
                  <a:lnTo>
                    <a:pt x="2267" y="2665"/>
                  </a:lnTo>
                  <a:lnTo>
                    <a:pt x="2370" y="2575"/>
                  </a:lnTo>
                  <a:lnTo>
                    <a:pt x="2485" y="2485"/>
                  </a:lnTo>
                  <a:lnTo>
                    <a:pt x="2575" y="2383"/>
                  </a:lnTo>
                  <a:lnTo>
                    <a:pt x="2652" y="2268"/>
                  </a:lnTo>
                  <a:lnTo>
                    <a:pt x="2728" y="2152"/>
                  </a:lnTo>
                  <a:lnTo>
                    <a:pt x="2793" y="2024"/>
                  </a:lnTo>
                  <a:lnTo>
                    <a:pt x="2844" y="1883"/>
                  </a:lnTo>
                  <a:lnTo>
                    <a:pt x="2882" y="1742"/>
                  </a:lnTo>
                  <a:lnTo>
                    <a:pt x="2895" y="1602"/>
                  </a:lnTo>
                  <a:lnTo>
                    <a:pt x="2908" y="1461"/>
                  </a:lnTo>
                  <a:lnTo>
                    <a:pt x="2895" y="1307"/>
                  </a:lnTo>
                  <a:lnTo>
                    <a:pt x="2882" y="1166"/>
                  </a:lnTo>
                  <a:lnTo>
                    <a:pt x="2844" y="1025"/>
                  </a:lnTo>
                  <a:lnTo>
                    <a:pt x="2793" y="884"/>
                  </a:lnTo>
                  <a:lnTo>
                    <a:pt x="2728" y="756"/>
                  </a:lnTo>
                  <a:lnTo>
                    <a:pt x="2652" y="641"/>
                  </a:lnTo>
                  <a:lnTo>
                    <a:pt x="2575" y="526"/>
                  </a:lnTo>
                  <a:lnTo>
                    <a:pt x="2485" y="423"/>
                  </a:lnTo>
                  <a:lnTo>
                    <a:pt x="2370" y="334"/>
                  </a:lnTo>
                  <a:lnTo>
                    <a:pt x="2267" y="244"/>
                  </a:lnTo>
                  <a:lnTo>
                    <a:pt x="2139" y="180"/>
                  </a:lnTo>
                  <a:lnTo>
                    <a:pt x="2011" y="116"/>
                  </a:lnTo>
                  <a:lnTo>
                    <a:pt x="1883" y="65"/>
                  </a:lnTo>
                  <a:lnTo>
                    <a:pt x="1742" y="26"/>
                  </a:lnTo>
                  <a:lnTo>
                    <a:pt x="1601" y="13"/>
                  </a:lnTo>
                  <a:lnTo>
                    <a:pt x="1448" y="1"/>
                  </a:lnTo>
                  <a:close/>
                </a:path>
              </a:pathLst>
            </a:custGeom>
            <a:solidFill>
              <a:srgbClr val="FAFF6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Google Shape;2175;p41">
              <a:extLst>
                <a:ext uri="{FF2B5EF4-FFF2-40B4-BE49-F238E27FC236}">
                  <a16:creationId xmlns:a16="http://schemas.microsoft.com/office/drawing/2014/main" id="{81BBF563-4F95-2262-914B-9BBA14651BBF}"/>
                </a:ext>
              </a:extLst>
            </p:cNvPr>
            <p:cNvSpPr/>
            <p:nvPr/>
          </p:nvSpPr>
          <p:spPr>
            <a:xfrm rot="5400000">
              <a:off x="4378272" y="3237979"/>
              <a:ext cx="239203" cy="239203"/>
            </a:xfrm>
            <a:custGeom>
              <a:avLst/>
              <a:gdLst/>
              <a:ahLst/>
              <a:cxnLst/>
              <a:rect l="l" t="t" r="r" b="b"/>
              <a:pathLst>
                <a:path w="2909" h="2909" extrusionOk="0">
                  <a:moveTo>
                    <a:pt x="1448" y="1"/>
                  </a:moveTo>
                  <a:lnTo>
                    <a:pt x="1307" y="14"/>
                  </a:lnTo>
                  <a:lnTo>
                    <a:pt x="1166" y="27"/>
                  </a:lnTo>
                  <a:lnTo>
                    <a:pt x="1025" y="65"/>
                  </a:lnTo>
                  <a:lnTo>
                    <a:pt x="884" y="116"/>
                  </a:lnTo>
                  <a:lnTo>
                    <a:pt x="756" y="180"/>
                  </a:lnTo>
                  <a:lnTo>
                    <a:pt x="641" y="244"/>
                  </a:lnTo>
                  <a:lnTo>
                    <a:pt x="526" y="334"/>
                  </a:lnTo>
                  <a:lnTo>
                    <a:pt x="423" y="424"/>
                  </a:lnTo>
                  <a:lnTo>
                    <a:pt x="334" y="526"/>
                  </a:lnTo>
                  <a:lnTo>
                    <a:pt x="244" y="641"/>
                  </a:lnTo>
                  <a:lnTo>
                    <a:pt x="167" y="757"/>
                  </a:lnTo>
                  <a:lnTo>
                    <a:pt x="116" y="885"/>
                  </a:lnTo>
                  <a:lnTo>
                    <a:pt x="65" y="1026"/>
                  </a:lnTo>
                  <a:lnTo>
                    <a:pt x="26" y="1166"/>
                  </a:lnTo>
                  <a:lnTo>
                    <a:pt x="1" y="1307"/>
                  </a:lnTo>
                  <a:lnTo>
                    <a:pt x="1" y="1461"/>
                  </a:lnTo>
                  <a:lnTo>
                    <a:pt x="1" y="1602"/>
                  </a:lnTo>
                  <a:lnTo>
                    <a:pt x="26" y="1756"/>
                  </a:lnTo>
                  <a:lnTo>
                    <a:pt x="65" y="1884"/>
                  </a:lnTo>
                  <a:lnTo>
                    <a:pt x="116" y="2025"/>
                  </a:lnTo>
                  <a:lnTo>
                    <a:pt x="167" y="2153"/>
                  </a:lnTo>
                  <a:lnTo>
                    <a:pt x="244" y="2268"/>
                  </a:lnTo>
                  <a:lnTo>
                    <a:pt x="334" y="2383"/>
                  </a:lnTo>
                  <a:lnTo>
                    <a:pt x="423" y="2486"/>
                  </a:lnTo>
                  <a:lnTo>
                    <a:pt x="526" y="2575"/>
                  </a:lnTo>
                  <a:lnTo>
                    <a:pt x="641" y="2665"/>
                  </a:lnTo>
                  <a:lnTo>
                    <a:pt x="756" y="2742"/>
                  </a:lnTo>
                  <a:lnTo>
                    <a:pt x="884" y="2793"/>
                  </a:lnTo>
                  <a:lnTo>
                    <a:pt x="1025" y="2844"/>
                  </a:lnTo>
                  <a:lnTo>
                    <a:pt x="1166" y="2883"/>
                  </a:lnTo>
                  <a:lnTo>
                    <a:pt x="1307" y="2908"/>
                  </a:lnTo>
                  <a:lnTo>
                    <a:pt x="1602" y="2908"/>
                  </a:lnTo>
                  <a:lnTo>
                    <a:pt x="1743" y="2883"/>
                  </a:lnTo>
                  <a:lnTo>
                    <a:pt x="1883" y="2844"/>
                  </a:lnTo>
                  <a:lnTo>
                    <a:pt x="2024" y="2793"/>
                  </a:lnTo>
                  <a:lnTo>
                    <a:pt x="2152" y="2742"/>
                  </a:lnTo>
                  <a:lnTo>
                    <a:pt x="2268" y="2665"/>
                  </a:lnTo>
                  <a:lnTo>
                    <a:pt x="2383" y="2575"/>
                  </a:lnTo>
                  <a:lnTo>
                    <a:pt x="2485" y="2486"/>
                  </a:lnTo>
                  <a:lnTo>
                    <a:pt x="2575" y="2383"/>
                  </a:lnTo>
                  <a:lnTo>
                    <a:pt x="2665" y="2268"/>
                  </a:lnTo>
                  <a:lnTo>
                    <a:pt x="2729" y="2153"/>
                  </a:lnTo>
                  <a:lnTo>
                    <a:pt x="2793" y="2025"/>
                  </a:lnTo>
                  <a:lnTo>
                    <a:pt x="2844" y="1884"/>
                  </a:lnTo>
                  <a:lnTo>
                    <a:pt x="2882" y="1756"/>
                  </a:lnTo>
                  <a:lnTo>
                    <a:pt x="2895" y="1602"/>
                  </a:lnTo>
                  <a:lnTo>
                    <a:pt x="2908" y="1461"/>
                  </a:lnTo>
                  <a:lnTo>
                    <a:pt x="2895" y="1307"/>
                  </a:lnTo>
                  <a:lnTo>
                    <a:pt x="2882" y="1166"/>
                  </a:lnTo>
                  <a:lnTo>
                    <a:pt x="2844" y="1026"/>
                  </a:lnTo>
                  <a:lnTo>
                    <a:pt x="2793" y="885"/>
                  </a:lnTo>
                  <a:lnTo>
                    <a:pt x="2729" y="757"/>
                  </a:lnTo>
                  <a:lnTo>
                    <a:pt x="2665" y="641"/>
                  </a:lnTo>
                  <a:lnTo>
                    <a:pt x="2575" y="526"/>
                  </a:lnTo>
                  <a:lnTo>
                    <a:pt x="2485" y="424"/>
                  </a:lnTo>
                  <a:lnTo>
                    <a:pt x="2383" y="334"/>
                  </a:lnTo>
                  <a:lnTo>
                    <a:pt x="2268" y="244"/>
                  </a:lnTo>
                  <a:lnTo>
                    <a:pt x="2152" y="180"/>
                  </a:lnTo>
                  <a:lnTo>
                    <a:pt x="2024" y="116"/>
                  </a:lnTo>
                  <a:lnTo>
                    <a:pt x="1883" y="65"/>
                  </a:lnTo>
                  <a:lnTo>
                    <a:pt x="1743" y="27"/>
                  </a:lnTo>
                  <a:lnTo>
                    <a:pt x="1602" y="14"/>
                  </a:lnTo>
                  <a:lnTo>
                    <a:pt x="1448" y="1"/>
                  </a:lnTo>
                  <a:close/>
                </a:path>
              </a:pathLst>
            </a:custGeom>
            <a:solidFill>
              <a:srgbClr val="FCBC5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Google Shape;2176;p41">
              <a:extLst>
                <a:ext uri="{FF2B5EF4-FFF2-40B4-BE49-F238E27FC236}">
                  <a16:creationId xmlns:a16="http://schemas.microsoft.com/office/drawing/2014/main" id="{DD74D723-437A-4112-B390-ED9EAC5D435E}"/>
                </a:ext>
              </a:extLst>
            </p:cNvPr>
            <p:cNvSpPr/>
            <p:nvPr/>
          </p:nvSpPr>
          <p:spPr>
            <a:xfrm rot="5400000">
              <a:off x="3786877" y="2606622"/>
              <a:ext cx="239203" cy="240190"/>
            </a:xfrm>
            <a:custGeom>
              <a:avLst/>
              <a:gdLst/>
              <a:ahLst/>
              <a:cxnLst/>
              <a:rect l="l" t="t" r="r" b="b"/>
              <a:pathLst>
                <a:path w="2909" h="2921" extrusionOk="0">
                  <a:moveTo>
                    <a:pt x="1448" y="0"/>
                  </a:moveTo>
                  <a:lnTo>
                    <a:pt x="1307" y="13"/>
                  </a:lnTo>
                  <a:lnTo>
                    <a:pt x="1153" y="39"/>
                  </a:lnTo>
                  <a:lnTo>
                    <a:pt x="1025" y="64"/>
                  </a:lnTo>
                  <a:lnTo>
                    <a:pt x="885" y="115"/>
                  </a:lnTo>
                  <a:lnTo>
                    <a:pt x="756" y="179"/>
                  </a:lnTo>
                  <a:lnTo>
                    <a:pt x="641" y="256"/>
                  </a:lnTo>
                  <a:lnTo>
                    <a:pt x="526" y="333"/>
                  </a:lnTo>
                  <a:lnTo>
                    <a:pt x="423" y="436"/>
                  </a:lnTo>
                  <a:lnTo>
                    <a:pt x="334" y="538"/>
                  </a:lnTo>
                  <a:lnTo>
                    <a:pt x="244" y="641"/>
                  </a:lnTo>
                  <a:lnTo>
                    <a:pt x="167" y="769"/>
                  </a:lnTo>
                  <a:lnTo>
                    <a:pt x="116" y="897"/>
                  </a:lnTo>
                  <a:lnTo>
                    <a:pt x="65" y="1025"/>
                  </a:lnTo>
                  <a:lnTo>
                    <a:pt x="26" y="1166"/>
                  </a:lnTo>
                  <a:lnTo>
                    <a:pt x="1" y="1307"/>
                  </a:lnTo>
                  <a:lnTo>
                    <a:pt x="1" y="1460"/>
                  </a:lnTo>
                  <a:lnTo>
                    <a:pt x="1" y="1601"/>
                  </a:lnTo>
                  <a:lnTo>
                    <a:pt x="26" y="1755"/>
                  </a:lnTo>
                  <a:lnTo>
                    <a:pt x="65" y="1896"/>
                  </a:lnTo>
                  <a:lnTo>
                    <a:pt x="116" y="2024"/>
                  </a:lnTo>
                  <a:lnTo>
                    <a:pt x="167" y="2152"/>
                  </a:lnTo>
                  <a:lnTo>
                    <a:pt x="244" y="2267"/>
                  </a:lnTo>
                  <a:lnTo>
                    <a:pt x="334" y="2382"/>
                  </a:lnTo>
                  <a:lnTo>
                    <a:pt x="423" y="2485"/>
                  </a:lnTo>
                  <a:lnTo>
                    <a:pt x="526" y="2587"/>
                  </a:lnTo>
                  <a:lnTo>
                    <a:pt x="641" y="2664"/>
                  </a:lnTo>
                  <a:lnTo>
                    <a:pt x="756" y="2741"/>
                  </a:lnTo>
                  <a:lnTo>
                    <a:pt x="885" y="2805"/>
                  </a:lnTo>
                  <a:lnTo>
                    <a:pt x="1025" y="2844"/>
                  </a:lnTo>
                  <a:lnTo>
                    <a:pt x="1153" y="2882"/>
                  </a:lnTo>
                  <a:lnTo>
                    <a:pt x="1307" y="2908"/>
                  </a:lnTo>
                  <a:lnTo>
                    <a:pt x="1448" y="2920"/>
                  </a:lnTo>
                  <a:lnTo>
                    <a:pt x="1602" y="2908"/>
                  </a:lnTo>
                  <a:lnTo>
                    <a:pt x="1743" y="2882"/>
                  </a:lnTo>
                  <a:lnTo>
                    <a:pt x="1884" y="2844"/>
                  </a:lnTo>
                  <a:lnTo>
                    <a:pt x="2024" y="2805"/>
                  </a:lnTo>
                  <a:lnTo>
                    <a:pt x="2152" y="2741"/>
                  </a:lnTo>
                  <a:lnTo>
                    <a:pt x="2268" y="2664"/>
                  </a:lnTo>
                  <a:lnTo>
                    <a:pt x="2383" y="2587"/>
                  </a:lnTo>
                  <a:lnTo>
                    <a:pt x="2485" y="2485"/>
                  </a:lnTo>
                  <a:lnTo>
                    <a:pt x="2575" y="2382"/>
                  </a:lnTo>
                  <a:lnTo>
                    <a:pt x="2665" y="2267"/>
                  </a:lnTo>
                  <a:lnTo>
                    <a:pt x="2729" y="2152"/>
                  </a:lnTo>
                  <a:lnTo>
                    <a:pt x="2793" y="2024"/>
                  </a:lnTo>
                  <a:lnTo>
                    <a:pt x="2844" y="1896"/>
                  </a:lnTo>
                  <a:lnTo>
                    <a:pt x="2883" y="1755"/>
                  </a:lnTo>
                  <a:lnTo>
                    <a:pt x="2895" y="1601"/>
                  </a:lnTo>
                  <a:lnTo>
                    <a:pt x="2908" y="1460"/>
                  </a:lnTo>
                  <a:lnTo>
                    <a:pt x="2895" y="1307"/>
                  </a:lnTo>
                  <a:lnTo>
                    <a:pt x="2883" y="1166"/>
                  </a:lnTo>
                  <a:lnTo>
                    <a:pt x="2844" y="1025"/>
                  </a:lnTo>
                  <a:lnTo>
                    <a:pt x="2793" y="897"/>
                  </a:lnTo>
                  <a:lnTo>
                    <a:pt x="2729" y="769"/>
                  </a:lnTo>
                  <a:lnTo>
                    <a:pt x="2665" y="641"/>
                  </a:lnTo>
                  <a:lnTo>
                    <a:pt x="2575" y="538"/>
                  </a:lnTo>
                  <a:lnTo>
                    <a:pt x="2485" y="436"/>
                  </a:lnTo>
                  <a:lnTo>
                    <a:pt x="2383" y="333"/>
                  </a:lnTo>
                  <a:lnTo>
                    <a:pt x="2268" y="256"/>
                  </a:lnTo>
                  <a:lnTo>
                    <a:pt x="2152" y="179"/>
                  </a:lnTo>
                  <a:lnTo>
                    <a:pt x="2024" y="115"/>
                  </a:lnTo>
                  <a:lnTo>
                    <a:pt x="1884" y="64"/>
                  </a:lnTo>
                  <a:lnTo>
                    <a:pt x="1743" y="39"/>
                  </a:lnTo>
                  <a:lnTo>
                    <a:pt x="1602" y="13"/>
                  </a:lnTo>
                  <a:lnTo>
                    <a:pt x="1448" y="0"/>
                  </a:lnTo>
                  <a:close/>
                </a:path>
              </a:pathLst>
            </a:custGeom>
            <a:solidFill>
              <a:srgbClr val="FCBC5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Google Shape;2177;p41">
              <a:extLst>
                <a:ext uri="{FF2B5EF4-FFF2-40B4-BE49-F238E27FC236}">
                  <a16:creationId xmlns:a16="http://schemas.microsoft.com/office/drawing/2014/main" id="{C9894C24-B7A4-78E5-0B1D-B7D141556C8A}"/>
                </a:ext>
              </a:extLst>
            </p:cNvPr>
            <p:cNvSpPr/>
            <p:nvPr/>
          </p:nvSpPr>
          <p:spPr>
            <a:xfrm rot="5400000">
              <a:off x="3192974" y="3107933"/>
              <a:ext cx="239121" cy="240190"/>
            </a:xfrm>
            <a:custGeom>
              <a:avLst/>
              <a:gdLst/>
              <a:ahLst/>
              <a:cxnLst/>
              <a:rect l="l" t="t" r="r" b="b"/>
              <a:pathLst>
                <a:path w="2908" h="2921" extrusionOk="0">
                  <a:moveTo>
                    <a:pt x="1448" y="1"/>
                  </a:moveTo>
                  <a:lnTo>
                    <a:pt x="1307" y="14"/>
                  </a:lnTo>
                  <a:lnTo>
                    <a:pt x="1153" y="39"/>
                  </a:lnTo>
                  <a:lnTo>
                    <a:pt x="1012" y="65"/>
                  </a:lnTo>
                  <a:lnTo>
                    <a:pt x="884" y="116"/>
                  </a:lnTo>
                  <a:lnTo>
                    <a:pt x="756" y="180"/>
                  </a:lnTo>
                  <a:lnTo>
                    <a:pt x="641" y="257"/>
                  </a:lnTo>
                  <a:lnTo>
                    <a:pt x="525" y="334"/>
                  </a:lnTo>
                  <a:lnTo>
                    <a:pt x="423" y="436"/>
                  </a:lnTo>
                  <a:lnTo>
                    <a:pt x="333" y="539"/>
                  </a:lnTo>
                  <a:lnTo>
                    <a:pt x="244" y="641"/>
                  </a:lnTo>
                  <a:lnTo>
                    <a:pt x="167" y="769"/>
                  </a:lnTo>
                  <a:lnTo>
                    <a:pt x="116" y="897"/>
                  </a:lnTo>
                  <a:lnTo>
                    <a:pt x="64" y="1025"/>
                  </a:lnTo>
                  <a:lnTo>
                    <a:pt x="26" y="1166"/>
                  </a:lnTo>
                  <a:lnTo>
                    <a:pt x="0" y="1307"/>
                  </a:lnTo>
                  <a:lnTo>
                    <a:pt x="0" y="1461"/>
                  </a:lnTo>
                  <a:lnTo>
                    <a:pt x="0" y="1615"/>
                  </a:lnTo>
                  <a:lnTo>
                    <a:pt x="26" y="1755"/>
                  </a:lnTo>
                  <a:lnTo>
                    <a:pt x="64" y="1896"/>
                  </a:lnTo>
                  <a:lnTo>
                    <a:pt x="116" y="2024"/>
                  </a:lnTo>
                  <a:lnTo>
                    <a:pt x="167" y="2153"/>
                  </a:lnTo>
                  <a:lnTo>
                    <a:pt x="244" y="2268"/>
                  </a:lnTo>
                  <a:lnTo>
                    <a:pt x="333" y="2383"/>
                  </a:lnTo>
                  <a:lnTo>
                    <a:pt x="423" y="2486"/>
                  </a:lnTo>
                  <a:lnTo>
                    <a:pt x="525" y="2588"/>
                  </a:lnTo>
                  <a:lnTo>
                    <a:pt x="641" y="2665"/>
                  </a:lnTo>
                  <a:lnTo>
                    <a:pt x="756" y="2742"/>
                  </a:lnTo>
                  <a:lnTo>
                    <a:pt x="884" y="2806"/>
                  </a:lnTo>
                  <a:lnTo>
                    <a:pt x="1012" y="2844"/>
                  </a:lnTo>
                  <a:lnTo>
                    <a:pt x="1153" y="2883"/>
                  </a:lnTo>
                  <a:lnTo>
                    <a:pt x="1307" y="2908"/>
                  </a:lnTo>
                  <a:lnTo>
                    <a:pt x="1448" y="2921"/>
                  </a:lnTo>
                  <a:lnTo>
                    <a:pt x="1601" y="2908"/>
                  </a:lnTo>
                  <a:lnTo>
                    <a:pt x="1742" y="2883"/>
                  </a:lnTo>
                  <a:lnTo>
                    <a:pt x="1883" y="2844"/>
                  </a:lnTo>
                  <a:lnTo>
                    <a:pt x="2024" y="2806"/>
                  </a:lnTo>
                  <a:lnTo>
                    <a:pt x="2139" y="2742"/>
                  </a:lnTo>
                  <a:lnTo>
                    <a:pt x="2267" y="2665"/>
                  </a:lnTo>
                  <a:lnTo>
                    <a:pt x="2383" y="2588"/>
                  </a:lnTo>
                  <a:lnTo>
                    <a:pt x="2485" y="2486"/>
                  </a:lnTo>
                  <a:lnTo>
                    <a:pt x="2575" y="2383"/>
                  </a:lnTo>
                  <a:lnTo>
                    <a:pt x="2664" y="2268"/>
                  </a:lnTo>
                  <a:lnTo>
                    <a:pt x="2728" y="2153"/>
                  </a:lnTo>
                  <a:lnTo>
                    <a:pt x="2792" y="2024"/>
                  </a:lnTo>
                  <a:lnTo>
                    <a:pt x="2844" y="1896"/>
                  </a:lnTo>
                  <a:lnTo>
                    <a:pt x="2882" y="1755"/>
                  </a:lnTo>
                  <a:lnTo>
                    <a:pt x="2895" y="1615"/>
                  </a:lnTo>
                  <a:lnTo>
                    <a:pt x="2908" y="1461"/>
                  </a:lnTo>
                  <a:lnTo>
                    <a:pt x="2895" y="1307"/>
                  </a:lnTo>
                  <a:lnTo>
                    <a:pt x="2882" y="1166"/>
                  </a:lnTo>
                  <a:lnTo>
                    <a:pt x="2844" y="1025"/>
                  </a:lnTo>
                  <a:lnTo>
                    <a:pt x="2792" y="897"/>
                  </a:lnTo>
                  <a:lnTo>
                    <a:pt x="2728" y="769"/>
                  </a:lnTo>
                  <a:lnTo>
                    <a:pt x="2664" y="641"/>
                  </a:lnTo>
                  <a:lnTo>
                    <a:pt x="2575" y="539"/>
                  </a:lnTo>
                  <a:lnTo>
                    <a:pt x="2485" y="436"/>
                  </a:lnTo>
                  <a:lnTo>
                    <a:pt x="2383" y="334"/>
                  </a:lnTo>
                  <a:lnTo>
                    <a:pt x="2267" y="257"/>
                  </a:lnTo>
                  <a:lnTo>
                    <a:pt x="2139" y="180"/>
                  </a:lnTo>
                  <a:lnTo>
                    <a:pt x="2024" y="116"/>
                  </a:lnTo>
                  <a:lnTo>
                    <a:pt x="1883" y="65"/>
                  </a:lnTo>
                  <a:lnTo>
                    <a:pt x="1742" y="39"/>
                  </a:lnTo>
                  <a:lnTo>
                    <a:pt x="1601" y="14"/>
                  </a:lnTo>
                  <a:lnTo>
                    <a:pt x="1448" y="1"/>
                  </a:lnTo>
                  <a:close/>
                </a:path>
              </a:pathLst>
            </a:custGeom>
            <a:solidFill>
              <a:srgbClr val="FD967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" name="Google Shape;2178;p41">
              <a:extLst>
                <a:ext uri="{FF2B5EF4-FFF2-40B4-BE49-F238E27FC236}">
                  <a16:creationId xmlns:a16="http://schemas.microsoft.com/office/drawing/2014/main" id="{044A8C1D-FA54-2E61-3B5D-EA9383B1253E}"/>
                </a:ext>
              </a:extLst>
            </p:cNvPr>
            <p:cNvSpPr/>
            <p:nvPr/>
          </p:nvSpPr>
          <p:spPr>
            <a:xfrm rot="5400000">
              <a:off x="2819035" y="2606622"/>
              <a:ext cx="239203" cy="240190"/>
            </a:xfrm>
            <a:custGeom>
              <a:avLst/>
              <a:gdLst/>
              <a:ahLst/>
              <a:cxnLst/>
              <a:rect l="l" t="t" r="r" b="b"/>
              <a:pathLst>
                <a:path w="2909" h="2921" extrusionOk="0">
                  <a:moveTo>
                    <a:pt x="1448" y="1"/>
                  </a:moveTo>
                  <a:lnTo>
                    <a:pt x="1307" y="13"/>
                  </a:lnTo>
                  <a:lnTo>
                    <a:pt x="1153" y="39"/>
                  </a:lnTo>
                  <a:lnTo>
                    <a:pt x="1025" y="77"/>
                  </a:lnTo>
                  <a:lnTo>
                    <a:pt x="885" y="116"/>
                  </a:lnTo>
                  <a:lnTo>
                    <a:pt x="756" y="180"/>
                  </a:lnTo>
                  <a:lnTo>
                    <a:pt x="641" y="257"/>
                  </a:lnTo>
                  <a:lnTo>
                    <a:pt x="526" y="334"/>
                  </a:lnTo>
                  <a:lnTo>
                    <a:pt x="423" y="436"/>
                  </a:lnTo>
                  <a:lnTo>
                    <a:pt x="334" y="539"/>
                  </a:lnTo>
                  <a:lnTo>
                    <a:pt x="244" y="654"/>
                  </a:lnTo>
                  <a:lnTo>
                    <a:pt x="167" y="769"/>
                  </a:lnTo>
                  <a:lnTo>
                    <a:pt x="116" y="897"/>
                  </a:lnTo>
                  <a:lnTo>
                    <a:pt x="65" y="1025"/>
                  </a:lnTo>
                  <a:lnTo>
                    <a:pt x="26" y="1166"/>
                  </a:lnTo>
                  <a:lnTo>
                    <a:pt x="1" y="1307"/>
                  </a:lnTo>
                  <a:lnTo>
                    <a:pt x="1" y="1461"/>
                  </a:lnTo>
                  <a:lnTo>
                    <a:pt x="1" y="1614"/>
                  </a:lnTo>
                  <a:lnTo>
                    <a:pt x="26" y="1755"/>
                  </a:lnTo>
                  <a:lnTo>
                    <a:pt x="65" y="1896"/>
                  </a:lnTo>
                  <a:lnTo>
                    <a:pt x="116" y="2024"/>
                  </a:lnTo>
                  <a:lnTo>
                    <a:pt x="167" y="2152"/>
                  </a:lnTo>
                  <a:lnTo>
                    <a:pt x="244" y="2280"/>
                  </a:lnTo>
                  <a:lnTo>
                    <a:pt x="334" y="2383"/>
                  </a:lnTo>
                  <a:lnTo>
                    <a:pt x="423" y="2485"/>
                  </a:lnTo>
                  <a:lnTo>
                    <a:pt x="526" y="2588"/>
                  </a:lnTo>
                  <a:lnTo>
                    <a:pt x="641" y="2665"/>
                  </a:lnTo>
                  <a:lnTo>
                    <a:pt x="756" y="2741"/>
                  </a:lnTo>
                  <a:lnTo>
                    <a:pt x="885" y="2806"/>
                  </a:lnTo>
                  <a:lnTo>
                    <a:pt x="1025" y="2857"/>
                  </a:lnTo>
                  <a:lnTo>
                    <a:pt x="1153" y="2882"/>
                  </a:lnTo>
                  <a:lnTo>
                    <a:pt x="1307" y="2908"/>
                  </a:lnTo>
                  <a:lnTo>
                    <a:pt x="1448" y="2921"/>
                  </a:lnTo>
                  <a:lnTo>
                    <a:pt x="1602" y="2908"/>
                  </a:lnTo>
                  <a:lnTo>
                    <a:pt x="1743" y="2882"/>
                  </a:lnTo>
                  <a:lnTo>
                    <a:pt x="1884" y="2857"/>
                  </a:lnTo>
                  <a:lnTo>
                    <a:pt x="2024" y="2806"/>
                  </a:lnTo>
                  <a:lnTo>
                    <a:pt x="2152" y="2741"/>
                  </a:lnTo>
                  <a:lnTo>
                    <a:pt x="2268" y="2665"/>
                  </a:lnTo>
                  <a:lnTo>
                    <a:pt x="2383" y="2588"/>
                  </a:lnTo>
                  <a:lnTo>
                    <a:pt x="2485" y="2485"/>
                  </a:lnTo>
                  <a:lnTo>
                    <a:pt x="2575" y="2383"/>
                  </a:lnTo>
                  <a:lnTo>
                    <a:pt x="2665" y="2280"/>
                  </a:lnTo>
                  <a:lnTo>
                    <a:pt x="2729" y="2152"/>
                  </a:lnTo>
                  <a:lnTo>
                    <a:pt x="2793" y="2024"/>
                  </a:lnTo>
                  <a:lnTo>
                    <a:pt x="2844" y="1896"/>
                  </a:lnTo>
                  <a:lnTo>
                    <a:pt x="2883" y="1755"/>
                  </a:lnTo>
                  <a:lnTo>
                    <a:pt x="2895" y="1614"/>
                  </a:lnTo>
                  <a:lnTo>
                    <a:pt x="2908" y="1461"/>
                  </a:lnTo>
                  <a:lnTo>
                    <a:pt x="2895" y="1307"/>
                  </a:lnTo>
                  <a:lnTo>
                    <a:pt x="2883" y="1166"/>
                  </a:lnTo>
                  <a:lnTo>
                    <a:pt x="2844" y="1025"/>
                  </a:lnTo>
                  <a:lnTo>
                    <a:pt x="2793" y="897"/>
                  </a:lnTo>
                  <a:lnTo>
                    <a:pt x="2729" y="769"/>
                  </a:lnTo>
                  <a:lnTo>
                    <a:pt x="2665" y="654"/>
                  </a:lnTo>
                  <a:lnTo>
                    <a:pt x="2575" y="539"/>
                  </a:lnTo>
                  <a:lnTo>
                    <a:pt x="2485" y="436"/>
                  </a:lnTo>
                  <a:lnTo>
                    <a:pt x="2383" y="334"/>
                  </a:lnTo>
                  <a:lnTo>
                    <a:pt x="2268" y="257"/>
                  </a:lnTo>
                  <a:lnTo>
                    <a:pt x="2152" y="180"/>
                  </a:lnTo>
                  <a:lnTo>
                    <a:pt x="2024" y="116"/>
                  </a:lnTo>
                  <a:lnTo>
                    <a:pt x="1884" y="77"/>
                  </a:lnTo>
                  <a:lnTo>
                    <a:pt x="1743" y="39"/>
                  </a:lnTo>
                  <a:lnTo>
                    <a:pt x="1602" y="13"/>
                  </a:lnTo>
                  <a:lnTo>
                    <a:pt x="1448" y="1"/>
                  </a:lnTo>
                  <a:close/>
                </a:path>
              </a:pathLst>
            </a:custGeom>
            <a:solidFill>
              <a:srgbClr val="FD967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Google Shape;2179;p41">
              <a:extLst>
                <a:ext uri="{FF2B5EF4-FFF2-40B4-BE49-F238E27FC236}">
                  <a16:creationId xmlns:a16="http://schemas.microsoft.com/office/drawing/2014/main" id="{E1D7BCDB-3BE8-4E14-18E8-6F9D30957158}"/>
                </a:ext>
              </a:extLst>
            </p:cNvPr>
            <p:cNvSpPr/>
            <p:nvPr/>
          </p:nvSpPr>
          <p:spPr>
            <a:xfrm rot="5400000">
              <a:off x="2190801" y="2776672"/>
              <a:ext cx="239203" cy="239203"/>
            </a:xfrm>
            <a:custGeom>
              <a:avLst/>
              <a:gdLst/>
              <a:ahLst/>
              <a:cxnLst/>
              <a:rect l="l" t="t" r="r" b="b"/>
              <a:pathLst>
                <a:path w="2909" h="2909" extrusionOk="0">
                  <a:moveTo>
                    <a:pt x="1307" y="1"/>
                  </a:moveTo>
                  <a:lnTo>
                    <a:pt x="1154" y="27"/>
                  </a:lnTo>
                  <a:lnTo>
                    <a:pt x="1025" y="65"/>
                  </a:lnTo>
                  <a:lnTo>
                    <a:pt x="885" y="103"/>
                  </a:lnTo>
                  <a:lnTo>
                    <a:pt x="756" y="167"/>
                  </a:lnTo>
                  <a:lnTo>
                    <a:pt x="641" y="244"/>
                  </a:lnTo>
                  <a:lnTo>
                    <a:pt x="526" y="321"/>
                  </a:lnTo>
                  <a:lnTo>
                    <a:pt x="423" y="424"/>
                  </a:lnTo>
                  <a:lnTo>
                    <a:pt x="334" y="526"/>
                  </a:lnTo>
                  <a:lnTo>
                    <a:pt x="244" y="641"/>
                  </a:lnTo>
                  <a:lnTo>
                    <a:pt x="167" y="757"/>
                  </a:lnTo>
                  <a:lnTo>
                    <a:pt x="116" y="885"/>
                  </a:lnTo>
                  <a:lnTo>
                    <a:pt x="65" y="1013"/>
                  </a:lnTo>
                  <a:lnTo>
                    <a:pt x="26" y="1154"/>
                  </a:lnTo>
                  <a:lnTo>
                    <a:pt x="1" y="1307"/>
                  </a:lnTo>
                  <a:lnTo>
                    <a:pt x="1" y="1448"/>
                  </a:lnTo>
                  <a:lnTo>
                    <a:pt x="1" y="1602"/>
                  </a:lnTo>
                  <a:lnTo>
                    <a:pt x="26" y="1743"/>
                  </a:lnTo>
                  <a:lnTo>
                    <a:pt x="65" y="1884"/>
                  </a:lnTo>
                  <a:lnTo>
                    <a:pt x="116" y="2012"/>
                  </a:lnTo>
                  <a:lnTo>
                    <a:pt x="167" y="2140"/>
                  </a:lnTo>
                  <a:lnTo>
                    <a:pt x="244" y="2268"/>
                  </a:lnTo>
                  <a:lnTo>
                    <a:pt x="334" y="2370"/>
                  </a:lnTo>
                  <a:lnTo>
                    <a:pt x="423" y="2486"/>
                  </a:lnTo>
                  <a:lnTo>
                    <a:pt x="526" y="2575"/>
                  </a:lnTo>
                  <a:lnTo>
                    <a:pt x="641" y="2652"/>
                  </a:lnTo>
                  <a:lnTo>
                    <a:pt x="756" y="2729"/>
                  </a:lnTo>
                  <a:lnTo>
                    <a:pt x="885" y="2793"/>
                  </a:lnTo>
                  <a:lnTo>
                    <a:pt x="1025" y="2844"/>
                  </a:lnTo>
                  <a:lnTo>
                    <a:pt x="1154" y="2883"/>
                  </a:lnTo>
                  <a:lnTo>
                    <a:pt x="1307" y="2896"/>
                  </a:lnTo>
                  <a:lnTo>
                    <a:pt x="1448" y="2908"/>
                  </a:lnTo>
                  <a:lnTo>
                    <a:pt x="1602" y="2896"/>
                  </a:lnTo>
                  <a:lnTo>
                    <a:pt x="1743" y="2883"/>
                  </a:lnTo>
                  <a:lnTo>
                    <a:pt x="1884" y="2844"/>
                  </a:lnTo>
                  <a:lnTo>
                    <a:pt x="2024" y="2793"/>
                  </a:lnTo>
                  <a:lnTo>
                    <a:pt x="2153" y="2729"/>
                  </a:lnTo>
                  <a:lnTo>
                    <a:pt x="2268" y="2652"/>
                  </a:lnTo>
                  <a:lnTo>
                    <a:pt x="2383" y="2575"/>
                  </a:lnTo>
                  <a:lnTo>
                    <a:pt x="2486" y="2486"/>
                  </a:lnTo>
                  <a:lnTo>
                    <a:pt x="2575" y="2370"/>
                  </a:lnTo>
                  <a:lnTo>
                    <a:pt x="2665" y="2268"/>
                  </a:lnTo>
                  <a:lnTo>
                    <a:pt x="2729" y="2140"/>
                  </a:lnTo>
                  <a:lnTo>
                    <a:pt x="2793" y="2012"/>
                  </a:lnTo>
                  <a:lnTo>
                    <a:pt x="2844" y="1884"/>
                  </a:lnTo>
                  <a:lnTo>
                    <a:pt x="2883" y="1743"/>
                  </a:lnTo>
                  <a:lnTo>
                    <a:pt x="2895" y="1602"/>
                  </a:lnTo>
                  <a:lnTo>
                    <a:pt x="2908" y="1448"/>
                  </a:lnTo>
                  <a:lnTo>
                    <a:pt x="2895" y="1307"/>
                  </a:lnTo>
                  <a:lnTo>
                    <a:pt x="2883" y="1154"/>
                  </a:lnTo>
                  <a:lnTo>
                    <a:pt x="2844" y="1013"/>
                  </a:lnTo>
                  <a:lnTo>
                    <a:pt x="2793" y="885"/>
                  </a:lnTo>
                  <a:lnTo>
                    <a:pt x="2729" y="757"/>
                  </a:lnTo>
                  <a:lnTo>
                    <a:pt x="2665" y="641"/>
                  </a:lnTo>
                  <a:lnTo>
                    <a:pt x="2575" y="526"/>
                  </a:lnTo>
                  <a:lnTo>
                    <a:pt x="2486" y="424"/>
                  </a:lnTo>
                  <a:lnTo>
                    <a:pt x="2383" y="321"/>
                  </a:lnTo>
                  <a:lnTo>
                    <a:pt x="2268" y="244"/>
                  </a:lnTo>
                  <a:lnTo>
                    <a:pt x="2153" y="167"/>
                  </a:lnTo>
                  <a:lnTo>
                    <a:pt x="2024" y="103"/>
                  </a:lnTo>
                  <a:lnTo>
                    <a:pt x="1884" y="65"/>
                  </a:lnTo>
                  <a:lnTo>
                    <a:pt x="1743" y="27"/>
                  </a:lnTo>
                  <a:lnTo>
                    <a:pt x="1602" y="1"/>
                  </a:lnTo>
                  <a:close/>
                </a:path>
              </a:pathLst>
            </a:custGeom>
            <a:solidFill>
              <a:srgbClr val="FD967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" name="Google Shape;2180;p41">
              <a:extLst>
                <a:ext uri="{FF2B5EF4-FFF2-40B4-BE49-F238E27FC236}">
                  <a16:creationId xmlns:a16="http://schemas.microsoft.com/office/drawing/2014/main" id="{28875E5F-353E-C51C-EDC0-226360EE27D6}"/>
                </a:ext>
              </a:extLst>
            </p:cNvPr>
            <p:cNvSpPr/>
            <p:nvPr/>
          </p:nvSpPr>
          <p:spPr>
            <a:xfrm rot="5400000">
              <a:off x="3969169" y="2002128"/>
              <a:ext cx="1057459" cy="4279092"/>
            </a:xfrm>
            <a:custGeom>
              <a:avLst/>
              <a:gdLst/>
              <a:ahLst/>
              <a:cxnLst/>
              <a:rect l="l" t="t" r="r" b="b"/>
              <a:pathLst>
                <a:path w="12860" h="52039" extrusionOk="0">
                  <a:moveTo>
                    <a:pt x="974" y="0"/>
                  </a:moveTo>
                  <a:lnTo>
                    <a:pt x="871" y="13"/>
                  </a:lnTo>
                  <a:lnTo>
                    <a:pt x="769" y="26"/>
                  </a:lnTo>
                  <a:lnTo>
                    <a:pt x="679" y="52"/>
                  </a:lnTo>
                  <a:lnTo>
                    <a:pt x="589" y="77"/>
                  </a:lnTo>
                  <a:lnTo>
                    <a:pt x="513" y="116"/>
                  </a:lnTo>
                  <a:lnTo>
                    <a:pt x="423" y="167"/>
                  </a:lnTo>
                  <a:lnTo>
                    <a:pt x="359" y="231"/>
                  </a:lnTo>
                  <a:lnTo>
                    <a:pt x="282" y="282"/>
                  </a:lnTo>
                  <a:lnTo>
                    <a:pt x="218" y="359"/>
                  </a:lnTo>
                  <a:lnTo>
                    <a:pt x="167" y="436"/>
                  </a:lnTo>
                  <a:lnTo>
                    <a:pt x="116" y="513"/>
                  </a:lnTo>
                  <a:lnTo>
                    <a:pt x="77" y="602"/>
                  </a:lnTo>
                  <a:lnTo>
                    <a:pt x="39" y="692"/>
                  </a:lnTo>
                  <a:lnTo>
                    <a:pt x="13" y="782"/>
                  </a:lnTo>
                  <a:lnTo>
                    <a:pt x="0" y="871"/>
                  </a:lnTo>
                  <a:lnTo>
                    <a:pt x="0" y="974"/>
                  </a:lnTo>
                  <a:lnTo>
                    <a:pt x="0" y="10400"/>
                  </a:lnTo>
                  <a:lnTo>
                    <a:pt x="13" y="10772"/>
                  </a:lnTo>
                  <a:lnTo>
                    <a:pt x="26" y="11143"/>
                  </a:lnTo>
                  <a:lnTo>
                    <a:pt x="77" y="11515"/>
                  </a:lnTo>
                  <a:lnTo>
                    <a:pt x="128" y="11873"/>
                  </a:lnTo>
                  <a:lnTo>
                    <a:pt x="192" y="12219"/>
                  </a:lnTo>
                  <a:lnTo>
                    <a:pt x="282" y="12565"/>
                  </a:lnTo>
                  <a:lnTo>
                    <a:pt x="385" y="12911"/>
                  </a:lnTo>
                  <a:lnTo>
                    <a:pt x="500" y="13244"/>
                  </a:lnTo>
                  <a:lnTo>
                    <a:pt x="628" y="13564"/>
                  </a:lnTo>
                  <a:lnTo>
                    <a:pt x="769" y="13884"/>
                  </a:lnTo>
                  <a:lnTo>
                    <a:pt x="910" y="14179"/>
                  </a:lnTo>
                  <a:lnTo>
                    <a:pt x="1076" y="14486"/>
                  </a:lnTo>
                  <a:lnTo>
                    <a:pt x="1255" y="14768"/>
                  </a:lnTo>
                  <a:lnTo>
                    <a:pt x="1448" y="15050"/>
                  </a:lnTo>
                  <a:lnTo>
                    <a:pt x="1640" y="15306"/>
                  </a:lnTo>
                  <a:lnTo>
                    <a:pt x="1857" y="15562"/>
                  </a:lnTo>
                  <a:lnTo>
                    <a:pt x="2075" y="15805"/>
                  </a:lnTo>
                  <a:lnTo>
                    <a:pt x="2306" y="16036"/>
                  </a:lnTo>
                  <a:lnTo>
                    <a:pt x="2536" y="16254"/>
                  </a:lnTo>
                  <a:lnTo>
                    <a:pt x="2792" y="16459"/>
                  </a:lnTo>
                  <a:lnTo>
                    <a:pt x="3049" y="16651"/>
                  </a:lnTo>
                  <a:lnTo>
                    <a:pt x="3305" y="16817"/>
                  </a:lnTo>
                  <a:lnTo>
                    <a:pt x="3574" y="16984"/>
                  </a:lnTo>
                  <a:lnTo>
                    <a:pt x="3855" y="17125"/>
                  </a:lnTo>
                  <a:lnTo>
                    <a:pt x="4150" y="17265"/>
                  </a:lnTo>
                  <a:lnTo>
                    <a:pt x="4445" y="17381"/>
                  </a:lnTo>
                  <a:lnTo>
                    <a:pt x="4739" y="17470"/>
                  </a:lnTo>
                  <a:lnTo>
                    <a:pt x="5047" y="17560"/>
                  </a:lnTo>
                  <a:lnTo>
                    <a:pt x="5354" y="17624"/>
                  </a:lnTo>
                  <a:lnTo>
                    <a:pt x="5674" y="17662"/>
                  </a:lnTo>
                  <a:lnTo>
                    <a:pt x="5994" y="17701"/>
                  </a:lnTo>
                  <a:lnTo>
                    <a:pt x="6545" y="17701"/>
                  </a:lnTo>
                  <a:lnTo>
                    <a:pt x="6763" y="17714"/>
                  </a:lnTo>
                  <a:lnTo>
                    <a:pt x="6993" y="17739"/>
                  </a:lnTo>
                  <a:lnTo>
                    <a:pt x="7211" y="17765"/>
                  </a:lnTo>
                  <a:lnTo>
                    <a:pt x="7429" y="17816"/>
                  </a:lnTo>
                  <a:lnTo>
                    <a:pt x="7634" y="17880"/>
                  </a:lnTo>
                  <a:lnTo>
                    <a:pt x="7839" y="17944"/>
                  </a:lnTo>
                  <a:lnTo>
                    <a:pt x="8044" y="18034"/>
                  </a:lnTo>
                  <a:lnTo>
                    <a:pt x="8249" y="18124"/>
                  </a:lnTo>
                  <a:lnTo>
                    <a:pt x="8441" y="18239"/>
                  </a:lnTo>
                  <a:lnTo>
                    <a:pt x="8620" y="18354"/>
                  </a:lnTo>
                  <a:lnTo>
                    <a:pt x="8812" y="18482"/>
                  </a:lnTo>
                  <a:lnTo>
                    <a:pt x="8991" y="18623"/>
                  </a:lnTo>
                  <a:lnTo>
                    <a:pt x="9158" y="18777"/>
                  </a:lnTo>
                  <a:lnTo>
                    <a:pt x="9324" y="18930"/>
                  </a:lnTo>
                  <a:lnTo>
                    <a:pt x="9478" y="19097"/>
                  </a:lnTo>
                  <a:lnTo>
                    <a:pt x="9632" y="19276"/>
                  </a:lnTo>
                  <a:lnTo>
                    <a:pt x="9785" y="19468"/>
                  </a:lnTo>
                  <a:lnTo>
                    <a:pt x="9914" y="19660"/>
                  </a:lnTo>
                  <a:lnTo>
                    <a:pt x="10042" y="19865"/>
                  </a:lnTo>
                  <a:lnTo>
                    <a:pt x="10170" y="20070"/>
                  </a:lnTo>
                  <a:lnTo>
                    <a:pt x="10285" y="20288"/>
                  </a:lnTo>
                  <a:lnTo>
                    <a:pt x="10387" y="20519"/>
                  </a:lnTo>
                  <a:lnTo>
                    <a:pt x="10490" y="20749"/>
                  </a:lnTo>
                  <a:lnTo>
                    <a:pt x="10567" y="20980"/>
                  </a:lnTo>
                  <a:lnTo>
                    <a:pt x="10656" y="21223"/>
                  </a:lnTo>
                  <a:lnTo>
                    <a:pt x="10720" y="21479"/>
                  </a:lnTo>
                  <a:lnTo>
                    <a:pt x="10784" y="21735"/>
                  </a:lnTo>
                  <a:lnTo>
                    <a:pt x="10823" y="21992"/>
                  </a:lnTo>
                  <a:lnTo>
                    <a:pt x="10861" y="22260"/>
                  </a:lnTo>
                  <a:lnTo>
                    <a:pt x="10900" y="22529"/>
                  </a:lnTo>
                  <a:lnTo>
                    <a:pt x="10913" y="22798"/>
                  </a:lnTo>
                  <a:lnTo>
                    <a:pt x="10913" y="23067"/>
                  </a:lnTo>
                  <a:lnTo>
                    <a:pt x="10913" y="28972"/>
                  </a:lnTo>
                  <a:lnTo>
                    <a:pt x="10913" y="29241"/>
                  </a:lnTo>
                  <a:lnTo>
                    <a:pt x="10900" y="29523"/>
                  </a:lnTo>
                  <a:lnTo>
                    <a:pt x="10861" y="29792"/>
                  </a:lnTo>
                  <a:lnTo>
                    <a:pt x="10823" y="30048"/>
                  </a:lnTo>
                  <a:lnTo>
                    <a:pt x="10784" y="30304"/>
                  </a:lnTo>
                  <a:lnTo>
                    <a:pt x="10720" y="30560"/>
                  </a:lnTo>
                  <a:lnTo>
                    <a:pt x="10656" y="30816"/>
                  </a:lnTo>
                  <a:lnTo>
                    <a:pt x="10567" y="31060"/>
                  </a:lnTo>
                  <a:lnTo>
                    <a:pt x="10490" y="31290"/>
                  </a:lnTo>
                  <a:lnTo>
                    <a:pt x="10387" y="31521"/>
                  </a:lnTo>
                  <a:lnTo>
                    <a:pt x="10285" y="31751"/>
                  </a:lnTo>
                  <a:lnTo>
                    <a:pt x="10170" y="31969"/>
                  </a:lnTo>
                  <a:lnTo>
                    <a:pt x="10042" y="32174"/>
                  </a:lnTo>
                  <a:lnTo>
                    <a:pt x="9914" y="32379"/>
                  </a:lnTo>
                  <a:lnTo>
                    <a:pt x="9785" y="32571"/>
                  </a:lnTo>
                  <a:lnTo>
                    <a:pt x="9632" y="32763"/>
                  </a:lnTo>
                  <a:lnTo>
                    <a:pt x="9478" y="32942"/>
                  </a:lnTo>
                  <a:lnTo>
                    <a:pt x="9324" y="33109"/>
                  </a:lnTo>
                  <a:lnTo>
                    <a:pt x="9158" y="33275"/>
                  </a:lnTo>
                  <a:lnTo>
                    <a:pt x="8991" y="33416"/>
                  </a:lnTo>
                  <a:lnTo>
                    <a:pt x="8812" y="33557"/>
                  </a:lnTo>
                  <a:lnTo>
                    <a:pt x="8620" y="33685"/>
                  </a:lnTo>
                  <a:lnTo>
                    <a:pt x="8441" y="33800"/>
                  </a:lnTo>
                  <a:lnTo>
                    <a:pt x="8249" y="33916"/>
                  </a:lnTo>
                  <a:lnTo>
                    <a:pt x="8044" y="34005"/>
                  </a:lnTo>
                  <a:lnTo>
                    <a:pt x="7839" y="34095"/>
                  </a:lnTo>
                  <a:lnTo>
                    <a:pt x="7634" y="34172"/>
                  </a:lnTo>
                  <a:lnTo>
                    <a:pt x="7429" y="34223"/>
                  </a:lnTo>
                  <a:lnTo>
                    <a:pt x="7211" y="34274"/>
                  </a:lnTo>
                  <a:lnTo>
                    <a:pt x="6993" y="34313"/>
                  </a:lnTo>
                  <a:lnTo>
                    <a:pt x="6763" y="34326"/>
                  </a:lnTo>
                  <a:lnTo>
                    <a:pt x="6545" y="34338"/>
                  </a:lnTo>
                  <a:lnTo>
                    <a:pt x="6315" y="34338"/>
                  </a:lnTo>
                  <a:lnTo>
                    <a:pt x="5994" y="34351"/>
                  </a:lnTo>
                  <a:lnTo>
                    <a:pt x="5674" y="34377"/>
                  </a:lnTo>
                  <a:lnTo>
                    <a:pt x="5354" y="34415"/>
                  </a:lnTo>
                  <a:lnTo>
                    <a:pt x="5047" y="34479"/>
                  </a:lnTo>
                  <a:lnTo>
                    <a:pt x="4739" y="34569"/>
                  </a:lnTo>
                  <a:lnTo>
                    <a:pt x="4445" y="34671"/>
                  </a:lnTo>
                  <a:lnTo>
                    <a:pt x="4150" y="34787"/>
                  </a:lnTo>
                  <a:lnTo>
                    <a:pt x="3855" y="34915"/>
                  </a:lnTo>
                  <a:lnTo>
                    <a:pt x="3574" y="35056"/>
                  </a:lnTo>
                  <a:lnTo>
                    <a:pt x="3305" y="35222"/>
                  </a:lnTo>
                  <a:lnTo>
                    <a:pt x="3049" y="35401"/>
                  </a:lnTo>
                  <a:lnTo>
                    <a:pt x="2792" y="35581"/>
                  </a:lnTo>
                  <a:lnTo>
                    <a:pt x="2536" y="35786"/>
                  </a:lnTo>
                  <a:lnTo>
                    <a:pt x="2306" y="36003"/>
                  </a:lnTo>
                  <a:lnTo>
                    <a:pt x="2075" y="36234"/>
                  </a:lnTo>
                  <a:lnTo>
                    <a:pt x="1857" y="36477"/>
                  </a:lnTo>
                  <a:lnTo>
                    <a:pt x="1640" y="36733"/>
                  </a:lnTo>
                  <a:lnTo>
                    <a:pt x="1448" y="37002"/>
                  </a:lnTo>
                  <a:lnTo>
                    <a:pt x="1255" y="37271"/>
                  </a:lnTo>
                  <a:lnTo>
                    <a:pt x="1076" y="37566"/>
                  </a:lnTo>
                  <a:lnTo>
                    <a:pt x="910" y="37861"/>
                  </a:lnTo>
                  <a:lnTo>
                    <a:pt x="769" y="38168"/>
                  </a:lnTo>
                  <a:lnTo>
                    <a:pt x="628" y="38475"/>
                  </a:lnTo>
                  <a:lnTo>
                    <a:pt x="500" y="38808"/>
                  </a:lnTo>
                  <a:lnTo>
                    <a:pt x="385" y="39141"/>
                  </a:lnTo>
                  <a:lnTo>
                    <a:pt x="282" y="39474"/>
                  </a:lnTo>
                  <a:lnTo>
                    <a:pt x="192" y="39820"/>
                  </a:lnTo>
                  <a:lnTo>
                    <a:pt x="128" y="40179"/>
                  </a:lnTo>
                  <a:lnTo>
                    <a:pt x="77" y="40537"/>
                  </a:lnTo>
                  <a:lnTo>
                    <a:pt x="26" y="40896"/>
                  </a:lnTo>
                  <a:lnTo>
                    <a:pt x="13" y="41267"/>
                  </a:lnTo>
                  <a:lnTo>
                    <a:pt x="0" y="41652"/>
                  </a:lnTo>
                  <a:lnTo>
                    <a:pt x="0" y="51065"/>
                  </a:lnTo>
                  <a:lnTo>
                    <a:pt x="0" y="51168"/>
                  </a:lnTo>
                  <a:lnTo>
                    <a:pt x="13" y="51258"/>
                  </a:lnTo>
                  <a:lnTo>
                    <a:pt x="39" y="51360"/>
                  </a:lnTo>
                  <a:lnTo>
                    <a:pt x="77" y="51450"/>
                  </a:lnTo>
                  <a:lnTo>
                    <a:pt x="116" y="51527"/>
                  </a:lnTo>
                  <a:lnTo>
                    <a:pt x="167" y="51616"/>
                  </a:lnTo>
                  <a:lnTo>
                    <a:pt x="218" y="51680"/>
                  </a:lnTo>
                  <a:lnTo>
                    <a:pt x="282" y="51757"/>
                  </a:lnTo>
                  <a:lnTo>
                    <a:pt x="359" y="51821"/>
                  </a:lnTo>
                  <a:lnTo>
                    <a:pt x="423" y="51872"/>
                  </a:lnTo>
                  <a:lnTo>
                    <a:pt x="513" y="51924"/>
                  </a:lnTo>
                  <a:lnTo>
                    <a:pt x="589" y="51962"/>
                  </a:lnTo>
                  <a:lnTo>
                    <a:pt x="679" y="52000"/>
                  </a:lnTo>
                  <a:lnTo>
                    <a:pt x="769" y="52013"/>
                  </a:lnTo>
                  <a:lnTo>
                    <a:pt x="871" y="52039"/>
                  </a:lnTo>
                  <a:lnTo>
                    <a:pt x="1076" y="52039"/>
                  </a:lnTo>
                  <a:lnTo>
                    <a:pt x="1166" y="52013"/>
                  </a:lnTo>
                  <a:lnTo>
                    <a:pt x="1255" y="52000"/>
                  </a:lnTo>
                  <a:lnTo>
                    <a:pt x="1345" y="51962"/>
                  </a:lnTo>
                  <a:lnTo>
                    <a:pt x="1435" y="51924"/>
                  </a:lnTo>
                  <a:lnTo>
                    <a:pt x="1512" y="51872"/>
                  </a:lnTo>
                  <a:lnTo>
                    <a:pt x="1588" y="51821"/>
                  </a:lnTo>
                  <a:lnTo>
                    <a:pt x="1652" y="51757"/>
                  </a:lnTo>
                  <a:lnTo>
                    <a:pt x="1717" y="51680"/>
                  </a:lnTo>
                  <a:lnTo>
                    <a:pt x="1781" y="51616"/>
                  </a:lnTo>
                  <a:lnTo>
                    <a:pt x="1819" y="51527"/>
                  </a:lnTo>
                  <a:lnTo>
                    <a:pt x="1870" y="51450"/>
                  </a:lnTo>
                  <a:lnTo>
                    <a:pt x="1896" y="51360"/>
                  </a:lnTo>
                  <a:lnTo>
                    <a:pt x="1921" y="51258"/>
                  </a:lnTo>
                  <a:lnTo>
                    <a:pt x="1934" y="51168"/>
                  </a:lnTo>
                  <a:lnTo>
                    <a:pt x="1947" y="51065"/>
                  </a:lnTo>
                  <a:lnTo>
                    <a:pt x="1947" y="41652"/>
                  </a:lnTo>
                  <a:lnTo>
                    <a:pt x="1947" y="41370"/>
                  </a:lnTo>
                  <a:lnTo>
                    <a:pt x="1960" y="41101"/>
                  </a:lnTo>
                  <a:lnTo>
                    <a:pt x="1998" y="40832"/>
                  </a:lnTo>
                  <a:lnTo>
                    <a:pt x="2037" y="40563"/>
                  </a:lnTo>
                  <a:lnTo>
                    <a:pt x="2075" y="40307"/>
                  </a:lnTo>
                  <a:lnTo>
                    <a:pt x="2139" y="40051"/>
                  </a:lnTo>
                  <a:lnTo>
                    <a:pt x="2203" y="39807"/>
                  </a:lnTo>
                  <a:lnTo>
                    <a:pt x="2280" y="39564"/>
                  </a:lnTo>
                  <a:lnTo>
                    <a:pt x="2370" y="39321"/>
                  </a:lnTo>
                  <a:lnTo>
                    <a:pt x="2472" y="39090"/>
                  </a:lnTo>
                  <a:lnTo>
                    <a:pt x="2575" y="38860"/>
                  </a:lnTo>
                  <a:lnTo>
                    <a:pt x="2690" y="38642"/>
                  </a:lnTo>
                  <a:lnTo>
                    <a:pt x="2818" y="38437"/>
                  </a:lnTo>
                  <a:lnTo>
                    <a:pt x="2946" y="38232"/>
                  </a:lnTo>
                  <a:lnTo>
                    <a:pt x="3074" y="38040"/>
                  </a:lnTo>
                  <a:lnTo>
                    <a:pt x="3228" y="37848"/>
                  </a:lnTo>
                  <a:lnTo>
                    <a:pt x="3382" y="37681"/>
                  </a:lnTo>
                  <a:lnTo>
                    <a:pt x="3535" y="37502"/>
                  </a:lnTo>
                  <a:lnTo>
                    <a:pt x="3702" y="37348"/>
                  </a:lnTo>
                  <a:lnTo>
                    <a:pt x="3868" y="37195"/>
                  </a:lnTo>
                  <a:lnTo>
                    <a:pt x="4048" y="37054"/>
                  </a:lnTo>
                  <a:lnTo>
                    <a:pt x="4227" y="36926"/>
                  </a:lnTo>
                  <a:lnTo>
                    <a:pt x="4419" y="36810"/>
                  </a:lnTo>
                  <a:lnTo>
                    <a:pt x="4611" y="36708"/>
                  </a:lnTo>
                  <a:lnTo>
                    <a:pt x="4816" y="36605"/>
                  </a:lnTo>
                  <a:lnTo>
                    <a:pt x="5021" y="36516"/>
                  </a:lnTo>
                  <a:lnTo>
                    <a:pt x="5226" y="36452"/>
                  </a:lnTo>
                  <a:lnTo>
                    <a:pt x="5431" y="36388"/>
                  </a:lnTo>
                  <a:lnTo>
                    <a:pt x="5649" y="36336"/>
                  </a:lnTo>
                  <a:lnTo>
                    <a:pt x="5866" y="36311"/>
                  </a:lnTo>
                  <a:lnTo>
                    <a:pt x="6097" y="36285"/>
                  </a:lnTo>
                  <a:lnTo>
                    <a:pt x="6545" y="36285"/>
                  </a:lnTo>
                  <a:lnTo>
                    <a:pt x="6865" y="36272"/>
                  </a:lnTo>
                  <a:lnTo>
                    <a:pt x="7185" y="36247"/>
                  </a:lnTo>
                  <a:lnTo>
                    <a:pt x="7506" y="36195"/>
                  </a:lnTo>
                  <a:lnTo>
                    <a:pt x="7813" y="36131"/>
                  </a:lnTo>
                  <a:lnTo>
                    <a:pt x="8120" y="36055"/>
                  </a:lnTo>
                  <a:lnTo>
                    <a:pt x="8415" y="35952"/>
                  </a:lnTo>
                  <a:lnTo>
                    <a:pt x="8710" y="35837"/>
                  </a:lnTo>
                  <a:lnTo>
                    <a:pt x="9004" y="35709"/>
                  </a:lnTo>
                  <a:lnTo>
                    <a:pt x="9273" y="35555"/>
                  </a:lnTo>
                  <a:lnTo>
                    <a:pt x="9555" y="35401"/>
                  </a:lnTo>
                  <a:lnTo>
                    <a:pt x="9811" y="35222"/>
                  </a:lnTo>
                  <a:lnTo>
                    <a:pt x="10067" y="35030"/>
                  </a:lnTo>
                  <a:lnTo>
                    <a:pt x="10323" y="34825"/>
                  </a:lnTo>
                  <a:lnTo>
                    <a:pt x="10554" y="34607"/>
                  </a:lnTo>
                  <a:lnTo>
                    <a:pt x="10784" y="34377"/>
                  </a:lnTo>
                  <a:lnTo>
                    <a:pt x="11002" y="34133"/>
                  </a:lnTo>
                  <a:lnTo>
                    <a:pt x="11220" y="33877"/>
                  </a:lnTo>
                  <a:lnTo>
                    <a:pt x="11412" y="33621"/>
                  </a:lnTo>
                  <a:lnTo>
                    <a:pt x="11604" y="33339"/>
                  </a:lnTo>
                  <a:lnTo>
                    <a:pt x="11783" y="33058"/>
                  </a:lnTo>
                  <a:lnTo>
                    <a:pt x="11937" y="32763"/>
                  </a:lnTo>
                  <a:lnTo>
                    <a:pt x="12091" y="32456"/>
                  </a:lnTo>
                  <a:lnTo>
                    <a:pt x="12232" y="32135"/>
                  </a:lnTo>
                  <a:lnTo>
                    <a:pt x="12360" y="31815"/>
                  </a:lnTo>
                  <a:lnTo>
                    <a:pt x="12475" y="31482"/>
                  </a:lnTo>
                  <a:lnTo>
                    <a:pt x="12578" y="31136"/>
                  </a:lnTo>
                  <a:lnTo>
                    <a:pt x="12654" y="30791"/>
                  </a:lnTo>
                  <a:lnTo>
                    <a:pt x="12731" y="30445"/>
                  </a:lnTo>
                  <a:lnTo>
                    <a:pt x="12783" y="30086"/>
                  </a:lnTo>
                  <a:lnTo>
                    <a:pt x="12821" y="29715"/>
                  </a:lnTo>
                  <a:lnTo>
                    <a:pt x="12847" y="29343"/>
                  </a:lnTo>
                  <a:lnTo>
                    <a:pt x="12859" y="28972"/>
                  </a:lnTo>
                  <a:lnTo>
                    <a:pt x="12859" y="23067"/>
                  </a:lnTo>
                  <a:lnTo>
                    <a:pt x="12847" y="22696"/>
                  </a:lnTo>
                  <a:lnTo>
                    <a:pt x="12821" y="22325"/>
                  </a:lnTo>
                  <a:lnTo>
                    <a:pt x="12783" y="21966"/>
                  </a:lnTo>
                  <a:lnTo>
                    <a:pt x="12731" y="21594"/>
                  </a:lnTo>
                  <a:lnTo>
                    <a:pt x="12654" y="21249"/>
                  </a:lnTo>
                  <a:lnTo>
                    <a:pt x="12578" y="20903"/>
                  </a:lnTo>
                  <a:lnTo>
                    <a:pt x="12475" y="20557"/>
                  </a:lnTo>
                  <a:lnTo>
                    <a:pt x="12360" y="20224"/>
                  </a:lnTo>
                  <a:lnTo>
                    <a:pt x="12232" y="19904"/>
                  </a:lnTo>
                  <a:lnTo>
                    <a:pt x="12091" y="19596"/>
                  </a:lnTo>
                  <a:lnTo>
                    <a:pt x="11937" y="19289"/>
                  </a:lnTo>
                  <a:lnTo>
                    <a:pt x="11783" y="18994"/>
                  </a:lnTo>
                  <a:lnTo>
                    <a:pt x="11604" y="18700"/>
                  </a:lnTo>
                  <a:lnTo>
                    <a:pt x="11412" y="18431"/>
                  </a:lnTo>
                  <a:lnTo>
                    <a:pt x="11220" y="18162"/>
                  </a:lnTo>
                  <a:lnTo>
                    <a:pt x="11002" y="17906"/>
                  </a:lnTo>
                  <a:lnTo>
                    <a:pt x="10784" y="17662"/>
                  </a:lnTo>
                  <a:lnTo>
                    <a:pt x="10554" y="17432"/>
                  </a:lnTo>
                  <a:lnTo>
                    <a:pt x="10323" y="17214"/>
                  </a:lnTo>
                  <a:lnTo>
                    <a:pt x="10067" y="17009"/>
                  </a:lnTo>
                  <a:lnTo>
                    <a:pt x="9811" y="16817"/>
                  </a:lnTo>
                  <a:lnTo>
                    <a:pt x="9555" y="16651"/>
                  </a:lnTo>
                  <a:lnTo>
                    <a:pt x="9273" y="16484"/>
                  </a:lnTo>
                  <a:lnTo>
                    <a:pt x="9004" y="16343"/>
                  </a:lnTo>
                  <a:lnTo>
                    <a:pt x="8710" y="16202"/>
                  </a:lnTo>
                  <a:lnTo>
                    <a:pt x="8415" y="16087"/>
                  </a:lnTo>
                  <a:lnTo>
                    <a:pt x="8120" y="15997"/>
                  </a:lnTo>
                  <a:lnTo>
                    <a:pt x="7813" y="15908"/>
                  </a:lnTo>
                  <a:lnTo>
                    <a:pt x="7506" y="15844"/>
                  </a:lnTo>
                  <a:lnTo>
                    <a:pt x="7185" y="15805"/>
                  </a:lnTo>
                  <a:lnTo>
                    <a:pt x="6865" y="15767"/>
                  </a:lnTo>
                  <a:lnTo>
                    <a:pt x="6315" y="15767"/>
                  </a:lnTo>
                  <a:lnTo>
                    <a:pt x="6097" y="15754"/>
                  </a:lnTo>
                  <a:lnTo>
                    <a:pt x="5866" y="15741"/>
                  </a:lnTo>
                  <a:lnTo>
                    <a:pt x="5649" y="15703"/>
                  </a:lnTo>
                  <a:lnTo>
                    <a:pt x="5431" y="15652"/>
                  </a:lnTo>
                  <a:lnTo>
                    <a:pt x="5226" y="15588"/>
                  </a:lnTo>
                  <a:lnTo>
                    <a:pt x="5021" y="15524"/>
                  </a:lnTo>
                  <a:lnTo>
                    <a:pt x="4816" y="15434"/>
                  </a:lnTo>
                  <a:lnTo>
                    <a:pt x="4611" y="15344"/>
                  </a:lnTo>
                  <a:lnTo>
                    <a:pt x="4419" y="15229"/>
                  </a:lnTo>
                  <a:lnTo>
                    <a:pt x="4227" y="15114"/>
                  </a:lnTo>
                  <a:lnTo>
                    <a:pt x="4048" y="14986"/>
                  </a:lnTo>
                  <a:lnTo>
                    <a:pt x="3868" y="14845"/>
                  </a:lnTo>
                  <a:lnTo>
                    <a:pt x="3702" y="14691"/>
                  </a:lnTo>
                  <a:lnTo>
                    <a:pt x="3535" y="14537"/>
                  </a:lnTo>
                  <a:lnTo>
                    <a:pt x="3382" y="14371"/>
                  </a:lnTo>
                  <a:lnTo>
                    <a:pt x="3228" y="14192"/>
                  </a:lnTo>
                  <a:lnTo>
                    <a:pt x="3074" y="13999"/>
                  </a:lnTo>
                  <a:lnTo>
                    <a:pt x="2946" y="13807"/>
                  </a:lnTo>
                  <a:lnTo>
                    <a:pt x="2818" y="13602"/>
                  </a:lnTo>
                  <a:lnTo>
                    <a:pt x="2690" y="13397"/>
                  </a:lnTo>
                  <a:lnTo>
                    <a:pt x="2575" y="13180"/>
                  </a:lnTo>
                  <a:lnTo>
                    <a:pt x="2472" y="12949"/>
                  </a:lnTo>
                  <a:lnTo>
                    <a:pt x="2370" y="12719"/>
                  </a:lnTo>
                  <a:lnTo>
                    <a:pt x="2280" y="12488"/>
                  </a:lnTo>
                  <a:lnTo>
                    <a:pt x="2203" y="12245"/>
                  </a:lnTo>
                  <a:lnTo>
                    <a:pt x="2139" y="11989"/>
                  </a:lnTo>
                  <a:lnTo>
                    <a:pt x="2075" y="11732"/>
                  </a:lnTo>
                  <a:lnTo>
                    <a:pt x="2037" y="11476"/>
                  </a:lnTo>
                  <a:lnTo>
                    <a:pt x="1998" y="11207"/>
                  </a:lnTo>
                  <a:lnTo>
                    <a:pt x="1960" y="10951"/>
                  </a:lnTo>
                  <a:lnTo>
                    <a:pt x="1947" y="10669"/>
                  </a:lnTo>
                  <a:lnTo>
                    <a:pt x="1947" y="10400"/>
                  </a:lnTo>
                  <a:lnTo>
                    <a:pt x="1947" y="974"/>
                  </a:lnTo>
                  <a:lnTo>
                    <a:pt x="1934" y="871"/>
                  </a:lnTo>
                  <a:lnTo>
                    <a:pt x="1921" y="782"/>
                  </a:lnTo>
                  <a:lnTo>
                    <a:pt x="1896" y="692"/>
                  </a:lnTo>
                  <a:lnTo>
                    <a:pt x="1870" y="602"/>
                  </a:lnTo>
                  <a:lnTo>
                    <a:pt x="1819" y="513"/>
                  </a:lnTo>
                  <a:lnTo>
                    <a:pt x="1781" y="436"/>
                  </a:lnTo>
                  <a:lnTo>
                    <a:pt x="1717" y="359"/>
                  </a:lnTo>
                  <a:lnTo>
                    <a:pt x="1652" y="282"/>
                  </a:lnTo>
                  <a:lnTo>
                    <a:pt x="1588" y="231"/>
                  </a:lnTo>
                  <a:lnTo>
                    <a:pt x="1512" y="167"/>
                  </a:lnTo>
                  <a:lnTo>
                    <a:pt x="1435" y="116"/>
                  </a:lnTo>
                  <a:lnTo>
                    <a:pt x="1345" y="77"/>
                  </a:lnTo>
                  <a:lnTo>
                    <a:pt x="1255" y="52"/>
                  </a:lnTo>
                  <a:lnTo>
                    <a:pt x="1166" y="26"/>
                  </a:lnTo>
                  <a:lnTo>
                    <a:pt x="1076" y="13"/>
                  </a:lnTo>
                  <a:lnTo>
                    <a:pt x="974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" name="Google Shape;2181;p41">
              <a:extLst>
                <a:ext uri="{FF2B5EF4-FFF2-40B4-BE49-F238E27FC236}">
                  <a16:creationId xmlns:a16="http://schemas.microsoft.com/office/drawing/2014/main" id="{DE63A2F3-C089-E43A-F5C2-EDA7B041F60B}"/>
                </a:ext>
              </a:extLst>
            </p:cNvPr>
            <p:cNvSpPr/>
            <p:nvPr/>
          </p:nvSpPr>
          <p:spPr>
            <a:xfrm rot="5400000">
              <a:off x="3969169" y="2002128"/>
              <a:ext cx="1057459" cy="4279092"/>
            </a:xfrm>
            <a:custGeom>
              <a:avLst/>
              <a:gdLst/>
              <a:ahLst/>
              <a:cxnLst/>
              <a:rect l="l" t="t" r="r" b="b"/>
              <a:pathLst>
                <a:path w="12860" h="52039" extrusionOk="0">
                  <a:moveTo>
                    <a:pt x="11886" y="0"/>
                  </a:moveTo>
                  <a:lnTo>
                    <a:pt x="11783" y="13"/>
                  </a:lnTo>
                  <a:lnTo>
                    <a:pt x="11694" y="26"/>
                  </a:lnTo>
                  <a:lnTo>
                    <a:pt x="11604" y="52"/>
                  </a:lnTo>
                  <a:lnTo>
                    <a:pt x="11515" y="77"/>
                  </a:lnTo>
                  <a:lnTo>
                    <a:pt x="11425" y="116"/>
                  </a:lnTo>
                  <a:lnTo>
                    <a:pt x="11348" y="167"/>
                  </a:lnTo>
                  <a:lnTo>
                    <a:pt x="11271" y="231"/>
                  </a:lnTo>
                  <a:lnTo>
                    <a:pt x="11207" y="282"/>
                  </a:lnTo>
                  <a:lnTo>
                    <a:pt x="11143" y="359"/>
                  </a:lnTo>
                  <a:lnTo>
                    <a:pt x="11079" y="436"/>
                  </a:lnTo>
                  <a:lnTo>
                    <a:pt x="11028" y="513"/>
                  </a:lnTo>
                  <a:lnTo>
                    <a:pt x="10989" y="602"/>
                  </a:lnTo>
                  <a:lnTo>
                    <a:pt x="10964" y="692"/>
                  </a:lnTo>
                  <a:lnTo>
                    <a:pt x="10938" y="782"/>
                  </a:lnTo>
                  <a:lnTo>
                    <a:pt x="10925" y="871"/>
                  </a:lnTo>
                  <a:lnTo>
                    <a:pt x="10913" y="974"/>
                  </a:lnTo>
                  <a:lnTo>
                    <a:pt x="10913" y="10400"/>
                  </a:lnTo>
                  <a:lnTo>
                    <a:pt x="10913" y="10669"/>
                  </a:lnTo>
                  <a:lnTo>
                    <a:pt x="10900" y="10951"/>
                  </a:lnTo>
                  <a:lnTo>
                    <a:pt x="10861" y="11207"/>
                  </a:lnTo>
                  <a:lnTo>
                    <a:pt x="10823" y="11476"/>
                  </a:lnTo>
                  <a:lnTo>
                    <a:pt x="10784" y="11732"/>
                  </a:lnTo>
                  <a:lnTo>
                    <a:pt x="10720" y="11989"/>
                  </a:lnTo>
                  <a:lnTo>
                    <a:pt x="10656" y="12245"/>
                  </a:lnTo>
                  <a:lnTo>
                    <a:pt x="10567" y="12488"/>
                  </a:lnTo>
                  <a:lnTo>
                    <a:pt x="10490" y="12719"/>
                  </a:lnTo>
                  <a:lnTo>
                    <a:pt x="10387" y="12949"/>
                  </a:lnTo>
                  <a:lnTo>
                    <a:pt x="10285" y="13180"/>
                  </a:lnTo>
                  <a:lnTo>
                    <a:pt x="10170" y="13397"/>
                  </a:lnTo>
                  <a:lnTo>
                    <a:pt x="10042" y="13602"/>
                  </a:lnTo>
                  <a:lnTo>
                    <a:pt x="9914" y="13807"/>
                  </a:lnTo>
                  <a:lnTo>
                    <a:pt x="9785" y="13999"/>
                  </a:lnTo>
                  <a:lnTo>
                    <a:pt x="9632" y="14192"/>
                  </a:lnTo>
                  <a:lnTo>
                    <a:pt x="9478" y="14371"/>
                  </a:lnTo>
                  <a:lnTo>
                    <a:pt x="9324" y="14537"/>
                  </a:lnTo>
                  <a:lnTo>
                    <a:pt x="9158" y="14691"/>
                  </a:lnTo>
                  <a:lnTo>
                    <a:pt x="8991" y="14845"/>
                  </a:lnTo>
                  <a:lnTo>
                    <a:pt x="8812" y="14986"/>
                  </a:lnTo>
                  <a:lnTo>
                    <a:pt x="8620" y="15114"/>
                  </a:lnTo>
                  <a:lnTo>
                    <a:pt x="8441" y="15229"/>
                  </a:lnTo>
                  <a:lnTo>
                    <a:pt x="8249" y="15344"/>
                  </a:lnTo>
                  <a:lnTo>
                    <a:pt x="8044" y="15434"/>
                  </a:lnTo>
                  <a:lnTo>
                    <a:pt x="7839" y="15524"/>
                  </a:lnTo>
                  <a:lnTo>
                    <a:pt x="7634" y="15588"/>
                  </a:lnTo>
                  <a:lnTo>
                    <a:pt x="7429" y="15652"/>
                  </a:lnTo>
                  <a:lnTo>
                    <a:pt x="7211" y="15703"/>
                  </a:lnTo>
                  <a:lnTo>
                    <a:pt x="6993" y="15741"/>
                  </a:lnTo>
                  <a:lnTo>
                    <a:pt x="6763" y="15754"/>
                  </a:lnTo>
                  <a:lnTo>
                    <a:pt x="6545" y="15767"/>
                  </a:lnTo>
                  <a:lnTo>
                    <a:pt x="5994" y="15767"/>
                  </a:lnTo>
                  <a:lnTo>
                    <a:pt x="5674" y="15805"/>
                  </a:lnTo>
                  <a:lnTo>
                    <a:pt x="5354" y="15844"/>
                  </a:lnTo>
                  <a:lnTo>
                    <a:pt x="5047" y="15908"/>
                  </a:lnTo>
                  <a:lnTo>
                    <a:pt x="4739" y="15997"/>
                  </a:lnTo>
                  <a:lnTo>
                    <a:pt x="4445" y="16087"/>
                  </a:lnTo>
                  <a:lnTo>
                    <a:pt x="4150" y="16202"/>
                  </a:lnTo>
                  <a:lnTo>
                    <a:pt x="3855" y="16343"/>
                  </a:lnTo>
                  <a:lnTo>
                    <a:pt x="3574" y="16484"/>
                  </a:lnTo>
                  <a:lnTo>
                    <a:pt x="3305" y="16651"/>
                  </a:lnTo>
                  <a:lnTo>
                    <a:pt x="3049" y="16817"/>
                  </a:lnTo>
                  <a:lnTo>
                    <a:pt x="2792" y="17009"/>
                  </a:lnTo>
                  <a:lnTo>
                    <a:pt x="2536" y="17214"/>
                  </a:lnTo>
                  <a:lnTo>
                    <a:pt x="2306" y="17432"/>
                  </a:lnTo>
                  <a:lnTo>
                    <a:pt x="2075" y="17662"/>
                  </a:lnTo>
                  <a:lnTo>
                    <a:pt x="1857" y="17906"/>
                  </a:lnTo>
                  <a:lnTo>
                    <a:pt x="1640" y="18162"/>
                  </a:lnTo>
                  <a:lnTo>
                    <a:pt x="1448" y="18431"/>
                  </a:lnTo>
                  <a:lnTo>
                    <a:pt x="1255" y="18700"/>
                  </a:lnTo>
                  <a:lnTo>
                    <a:pt x="1076" y="18994"/>
                  </a:lnTo>
                  <a:lnTo>
                    <a:pt x="910" y="19289"/>
                  </a:lnTo>
                  <a:lnTo>
                    <a:pt x="769" y="19596"/>
                  </a:lnTo>
                  <a:lnTo>
                    <a:pt x="628" y="19904"/>
                  </a:lnTo>
                  <a:lnTo>
                    <a:pt x="500" y="20224"/>
                  </a:lnTo>
                  <a:lnTo>
                    <a:pt x="385" y="20557"/>
                  </a:lnTo>
                  <a:lnTo>
                    <a:pt x="282" y="20903"/>
                  </a:lnTo>
                  <a:lnTo>
                    <a:pt x="192" y="21249"/>
                  </a:lnTo>
                  <a:lnTo>
                    <a:pt x="128" y="21594"/>
                  </a:lnTo>
                  <a:lnTo>
                    <a:pt x="77" y="21966"/>
                  </a:lnTo>
                  <a:lnTo>
                    <a:pt x="26" y="22325"/>
                  </a:lnTo>
                  <a:lnTo>
                    <a:pt x="13" y="22696"/>
                  </a:lnTo>
                  <a:lnTo>
                    <a:pt x="0" y="23067"/>
                  </a:lnTo>
                  <a:lnTo>
                    <a:pt x="0" y="28972"/>
                  </a:lnTo>
                  <a:lnTo>
                    <a:pt x="13" y="29343"/>
                  </a:lnTo>
                  <a:lnTo>
                    <a:pt x="26" y="29715"/>
                  </a:lnTo>
                  <a:lnTo>
                    <a:pt x="77" y="30086"/>
                  </a:lnTo>
                  <a:lnTo>
                    <a:pt x="128" y="30445"/>
                  </a:lnTo>
                  <a:lnTo>
                    <a:pt x="192" y="30791"/>
                  </a:lnTo>
                  <a:lnTo>
                    <a:pt x="282" y="31136"/>
                  </a:lnTo>
                  <a:lnTo>
                    <a:pt x="385" y="31482"/>
                  </a:lnTo>
                  <a:lnTo>
                    <a:pt x="500" y="31815"/>
                  </a:lnTo>
                  <a:lnTo>
                    <a:pt x="628" y="32135"/>
                  </a:lnTo>
                  <a:lnTo>
                    <a:pt x="769" y="32456"/>
                  </a:lnTo>
                  <a:lnTo>
                    <a:pt x="910" y="32763"/>
                  </a:lnTo>
                  <a:lnTo>
                    <a:pt x="1076" y="33058"/>
                  </a:lnTo>
                  <a:lnTo>
                    <a:pt x="1255" y="33339"/>
                  </a:lnTo>
                  <a:lnTo>
                    <a:pt x="1448" y="33621"/>
                  </a:lnTo>
                  <a:lnTo>
                    <a:pt x="1640" y="33877"/>
                  </a:lnTo>
                  <a:lnTo>
                    <a:pt x="1857" y="34133"/>
                  </a:lnTo>
                  <a:lnTo>
                    <a:pt x="2075" y="34377"/>
                  </a:lnTo>
                  <a:lnTo>
                    <a:pt x="2306" y="34607"/>
                  </a:lnTo>
                  <a:lnTo>
                    <a:pt x="2536" y="34825"/>
                  </a:lnTo>
                  <a:lnTo>
                    <a:pt x="2792" y="35030"/>
                  </a:lnTo>
                  <a:lnTo>
                    <a:pt x="3049" y="35222"/>
                  </a:lnTo>
                  <a:lnTo>
                    <a:pt x="3305" y="35401"/>
                  </a:lnTo>
                  <a:lnTo>
                    <a:pt x="3574" y="35555"/>
                  </a:lnTo>
                  <a:lnTo>
                    <a:pt x="3855" y="35709"/>
                  </a:lnTo>
                  <a:lnTo>
                    <a:pt x="4150" y="35837"/>
                  </a:lnTo>
                  <a:lnTo>
                    <a:pt x="4445" y="35952"/>
                  </a:lnTo>
                  <a:lnTo>
                    <a:pt x="4739" y="36055"/>
                  </a:lnTo>
                  <a:lnTo>
                    <a:pt x="5047" y="36131"/>
                  </a:lnTo>
                  <a:lnTo>
                    <a:pt x="5354" y="36195"/>
                  </a:lnTo>
                  <a:lnTo>
                    <a:pt x="5674" y="36247"/>
                  </a:lnTo>
                  <a:lnTo>
                    <a:pt x="5994" y="36272"/>
                  </a:lnTo>
                  <a:lnTo>
                    <a:pt x="6315" y="36285"/>
                  </a:lnTo>
                  <a:lnTo>
                    <a:pt x="6763" y="36285"/>
                  </a:lnTo>
                  <a:lnTo>
                    <a:pt x="6993" y="36311"/>
                  </a:lnTo>
                  <a:lnTo>
                    <a:pt x="7211" y="36336"/>
                  </a:lnTo>
                  <a:lnTo>
                    <a:pt x="7429" y="36388"/>
                  </a:lnTo>
                  <a:lnTo>
                    <a:pt x="7634" y="36452"/>
                  </a:lnTo>
                  <a:lnTo>
                    <a:pt x="7839" y="36516"/>
                  </a:lnTo>
                  <a:lnTo>
                    <a:pt x="8044" y="36605"/>
                  </a:lnTo>
                  <a:lnTo>
                    <a:pt x="8249" y="36708"/>
                  </a:lnTo>
                  <a:lnTo>
                    <a:pt x="8441" y="36810"/>
                  </a:lnTo>
                  <a:lnTo>
                    <a:pt x="8620" y="36926"/>
                  </a:lnTo>
                  <a:lnTo>
                    <a:pt x="8812" y="37054"/>
                  </a:lnTo>
                  <a:lnTo>
                    <a:pt x="8991" y="37195"/>
                  </a:lnTo>
                  <a:lnTo>
                    <a:pt x="9158" y="37348"/>
                  </a:lnTo>
                  <a:lnTo>
                    <a:pt x="9324" y="37502"/>
                  </a:lnTo>
                  <a:lnTo>
                    <a:pt x="9478" y="37681"/>
                  </a:lnTo>
                  <a:lnTo>
                    <a:pt x="9632" y="37848"/>
                  </a:lnTo>
                  <a:lnTo>
                    <a:pt x="9785" y="38040"/>
                  </a:lnTo>
                  <a:lnTo>
                    <a:pt x="9914" y="38232"/>
                  </a:lnTo>
                  <a:lnTo>
                    <a:pt x="10042" y="38437"/>
                  </a:lnTo>
                  <a:lnTo>
                    <a:pt x="10170" y="38642"/>
                  </a:lnTo>
                  <a:lnTo>
                    <a:pt x="10285" y="38860"/>
                  </a:lnTo>
                  <a:lnTo>
                    <a:pt x="10387" y="39090"/>
                  </a:lnTo>
                  <a:lnTo>
                    <a:pt x="10490" y="39321"/>
                  </a:lnTo>
                  <a:lnTo>
                    <a:pt x="10567" y="39564"/>
                  </a:lnTo>
                  <a:lnTo>
                    <a:pt x="10656" y="39807"/>
                  </a:lnTo>
                  <a:lnTo>
                    <a:pt x="10720" y="40051"/>
                  </a:lnTo>
                  <a:lnTo>
                    <a:pt x="10784" y="40307"/>
                  </a:lnTo>
                  <a:lnTo>
                    <a:pt x="10823" y="40563"/>
                  </a:lnTo>
                  <a:lnTo>
                    <a:pt x="10861" y="40832"/>
                  </a:lnTo>
                  <a:lnTo>
                    <a:pt x="10900" y="41101"/>
                  </a:lnTo>
                  <a:lnTo>
                    <a:pt x="10913" y="41370"/>
                  </a:lnTo>
                  <a:lnTo>
                    <a:pt x="10913" y="41652"/>
                  </a:lnTo>
                  <a:lnTo>
                    <a:pt x="10913" y="51065"/>
                  </a:lnTo>
                  <a:lnTo>
                    <a:pt x="10925" y="51168"/>
                  </a:lnTo>
                  <a:lnTo>
                    <a:pt x="10938" y="51258"/>
                  </a:lnTo>
                  <a:lnTo>
                    <a:pt x="10964" y="51360"/>
                  </a:lnTo>
                  <a:lnTo>
                    <a:pt x="10989" y="51450"/>
                  </a:lnTo>
                  <a:lnTo>
                    <a:pt x="11028" y="51527"/>
                  </a:lnTo>
                  <a:lnTo>
                    <a:pt x="11079" y="51616"/>
                  </a:lnTo>
                  <a:lnTo>
                    <a:pt x="11143" y="51680"/>
                  </a:lnTo>
                  <a:lnTo>
                    <a:pt x="11207" y="51757"/>
                  </a:lnTo>
                  <a:lnTo>
                    <a:pt x="11271" y="51821"/>
                  </a:lnTo>
                  <a:lnTo>
                    <a:pt x="11348" y="51872"/>
                  </a:lnTo>
                  <a:lnTo>
                    <a:pt x="11425" y="51924"/>
                  </a:lnTo>
                  <a:lnTo>
                    <a:pt x="11515" y="51962"/>
                  </a:lnTo>
                  <a:lnTo>
                    <a:pt x="11604" y="52000"/>
                  </a:lnTo>
                  <a:lnTo>
                    <a:pt x="11694" y="52013"/>
                  </a:lnTo>
                  <a:lnTo>
                    <a:pt x="11783" y="52039"/>
                  </a:lnTo>
                  <a:lnTo>
                    <a:pt x="11988" y="52039"/>
                  </a:lnTo>
                  <a:lnTo>
                    <a:pt x="12078" y="52013"/>
                  </a:lnTo>
                  <a:lnTo>
                    <a:pt x="12181" y="52000"/>
                  </a:lnTo>
                  <a:lnTo>
                    <a:pt x="12270" y="51962"/>
                  </a:lnTo>
                  <a:lnTo>
                    <a:pt x="12347" y="51924"/>
                  </a:lnTo>
                  <a:lnTo>
                    <a:pt x="12437" y="51872"/>
                  </a:lnTo>
                  <a:lnTo>
                    <a:pt x="12501" y="51821"/>
                  </a:lnTo>
                  <a:lnTo>
                    <a:pt x="12578" y="51757"/>
                  </a:lnTo>
                  <a:lnTo>
                    <a:pt x="12642" y="51680"/>
                  </a:lnTo>
                  <a:lnTo>
                    <a:pt x="12693" y="51616"/>
                  </a:lnTo>
                  <a:lnTo>
                    <a:pt x="12744" y="51527"/>
                  </a:lnTo>
                  <a:lnTo>
                    <a:pt x="12783" y="51450"/>
                  </a:lnTo>
                  <a:lnTo>
                    <a:pt x="12821" y="51360"/>
                  </a:lnTo>
                  <a:lnTo>
                    <a:pt x="12834" y="51258"/>
                  </a:lnTo>
                  <a:lnTo>
                    <a:pt x="12859" y="51168"/>
                  </a:lnTo>
                  <a:lnTo>
                    <a:pt x="12859" y="51065"/>
                  </a:lnTo>
                  <a:lnTo>
                    <a:pt x="12859" y="41652"/>
                  </a:lnTo>
                  <a:lnTo>
                    <a:pt x="12847" y="41267"/>
                  </a:lnTo>
                  <a:lnTo>
                    <a:pt x="12821" y="40896"/>
                  </a:lnTo>
                  <a:lnTo>
                    <a:pt x="12783" y="40537"/>
                  </a:lnTo>
                  <a:lnTo>
                    <a:pt x="12731" y="40179"/>
                  </a:lnTo>
                  <a:lnTo>
                    <a:pt x="12654" y="39820"/>
                  </a:lnTo>
                  <a:lnTo>
                    <a:pt x="12578" y="39474"/>
                  </a:lnTo>
                  <a:lnTo>
                    <a:pt x="12475" y="39141"/>
                  </a:lnTo>
                  <a:lnTo>
                    <a:pt x="12360" y="38808"/>
                  </a:lnTo>
                  <a:lnTo>
                    <a:pt x="12232" y="38475"/>
                  </a:lnTo>
                  <a:lnTo>
                    <a:pt x="12091" y="38168"/>
                  </a:lnTo>
                  <a:lnTo>
                    <a:pt x="11937" y="37861"/>
                  </a:lnTo>
                  <a:lnTo>
                    <a:pt x="11783" y="37566"/>
                  </a:lnTo>
                  <a:lnTo>
                    <a:pt x="11604" y="37271"/>
                  </a:lnTo>
                  <a:lnTo>
                    <a:pt x="11412" y="37002"/>
                  </a:lnTo>
                  <a:lnTo>
                    <a:pt x="11220" y="36733"/>
                  </a:lnTo>
                  <a:lnTo>
                    <a:pt x="11002" y="36477"/>
                  </a:lnTo>
                  <a:lnTo>
                    <a:pt x="10784" y="36234"/>
                  </a:lnTo>
                  <a:lnTo>
                    <a:pt x="10554" y="36003"/>
                  </a:lnTo>
                  <a:lnTo>
                    <a:pt x="10323" y="35786"/>
                  </a:lnTo>
                  <a:lnTo>
                    <a:pt x="10067" y="35581"/>
                  </a:lnTo>
                  <a:lnTo>
                    <a:pt x="9811" y="35401"/>
                  </a:lnTo>
                  <a:lnTo>
                    <a:pt x="9555" y="35222"/>
                  </a:lnTo>
                  <a:lnTo>
                    <a:pt x="9273" y="35056"/>
                  </a:lnTo>
                  <a:lnTo>
                    <a:pt x="9004" y="34915"/>
                  </a:lnTo>
                  <a:lnTo>
                    <a:pt x="8710" y="34787"/>
                  </a:lnTo>
                  <a:lnTo>
                    <a:pt x="8415" y="34671"/>
                  </a:lnTo>
                  <a:lnTo>
                    <a:pt x="8120" y="34569"/>
                  </a:lnTo>
                  <a:lnTo>
                    <a:pt x="7813" y="34479"/>
                  </a:lnTo>
                  <a:lnTo>
                    <a:pt x="7506" y="34415"/>
                  </a:lnTo>
                  <a:lnTo>
                    <a:pt x="7185" y="34377"/>
                  </a:lnTo>
                  <a:lnTo>
                    <a:pt x="6865" y="34351"/>
                  </a:lnTo>
                  <a:lnTo>
                    <a:pt x="6545" y="34338"/>
                  </a:lnTo>
                  <a:lnTo>
                    <a:pt x="6315" y="34338"/>
                  </a:lnTo>
                  <a:lnTo>
                    <a:pt x="6097" y="34326"/>
                  </a:lnTo>
                  <a:lnTo>
                    <a:pt x="5866" y="34313"/>
                  </a:lnTo>
                  <a:lnTo>
                    <a:pt x="5649" y="34274"/>
                  </a:lnTo>
                  <a:lnTo>
                    <a:pt x="5431" y="34223"/>
                  </a:lnTo>
                  <a:lnTo>
                    <a:pt x="5226" y="34172"/>
                  </a:lnTo>
                  <a:lnTo>
                    <a:pt x="5021" y="34095"/>
                  </a:lnTo>
                  <a:lnTo>
                    <a:pt x="4816" y="34005"/>
                  </a:lnTo>
                  <a:lnTo>
                    <a:pt x="4611" y="33916"/>
                  </a:lnTo>
                  <a:lnTo>
                    <a:pt x="4419" y="33800"/>
                  </a:lnTo>
                  <a:lnTo>
                    <a:pt x="4227" y="33685"/>
                  </a:lnTo>
                  <a:lnTo>
                    <a:pt x="4048" y="33557"/>
                  </a:lnTo>
                  <a:lnTo>
                    <a:pt x="3868" y="33416"/>
                  </a:lnTo>
                  <a:lnTo>
                    <a:pt x="3702" y="33275"/>
                  </a:lnTo>
                  <a:lnTo>
                    <a:pt x="3535" y="33109"/>
                  </a:lnTo>
                  <a:lnTo>
                    <a:pt x="3382" y="32942"/>
                  </a:lnTo>
                  <a:lnTo>
                    <a:pt x="3228" y="32763"/>
                  </a:lnTo>
                  <a:lnTo>
                    <a:pt x="3074" y="32571"/>
                  </a:lnTo>
                  <a:lnTo>
                    <a:pt x="2946" y="32379"/>
                  </a:lnTo>
                  <a:lnTo>
                    <a:pt x="2818" y="32174"/>
                  </a:lnTo>
                  <a:lnTo>
                    <a:pt x="2690" y="31969"/>
                  </a:lnTo>
                  <a:lnTo>
                    <a:pt x="2575" y="31751"/>
                  </a:lnTo>
                  <a:lnTo>
                    <a:pt x="2472" y="31521"/>
                  </a:lnTo>
                  <a:lnTo>
                    <a:pt x="2370" y="31290"/>
                  </a:lnTo>
                  <a:lnTo>
                    <a:pt x="2280" y="31060"/>
                  </a:lnTo>
                  <a:lnTo>
                    <a:pt x="2203" y="30816"/>
                  </a:lnTo>
                  <a:lnTo>
                    <a:pt x="2139" y="30560"/>
                  </a:lnTo>
                  <a:lnTo>
                    <a:pt x="2075" y="30304"/>
                  </a:lnTo>
                  <a:lnTo>
                    <a:pt x="2037" y="30048"/>
                  </a:lnTo>
                  <a:lnTo>
                    <a:pt x="1998" y="29792"/>
                  </a:lnTo>
                  <a:lnTo>
                    <a:pt x="1960" y="29523"/>
                  </a:lnTo>
                  <a:lnTo>
                    <a:pt x="1947" y="29241"/>
                  </a:lnTo>
                  <a:lnTo>
                    <a:pt x="1947" y="28972"/>
                  </a:lnTo>
                  <a:lnTo>
                    <a:pt x="1947" y="23067"/>
                  </a:lnTo>
                  <a:lnTo>
                    <a:pt x="1947" y="22798"/>
                  </a:lnTo>
                  <a:lnTo>
                    <a:pt x="1960" y="22529"/>
                  </a:lnTo>
                  <a:lnTo>
                    <a:pt x="1998" y="22260"/>
                  </a:lnTo>
                  <a:lnTo>
                    <a:pt x="2037" y="21992"/>
                  </a:lnTo>
                  <a:lnTo>
                    <a:pt x="2075" y="21735"/>
                  </a:lnTo>
                  <a:lnTo>
                    <a:pt x="2139" y="21479"/>
                  </a:lnTo>
                  <a:lnTo>
                    <a:pt x="2203" y="21223"/>
                  </a:lnTo>
                  <a:lnTo>
                    <a:pt x="2280" y="20980"/>
                  </a:lnTo>
                  <a:lnTo>
                    <a:pt x="2370" y="20749"/>
                  </a:lnTo>
                  <a:lnTo>
                    <a:pt x="2472" y="20519"/>
                  </a:lnTo>
                  <a:lnTo>
                    <a:pt x="2575" y="20288"/>
                  </a:lnTo>
                  <a:lnTo>
                    <a:pt x="2690" y="20070"/>
                  </a:lnTo>
                  <a:lnTo>
                    <a:pt x="2818" y="19865"/>
                  </a:lnTo>
                  <a:lnTo>
                    <a:pt x="2946" y="19660"/>
                  </a:lnTo>
                  <a:lnTo>
                    <a:pt x="3074" y="19468"/>
                  </a:lnTo>
                  <a:lnTo>
                    <a:pt x="3228" y="19276"/>
                  </a:lnTo>
                  <a:lnTo>
                    <a:pt x="3382" y="19097"/>
                  </a:lnTo>
                  <a:lnTo>
                    <a:pt x="3535" y="18930"/>
                  </a:lnTo>
                  <a:lnTo>
                    <a:pt x="3702" y="18777"/>
                  </a:lnTo>
                  <a:lnTo>
                    <a:pt x="3868" y="18623"/>
                  </a:lnTo>
                  <a:lnTo>
                    <a:pt x="4048" y="18482"/>
                  </a:lnTo>
                  <a:lnTo>
                    <a:pt x="4227" y="18354"/>
                  </a:lnTo>
                  <a:lnTo>
                    <a:pt x="4419" y="18239"/>
                  </a:lnTo>
                  <a:lnTo>
                    <a:pt x="4611" y="18124"/>
                  </a:lnTo>
                  <a:lnTo>
                    <a:pt x="4816" y="18034"/>
                  </a:lnTo>
                  <a:lnTo>
                    <a:pt x="5021" y="17944"/>
                  </a:lnTo>
                  <a:lnTo>
                    <a:pt x="5226" y="17880"/>
                  </a:lnTo>
                  <a:lnTo>
                    <a:pt x="5431" y="17816"/>
                  </a:lnTo>
                  <a:lnTo>
                    <a:pt x="5649" y="17765"/>
                  </a:lnTo>
                  <a:lnTo>
                    <a:pt x="5866" y="17739"/>
                  </a:lnTo>
                  <a:lnTo>
                    <a:pt x="6097" y="17714"/>
                  </a:lnTo>
                  <a:lnTo>
                    <a:pt x="6315" y="17701"/>
                  </a:lnTo>
                  <a:lnTo>
                    <a:pt x="6865" y="17701"/>
                  </a:lnTo>
                  <a:lnTo>
                    <a:pt x="7185" y="17662"/>
                  </a:lnTo>
                  <a:lnTo>
                    <a:pt x="7506" y="17624"/>
                  </a:lnTo>
                  <a:lnTo>
                    <a:pt x="7813" y="17560"/>
                  </a:lnTo>
                  <a:lnTo>
                    <a:pt x="8120" y="17470"/>
                  </a:lnTo>
                  <a:lnTo>
                    <a:pt x="8415" y="17381"/>
                  </a:lnTo>
                  <a:lnTo>
                    <a:pt x="8710" y="17265"/>
                  </a:lnTo>
                  <a:lnTo>
                    <a:pt x="9004" y="17125"/>
                  </a:lnTo>
                  <a:lnTo>
                    <a:pt x="9273" y="16984"/>
                  </a:lnTo>
                  <a:lnTo>
                    <a:pt x="9555" y="16817"/>
                  </a:lnTo>
                  <a:lnTo>
                    <a:pt x="9811" y="16651"/>
                  </a:lnTo>
                  <a:lnTo>
                    <a:pt x="10067" y="16459"/>
                  </a:lnTo>
                  <a:lnTo>
                    <a:pt x="10323" y="16254"/>
                  </a:lnTo>
                  <a:lnTo>
                    <a:pt x="10554" y="16036"/>
                  </a:lnTo>
                  <a:lnTo>
                    <a:pt x="10784" y="15805"/>
                  </a:lnTo>
                  <a:lnTo>
                    <a:pt x="11002" y="15562"/>
                  </a:lnTo>
                  <a:lnTo>
                    <a:pt x="11220" y="15306"/>
                  </a:lnTo>
                  <a:lnTo>
                    <a:pt x="11412" y="15050"/>
                  </a:lnTo>
                  <a:lnTo>
                    <a:pt x="11604" y="14768"/>
                  </a:lnTo>
                  <a:lnTo>
                    <a:pt x="11783" y="14486"/>
                  </a:lnTo>
                  <a:lnTo>
                    <a:pt x="11937" y="14179"/>
                  </a:lnTo>
                  <a:lnTo>
                    <a:pt x="12091" y="13884"/>
                  </a:lnTo>
                  <a:lnTo>
                    <a:pt x="12232" y="13564"/>
                  </a:lnTo>
                  <a:lnTo>
                    <a:pt x="12360" y="13244"/>
                  </a:lnTo>
                  <a:lnTo>
                    <a:pt x="12475" y="12911"/>
                  </a:lnTo>
                  <a:lnTo>
                    <a:pt x="12578" y="12565"/>
                  </a:lnTo>
                  <a:lnTo>
                    <a:pt x="12654" y="12219"/>
                  </a:lnTo>
                  <a:lnTo>
                    <a:pt x="12731" y="11873"/>
                  </a:lnTo>
                  <a:lnTo>
                    <a:pt x="12783" y="11515"/>
                  </a:lnTo>
                  <a:lnTo>
                    <a:pt x="12821" y="11143"/>
                  </a:lnTo>
                  <a:lnTo>
                    <a:pt x="12847" y="10772"/>
                  </a:lnTo>
                  <a:lnTo>
                    <a:pt x="12859" y="10400"/>
                  </a:lnTo>
                  <a:lnTo>
                    <a:pt x="12859" y="974"/>
                  </a:lnTo>
                  <a:lnTo>
                    <a:pt x="12859" y="871"/>
                  </a:lnTo>
                  <a:lnTo>
                    <a:pt x="12834" y="782"/>
                  </a:lnTo>
                  <a:lnTo>
                    <a:pt x="12821" y="692"/>
                  </a:lnTo>
                  <a:lnTo>
                    <a:pt x="12783" y="602"/>
                  </a:lnTo>
                  <a:lnTo>
                    <a:pt x="12744" y="513"/>
                  </a:lnTo>
                  <a:lnTo>
                    <a:pt x="12693" y="436"/>
                  </a:lnTo>
                  <a:lnTo>
                    <a:pt x="12642" y="359"/>
                  </a:lnTo>
                  <a:lnTo>
                    <a:pt x="12578" y="282"/>
                  </a:lnTo>
                  <a:lnTo>
                    <a:pt x="12501" y="231"/>
                  </a:lnTo>
                  <a:lnTo>
                    <a:pt x="12437" y="167"/>
                  </a:lnTo>
                  <a:lnTo>
                    <a:pt x="12347" y="116"/>
                  </a:lnTo>
                  <a:lnTo>
                    <a:pt x="12270" y="77"/>
                  </a:lnTo>
                  <a:lnTo>
                    <a:pt x="12181" y="52"/>
                  </a:lnTo>
                  <a:lnTo>
                    <a:pt x="12078" y="26"/>
                  </a:lnTo>
                  <a:lnTo>
                    <a:pt x="11988" y="13"/>
                  </a:lnTo>
                  <a:lnTo>
                    <a:pt x="11886" y="0"/>
                  </a:lnTo>
                  <a:close/>
                </a:path>
              </a:pathLst>
            </a:custGeom>
            <a:solidFill>
              <a:srgbClr val="CCCCC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" name="Google Shape;2182;p41">
              <a:extLst>
                <a:ext uri="{FF2B5EF4-FFF2-40B4-BE49-F238E27FC236}">
                  <a16:creationId xmlns:a16="http://schemas.microsoft.com/office/drawing/2014/main" id="{5D471F2D-D72A-39A2-15F6-8930516C0845}"/>
                </a:ext>
              </a:extLst>
            </p:cNvPr>
            <p:cNvSpPr/>
            <p:nvPr/>
          </p:nvSpPr>
          <p:spPr>
            <a:xfrm rot="5400000">
              <a:off x="4514156" y="2219528"/>
              <a:ext cx="239121" cy="239203"/>
            </a:xfrm>
            <a:custGeom>
              <a:avLst/>
              <a:gdLst/>
              <a:ahLst/>
              <a:cxnLst/>
              <a:rect l="l" t="t" r="r" b="b"/>
              <a:pathLst>
                <a:path w="2908" h="2909" extrusionOk="0">
                  <a:moveTo>
                    <a:pt x="1448" y="1"/>
                  </a:moveTo>
                  <a:lnTo>
                    <a:pt x="1307" y="14"/>
                  </a:lnTo>
                  <a:lnTo>
                    <a:pt x="1153" y="26"/>
                  </a:lnTo>
                  <a:lnTo>
                    <a:pt x="1025" y="65"/>
                  </a:lnTo>
                  <a:lnTo>
                    <a:pt x="884" y="116"/>
                  </a:lnTo>
                  <a:lnTo>
                    <a:pt x="756" y="180"/>
                  </a:lnTo>
                  <a:lnTo>
                    <a:pt x="641" y="244"/>
                  </a:lnTo>
                  <a:lnTo>
                    <a:pt x="526" y="334"/>
                  </a:lnTo>
                  <a:lnTo>
                    <a:pt x="423" y="423"/>
                  </a:lnTo>
                  <a:lnTo>
                    <a:pt x="333" y="526"/>
                  </a:lnTo>
                  <a:lnTo>
                    <a:pt x="244" y="641"/>
                  </a:lnTo>
                  <a:lnTo>
                    <a:pt x="167" y="756"/>
                  </a:lnTo>
                  <a:lnTo>
                    <a:pt x="116" y="884"/>
                  </a:lnTo>
                  <a:lnTo>
                    <a:pt x="65" y="1025"/>
                  </a:lnTo>
                  <a:lnTo>
                    <a:pt x="26" y="1166"/>
                  </a:lnTo>
                  <a:lnTo>
                    <a:pt x="0" y="1307"/>
                  </a:lnTo>
                  <a:lnTo>
                    <a:pt x="0" y="1461"/>
                  </a:lnTo>
                  <a:lnTo>
                    <a:pt x="0" y="1602"/>
                  </a:lnTo>
                  <a:lnTo>
                    <a:pt x="26" y="1755"/>
                  </a:lnTo>
                  <a:lnTo>
                    <a:pt x="65" y="1883"/>
                  </a:lnTo>
                  <a:lnTo>
                    <a:pt x="116" y="2024"/>
                  </a:lnTo>
                  <a:lnTo>
                    <a:pt x="167" y="2152"/>
                  </a:lnTo>
                  <a:lnTo>
                    <a:pt x="244" y="2268"/>
                  </a:lnTo>
                  <a:lnTo>
                    <a:pt x="333" y="2383"/>
                  </a:lnTo>
                  <a:lnTo>
                    <a:pt x="423" y="2485"/>
                  </a:lnTo>
                  <a:lnTo>
                    <a:pt x="526" y="2575"/>
                  </a:lnTo>
                  <a:lnTo>
                    <a:pt x="641" y="2665"/>
                  </a:lnTo>
                  <a:lnTo>
                    <a:pt x="756" y="2742"/>
                  </a:lnTo>
                  <a:lnTo>
                    <a:pt x="884" y="2793"/>
                  </a:lnTo>
                  <a:lnTo>
                    <a:pt x="1025" y="2844"/>
                  </a:lnTo>
                  <a:lnTo>
                    <a:pt x="1153" y="2882"/>
                  </a:lnTo>
                  <a:lnTo>
                    <a:pt x="1307" y="2908"/>
                  </a:lnTo>
                  <a:lnTo>
                    <a:pt x="1601" y="2908"/>
                  </a:lnTo>
                  <a:lnTo>
                    <a:pt x="1742" y="2882"/>
                  </a:lnTo>
                  <a:lnTo>
                    <a:pt x="1883" y="2844"/>
                  </a:lnTo>
                  <a:lnTo>
                    <a:pt x="2024" y="2793"/>
                  </a:lnTo>
                  <a:lnTo>
                    <a:pt x="2139" y="2742"/>
                  </a:lnTo>
                  <a:lnTo>
                    <a:pt x="2267" y="2665"/>
                  </a:lnTo>
                  <a:lnTo>
                    <a:pt x="2383" y="2575"/>
                  </a:lnTo>
                  <a:lnTo>
                    <a:pt x="2485" y="2485"/>
                  </a:lnTo>
                  <a:lnTo>
                    <a:pt x="2575" y="2383"/>
                  </a:lnTo>
                  <a:lnTo>
                    <a:pt x="2665" y="2268"/>
                  </a:lnTo>
                  <a:lnTo>
                    <a:pt x="2729" y="2152"/>
                  </a:lnTo>
                  <a:lnTo>
                    <a:pt x="2793" y="2024"/>
                  </a:lnTo>
                  <a:lnTo>
                    <a:pt x="2844" y="1883"/>
                  </a:lnTo>
                  <a:lnTo>
                    <a:pt x="2882" y="1755"/>
                  </a:lnTo>
                  <a:lnTo>
                    <a:pt x="2895" y="1602"/>
                  </a:lnTo>
                  <a:lnTo>
                    <a:pt x="2908" y="1461"/>
                  </a:lnTo>
                  <a:lnTo>
                    <a:pt x="2895" y="1307"/>
                  </a:lnTo>
                  <a:lnTo>
                    <a:pt x="2882" y="1166"/>
                  </a:lnTo>
                  <a:lnTo>
                    <a:pt x="2844" y="1025"/>
                  </a:lnTo>
                  <a:lnTo>
                    <a:pt x="2793" y="884"/>
                  </a:lnTo>
                  <a:lnTo>
                    <a:pt x="2729" y="756"/>
                  </a:lnTo>
                  <a:lnTo>
                    <a:pt x="2665" y="641"/>
                  </a:lnTo>
                  <a:lnTo>
                    <a:pt x="2575" y="526"/>
                  </a:lnTo>
                  <a:lnTo>
                    <a:pt x="2485" y="423"/>
                  </a:lnTo>
                  <a:lnTo>
                    <a:pt x="2383" y="334"/>
                  </a:lnTo>
                  <a:lnTo>
                    <a:pt x="2267" y="244"/>
                  </a:lnTo>
                  <a:lnTo>
                    <a:pt x="2139" y="180"/>
                  </a:lnTo>
                  <a:lnTo>
                    <a:pt x="2024" y="116"/>
                  </a:lnTo>
                  <a:lnTo>
                    <a:pt x="1883" y="65"/>
                  </a:lnTo>
                  <a:lnTo>
                    <a:pt x="1742" y="26"/>
                  </a:lnTo>
                  <a:lnTo>
                    <a:pt x="1601" y="14"/>
                  </a:lnTo>
                  <a:lnTo>
                    <a:pt x="1448" y="1"/>
                  </a:lnTo>
                  <a:close/>
                </a:path>
              </a:pathLst>
            </a:custGeom>
            <a:solidFill>
              <a:srgbClr val="FCBC5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" name="Google Shape;2183;p41">
              <a:extLst>
                <a:ext uri="{FF2B5EF4-FFF2-40B4-BE49-F238E27FC236}">
                  <a16:creationId xmlns:a16="http://schemas.microsoft.com/office/drawing/2014/main" id="{3861EC27-A8BF-6565-BAAC-C52FEA110479}"/>
                </a:ext>
              </a:extLst>
            </p:cNvPr>
            <p:cNvSpPr/>
            <p:nvPr/>
          </p:nvSpPr>
          <p:spPr>
            <a:xfrm rot="5400000">
              <a:off x="5969916" y="2734931"/>
              <a:ext cx="174378" cy="174378"/>
            </a:xfrm>
            <a:prstGeom prst="ellipse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" name="Google Shape;2184;p41">
              <a:extLst>
                <a:ext uri="{FF2B5EF4-FFF2-40B4-BE49-F238E27FC236}">
                  <a16:creationId xmlns:a16="http://schemas.microsoft.com/office/drawing/2014/main" id="{49DF85C6-55E8-D7D7-9C6D-876B2BA25742}"/>
                </a:ext>
              </a:extLst>
            </p:cNvPr>
            <p:cNvSpPr/>
            <p:nvPr/>
          </p:nvSpPr>
          <p:spPr>
            <a:xfrm rot="5400000">
              <a:off x="3819307" y="2536551"/>
              <a:ext cx="174378" cy="174378"/>
            </a:xfrm>
            <a:prstGeom prst="ellipse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Google Shape;2185;p41">
              <a:extLst>
                <a:ext uri="{FF2B5EF4-FFF2-40B4-BE49-F238E27FC236}">
                  <a16:creationId xmlns:a16="http://schemas.microsoft.com/office/drawing/2014/main" id="{6B920E01-AD11-CAF8-A4E7-97CA14D59D9A}"/>
                </a:ext>
              </a:extLst>
            </p:cNvPr>
            <p:cNvSpPr/>
            <p:nvPr/>
          </p:nvSpPr>
          <p:spPr>
            <a:xfrm rot="5400000">
              <a:off x="2775274" y="2524387"/>
              <a:ext cx="174300" cy="174300"/>
            </a:xfrm>
            <a:prstGeom prst="ellipse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24418671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7FC3FD3F-45EE-74E3-AD64-441303B83E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420060" y="6339338"/>
            <a:ext cx="2743200" cy="365125"/>
          </a:xfrm>
        </p:spPr>
        <p:txBody>
          <a:bodyPr/>
          <a:lstStyle/>
          <a:p>
            <a:r>
              <a:rPr lang="en-US" dirty="0"/>
              <a:t>4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5857FF2-9B72-C5C3-17C8-E4A8970108C1}"/>
              </a:ext>
            </a:extLst>
          </p:cNvPr>
          <p:cNvSpPr txBox="1">
            <a:spLocks/>
          </p:cNvSpPr>
          <p:nvPr/>
        </p:nvSpPr>
        <p:spPr>
          <a:xfrm>
            <a:off x="1878931" y="234074"/>
            <a:ext cx="8434137" cy="1038708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400" b="1" kern="1200" cap="all" baseline="0">
                <a:solidFill>
                  <a:schemeClr val="accent6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o-RO" sz="4800" dirty="0">
                <a:solidFill>
                  <a:schemeClr val="tx1"/>
                </a:solidFill>
                <a:latin typeface="Fira Sans Extra Condensed" panose="020B0503050000020004" pitchFamily="34" charset="0"/>
                <a:cs typeface="Calibri" panose="020F0502020204030204" pitchFamily="34" charset="0"/>
              </a:rPr>
              <a:t>Tehnologii folosite</a:t>
            </a:r>
            <a:endParaRPr lang="en-US" sz="4800" dirty="0">
              <a:solidFill>
                <a:schemeClr val="tx1"/>
              </a:solidFill>
              <a:latin typeface="Fira Sans Extra Condensed" panose="020B0503050000020004" pitchFamily="34" charset="0"/>
              <a:cs typeface="Calibri" panose="020F0502020204030204" pitchFamily="34" charset="0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6D2A123-3BDC-B40B-1818-DDE820BEB94C}"/>
              </a:ext>
            </a:extLst>
          </p:cNvPr>
          <p:cNvSpPr/>
          <p:nvPr/>
        </p:nvSpPr>
        <p:spPr>
          <a:xfrm>
            <a:off x="371602" y="2443883"/>
            <a:ext cx="2743200" cy="3730108"/>
          </a:xfrm>
          <a:prstGeom prst="roundRect">
            <a:avLst/>
          </a:prstGeom>
          <a:solidFill>
            <a:srgbClr val="89EFA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5" name="Picture 4" descr="MongoDB logo and symbol, meaning, history, PNG">
            <a:extLst>
              <a:ext uri="{FF2B5EF4-FFF2-40B4-BE49-F238E27FC236}">
                <a16:creationId xmlns:a16="http://schemas.microsoft.com/office/drawing/2014/main" id="{8342D542-3BE7-4659-9364-FC8520547C3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153" r="2831" b="22465"/>
          <a:stretch/>
        </p:blipFill>
        <p:spPr bwMode="auto">
          <a:xfrm>
            <a:off x="620558" y="1701837"/>
            <a:ext cx="2245288" cy="7420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Google Shape;1535;p32">
            <a:extLst>
              <a:ext uri="{FF2B5EF4-FFF2-40B4-BE49-F238E27FC236}">
                <a16:creationId xmlns:a16="http://schemas.microsoft.com/office/drawing/2014/main" id="{395E73EE-94D7-7C30-1D0F-2B7DF2287E44}"/>
              </a:ext>
            </a:extLst>
          </p:cNvPr>
          <p:cNvSpPr txBox="1"/>
          <p:nvPr/>
        </p:nvSpPr>
        <p:spPr>
          <a:xfrm>
            <a:off x="466623" y="2443883"/>
            <a:ext cx="2553158" cy="9432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/>
            <a:r>
              <a:rPr lang="en-US" sz="2800" b="1" dirty="0" err="1">
                <a:solidFill>
                  <a:schemeClr val="dk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Baza</a:t>
            </a:r>
            <a:r>
              <a:rPr lang="en-US" sz="2800" b="1" dirty="0">
                <a:solidFill>
                  <a:schemeClr val="dk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 de date</a:t>
            </a:r>
            <a:endParaRPr sz="2800" b="1" dirty="0">
              <a:solidFill>
                <a:schemeClr val="dk1"/>
              </a:solidFill>
              <a:latin typeface="Fira Sans Extra Condensed"/>
              <a:ea typeface="Fira Sans Extra Condensed"/>
              <a:cs typeface="Fira Sans Extra Condensed"/>
              <a:sym typeface="Fira Sans Extra Condensed"/>
            </a:endParaRPr>
          </a:p>
        </p:txBody>
      </p:sp>
      <p:sp>
        <p:nvSpPr>
          <p:cNvPr id="7" name="Google Shape;2498;p46">
            <a:extLst>
              <a:ext uri="{FF2B5EF4-FFF2-40B4-BE49-F238E27FC236}">
                <a16:creationId xmlns:a16="http://schemas.microsoft.com/office/drawing/2014/main" id="{475A4389-2E4E-646A-4002-8F13EE422CE0}"/>
              </a:ext>
            </a:extLst>
          </p:cNvPr>
          <p:cNvSpPr txBox="1"/>
          <p:nvPr/>
        </p:nvSpPr>
        <p:spPr>
          <a:xfrm>
            <a:off x="684926" y="3299319"/>
            <a:ext cx="2057400" cy="2611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dirty="0">
                <a:latin typeface="Fira Sans Extra Condensed" panose="020B0503050000020004" pitchFamily="34" charset="0"/>
                <a:ea typeface="Roboto"/>
                <a:cs typeface="Roboto"/>
                <a:sym typeface="Roboto"/>
              </a:rPr>
              <a:t>T</a:t>
            </a:r>
            <a:r>
              <a:rPr lang="en" dirty="0">
                <a:latin typeface="Fira Sans Extra Condensed" panose="020B0503050000020004" pitchFamily="34" charset="0"/>
                <a:ea typeface="Roboto"/>
                <a:cs typeface="Roboto"/>
                <a:sym typeface="Roboto"/>
              </a:rPr>
              <a:t>ranzac</a:t>
            </a:r>
            <a:r>
              <a:rPr lang="ro-RO" dirty="0">
                <a:latin typeface="Fira Sans Extra Condensed" panose="020B0503050000020004" pitchFamily="34" charset="0"/>
                <a:ea typeface="Roboto"/>
                <a:cs typeface="Roboto"/>
                <a:sym typeface="Roboto"/>
              </a:rPr>
              <a:t>ții și informații despre utilizatori</a:t>
            </a:r>
            <a:endParaRPr lang="en-US" dirty="0">
              <a:latin typeface="Fira Sans Extra Condensed" panose="020B0503050000020004" pitchFamily="34" charset="0"/>
              <a:ea typeface="Roboto"/>
              <a:cs typeface="Roboto"/>
              <a:sym typeface="Roboto"/>
            </a:endParaRPr>
          </a:p>
          <a:p>
            <a:pPr lvl="0" algn="l" rtl="0">
              <a:spcBef>
                <a:spcPts val="0"/>
              </a:spcBef>
              <a:spcAft>
                <a:spcPts val="0"/>
              </a:spcAft>
            </a:pPr>
            <a:endParaRPr lang="ro-RO" dirty="0">
              <a:latin typeface="Fira Sans Extra Condensed" panose="020B0503050000020004" pitchFamily="34" charset="0"/>
              <a:ea typeface="Roboto"/>
              <a:cs typeface="Roboto"/>
              <a:sym typeface="Roboto"/>
            </a:endParaRP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o-RO" dirty="0">
                <a:latin typeface="Fira Sans Extra Condensed" panose="020B0503050000020004" pitchFamily="34" charset="0"/>
                <a:ea typeface="Roboto"/>
                <a:cs typeface="Roboto"/>
                <a:sym typeface="Roboto"/>
              </a:rPr>
              <a:t>Știrile</a:t>
            </a:r>
            <a:r>
              <a:rPr lang="en-US" dirty="0">
                <a:latin typeface="Fira Sans Extra Condensed" panose="020B0503050000020004" pitchFamily="34" charset="0"/>
                <a:ea typeface="Roboto"/>
                <a:cs typeface="Roboto"/>
                <a:sym typeface="Roboto"/>
              </a:rPr>
              <a:t> </a:t>
            </a:r>
            <a:r>
              <a:rPr lang="en-US" dirty="0" err="1">
                <a:latin typeface="Fira Sans Extra Condensed" panose="020B0503050000020004" pitchFamily="34" charset="0"/>
                <a:ea typeface="Roboto"/>
                <a:cs typeface="Roboto"/>
                <a:sym typeface="Roboto"/>
              </a:rPr>
              <a:t>extrase</a:t>
            </a:r>
            <a:r>
              <a:rPr lang="en-US" dirty="0">
                <a:latin typeface="Fira Sans Extra Condensed" panose="020B0503050000020004" pitchFamily="34" charset="0"/>
                <a:ea typeface="Roboto"/>
                <a:cs typeface="Roboto"/>
                <a:sym typeface="Roboto"/>
              </a:rPr>
              <a:t> de pe Google News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US" dirty="0">
              <a:latin typeface="Fira Sans Extra Condensed" panose="020B0503050000020004" pitchFamily="34" charset="0"/>
              <a:ea typeface="Roboto"/>
              <a:cs typeface="Roboto"/>
              <a:sym typeface="Roboto"/>
            </a:endParaRP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dirty="0">
                <a:latin typeface="Fira Sans Extra Condensed" panose="020B0503050000020004" pitchFamily="34" charset="0"/>
                <a:ea typeface="Roboto"/>
                <a:cs typeface="Roboto"/>
                <a:sym typeface="Roboto"/>
              </a:rPr>
              <a:t>Post</a:t>
            </a:r>
            <a:r>
              <a:rPr lang="ro-RO" dirty="0" err="1">
                <a:latin typeface="Fira Sans Extra Condensed" panose="020B0503050000020004" pitchFamily="34" charset="0"/>
                <a:ea typeface="Roboto"/>
                <a:cs typeface="Roboto"/>
                <a:sym typeface="Roboto"/>
              </a:rPr>
              <a:t>ări</a:t>
            </a:r>
            <a:r>
              <a:rPr lang="ro-RO" dirty="0">
                <a:latin typeface="Fira Sans Extra Condensed" panose="020B0503050000020004" pitchFamily="34" charset="0"/>
                <a:ea typeface="Roboto"/>
                <a:cs typeface="Roboto"/>
                <a:sym typeface="Roboto"/>
              </a:rPr>
              <a:t> relevante de pe </a:t>
            </a:r>
            <a:r>
              <a:rPr lang="ro-RO" dirty="0" err="1">
                <a:latin typeface="Fira Sans Extra Condensed" panose="020B0503050000020004" pitchFamily="34" charset="0"/>
                <a:ea typeface="Roboto"/>
                <a:cs typeface="Roboto"/>
                <a:sym typeface="Roboto"/>
              </a:rPr>
              <a:t>Twitter</a:t>
            </a:r>
            <a:r>
              <a:rPr lang="ro-RO" dirty="0">
                <a:latin typeface="Fira Sans Extra Condensed" panose="020B0503050000020004" pitchFamily="34" charset="0"/>
                <a:ea typeface="Roboto"/>
                <a:cs typeface="Roboto"/>
                <a:sym typeface="Roboto"/>
              </a:rPr>
              <a:t> </a:t>
            </a:r>
            <a:endParaRPr dirty="0">
              <a:latin typeface="Fira Sans Extra Condensed" panose="020B0503050000020004" pitchFamily="34" charset="0"/>
              <a:ea typeface="Roboto"/>
              <a:cs typeface="Roboto"/>
              <a:sym typeface="Roboto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E839394F-C864-B8B9-23F5-EB44787F8773}"/>
              </a:ext>
            </a:extLst>
          </p:cNvPr>
          <p:cNvSpPr/>
          <p:nvPr/>
        </p:nvSpPr>
        <p:spPr>
          <a:xfrm>
            <a:off x="3267660" y="2443883"/>
            <a:ext cx="2743200" cy="3730108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050" name="Picture 2" descr="Introduction to ExpressJS [+6 Learning Resources] - Geekflare">
            <a:extLst>
              <a:ext uri="{FF2B5EF4-FFF2-40B4-BE49-F238E27FC236}">
                <a16:creationId xmlns:a16="http://schemas.microsoft.com/office/drawing/2014/main" id="{BE2A0DB2-C831-CAB4-1F5F-C55D0C7274F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-1781"/>
          <a:stretch/>
        </p:blipFill>
        <p:spPr bwMode="auto">
          <a:xfrm>
            <a:off x="3820135" y="1784784"/>
            <a:ext cx="1749983" cy="5761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>
            <a:extLst>
              <a:ext uri="{FF2B5EF4-FFF2-40B4-BE49-F238E27FC236}">
                <a16:creationId xmlns:a16="http://schemas.microsoft.com/office/drawing/2014/main" id="{6E828ACD-2D99-AA6F-5D62-EA235D39DB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20135" y="5038999"/>
            <a:ext cx="1638250" cy="10021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Google Shape;1535;p32">
            <a:extLst>
              <a:ext uri="{FF2B5EF4-FFF2-40B4-BE49-F238E27FC236}">
                <a16:creationId xmlns:a16="http://schemas.microsoft.com/office/drawing/2014/main" id="{FD6FC357-4F0E-0D32-7421-FE2F6DCB181A}"/>
              </a:ext>
            </a:extLst>
          </p:cNvPr>
          <p:cNvSpPr txBox="1"/>
          <p:nvPr/>
        </p:nvSpPr>
        <p:spPr>
          <a:xfrm>
            <a:off x="3362681" y="2356104"/>
            <a:ext cx="2553158" cy="9432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/>
            <a:r>
              <a:rPr lang="ro-RO" sz="2800" b="1" dirty="0">
                <a:solidFill>
                  <a:schemeClr val="dk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Server</a:t>
            </a:r>
            <a:endParaRPr sz="2800" b="1" dirty="0">
              <a:solidFill>
                <a:schemeClr val="dk1"/>
              </a:solidFill>
              <a:latin typeface="Fira Sans Extra Condensed"/>
              <a:ea typeface="Fira Sans Extra Condensed"/>
              <a:cs typeface="Fira Sans Extra Condensed"/>
              <a:sym typeface="Fira Sans Extra Condensed"/>
            </a:endParaRPr>
          </a:p>
        </p:txBody>
      </p:sp>
      <p:sp>
        <p:nvSpPr>
          <p:cNvPr id="10" name="Google Shape;2498;p46">
            <a:extLst>
              <a:ext uri="{FF2B5EF4-FFF2-40B4-BE49-F238E27FC236}">
                <a16:creationId xmlns:a16="http://schemas.microsoft.com/office/drawing/2014/main" id="{1284EA41-05CB-9D12-5312-CD25AF0F18B1}"/>
              </a:ext>
            </a:extLst>
          </p:cNvPr>
          <p:cNvSpPr txBox="1"/>
          <p:nvPr/>
        </p:nvSpPr>
        <p:spPr>
          <a:xfrm>
            <a:off x="3394795" y="3250859"/>
            <a:ext cx="2604795" cy="2611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o-RO" dirty="0">
                <a:latin typeface="Fira Sans Extra Condensed" panose="020B0503050000020004" pitchFamily="34" charset="0"/>
                <a:ea typeface="Roboto"/>
                <a:cs typeface="Roboto"/>
                <a:sym typeface="Roboto"/>
              </a:rPr>
              <a:t>Definirea rutelor HTTP</a:t>
            </a:r>
          </a:p>
          <a:p>
            <a:pPr lvl="0" algn="l" rtl="0">
              <a:spcBef>
                <a:spcPts val="0"/>
              </a:spcBef>
              <a:spcAft>
                <a:spcPts val="0"/>
              </a:spcAft>
            </a:pPr>
            <a:endParaRPr lang="ro-RO" dirty="0">
              <a:latin typeface="Fira Sans Extra Condensed" panose="020B0503050000020004" pitchFamily="34" charset="0"/>
              <a:ea typeface="Roboto"/>
              <a:cs typeface="Roboto"/>
              <a:sym typeface="Roboto"/>
            </a:endParaRP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o-RO" dirty="0">
                <a:latin typeface="Fira Sans Extra Condensed" panose="020B0503050000020004" pitchFamily="34" charset="0"/>
                <a:ea typeface="Roboto"/>
                <a:cs typeface="Roboto"/>
                <a:sym typeface="Roboto"/>
              </a:rPr>
              <a:t>Comunicarea cu baza de date</a:t>
            </a:r>
            <a:endParaRPr lang="en-US" dirty="0">
              <a:latin typeface="Fira Sans Extra Condensed" panose="020B0503050000020004" pitchFamily="34" charset="0"/>
              <a:ea typeface="Roboto"/>
              <a:cs typeface="Roboto"/>
              <a:sym typeface="Roboto"/>
            </a:endParaRPr>
          </a:p>
          <a:p>
            <a:pPr lvl="0" algn="l" rtl="0">
              <a:spcBef>
                <a:spcPts val="0"/>
              </a:spcBef>
              <a:spcAft>
                <a:spcPts val="0"/>
              </a:spcAft>
            </a:pPr>
            <a:endParaRPr lang="ro-RO" dirty="0">
              <a:latin typeface="Fira Sans Extra Condensed" panose="020B0503050000020004" pitchFamily="34" charset="0"/>
              <a:ea typeface="Roboto"/>
              <a:cs typeface="Roboto"/>
              <a:sym typeface="Roboto"/>
            </a:endParaRP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US" dirty="0">
              <a:latin typeface="Fira Sans Extra Condensed" panose="020B0503050000020004" pitchFamily="34" charset="0"/>
              <a:ea typeface="Roboto"/>
              <a:cs typeface="Roboto"/>
              <a:sym typeface="Roboto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CB9E14C4-1E0F-4F9D-5C1B-0AD1E66E5557}"/>
              </a:ext>
            </a:extLst>
          </p:cNvPr>
          <p:cNvSpPr/>
          <p:nvPr/>
        </p:nvSpPr>
        <p:spPr>
          <a:xfrm>
            <a:off x="6163260" y="2402409"/>
            <a:ext cx="2743200" cy="3730108"/>
          </a:xfrm>
          <a:prstGeom prst="roundRect">
            <a:avLst/>
          </a:prstGeom>
          <a:solidFill>
            <a:srgbClr val="AAC4E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Google Shape;1535;p32">
            <a:extLst>
              <a:ext uri="{FF2B5EF4-FFF2-40B4-BE49-F238E27FC236}">
                <a16:creationId xmlns:a16="http://schemas.microsoft.com/office/drawing/2014/main" id="{1D7F6FF8-6390-46A7-C707-94048156D772}"/>
              </a:ext>
            </a:extLst>
          </p:cNvPr>
          <p:cNvSpPr txBox="1"/>
          <p:nvPr/>
        </p:nvSpPr>
        <p:spPr>
          <a:xfrm>
            <a:off x="6258281" y="2314630"/>
            <a:ext cx="2553158" cy="9432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/>
            <a:r>
              <a:rPr lang="ro-RO" sz="2800" b="1" dirty="0">
                <a:solidFill>
                  <a:schemeClr val="dk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Client</a:t>
            </a:r>
            <a:endParaRPr sz="2800" b="1" dirty="0">
              <a:solidFill>
                <a:schemeClr val="dk1"/>
              </a:solidFill>
              <a:latin typeface="Fira Sans Extra Condensed"/>
              <a:ea typeface="Fira Sans Extra Condensed"/>
              <a:cs typeface="Fira Sans Extra Condensed"/>
              <a:sym typeface="Fira Sans Extra Condensed"/>
            </a:endParaRPr>
          </a:p>
        </p:txBody>
      </p:sp>
      <p:sp>
        <p:nvSpPr>
          <p:cNvPr id="16" name="Google Shape;2498;p46">
            <a:extLst>
              <a:ext uri="{FF2B5EF4-FFF2-40B4-BE49-F238E27FC236}">
                <a16:creationId xmlns:a16="http://schemas.microsoft.com/office/drawing/2014/main" id="{8C469D07-693C-A25A-97ED-1744DD45586F}"/>
              </a:ext>
            </a:extLst>
          </p:cNvPr>
          <p:cNvSpPr txBox="1"/>
          <p:nvPr/>
        </p:nvSpPr>
        <p:spPr>
          <a:xfrm>
            <a:off x="6299074" y="3081945"/>
            <a:ext cx="2471569" cy="2611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o-RO" dirty="0">
                <a:latin typeface="Fira Sans Extra Condensed" panose="020B0503050000020004" pitchFamily="34" charset="0"/>
                <a:ea typeface="Roboto"/>
                <a:cs typeface="Roboto"/>
                <a:sym typeface="Roboto"/>
              </a:rPr>
              <a:t>Interfața cu utilizatorul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ro-RO" dirty="0">
              <a:latin typeface="Fira Sans Extra Condensed" panose="020B0503050000020004" pitchFamily="34" charset="0"/>
              <a:ea typeface="Roboto"/>
              <a:cs typeface="Roboto"/>
              <a:sym typeface="Roboto"/>
            </a:endParaRP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o-RO" dirty="0">
                <a:latin typeface="Fira Sans Extra Condensed" panose="020B0503050000020004" pitchFamily="34" charset="0"/>
                <a:ea typeface="Roboto"/>
                <a:cs typeface="Roboto"/>
                <a:sym typeface="Roboto"/>
              </a:rPr>
              <a:t>Afișarea statisticilor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ro-RO" dirty="0">
              <a:latin typeface="Fira Sans Extra Condensed" panose="020B0503050000020004" pitchFamily="34" charset="0"/>
              <a:ea typeface="Roboto"/>
              <a:cs typeface="Roboto"/>
              <a:sym typeface="Roboto"/>
            </a:endParaRP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o-RO" dirty="0">
                <a:latin typeface="Fira Sans Extra Condensed" panose="020B0503050000020004" pitchFamily="34" charset="0"/>
                <a:ea typeface="Roboto"/>
                <a:cs typeface="Roboto"/>
                <a:sym typeface="Roboto"/>
              </a:rPr>
              <a:t>Redarea evoluției în timp real a activelor financiare</a:t>
            </a:r>
            <a:endParaRPr lang="en-US" dirty="0">
              <a:latin typeface="Fira Sans Extra Condensed" panose="020B0503050000020004" pitchFamily="34" charset="0"/>
              <a:ea typeface="Roboto"/>
              <a:cs typeface="Roboto"/>
              <a:sym typeface="Roboto"/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513BADEC-4E4D-CAAE-0C97-1F8D92E5E30B}"/>
              </a:ext>
            </a:extLst>
          </p:cNvPr>
          <p:cNvSpPr/>
          <p:nvPr/>
        </p:nvSpPr>
        <p:spPr>
          <a:xfrm>
            <a:off x="9058860" y="2402409"/>
            <a:ext cx="2743200" cy="3730108"/>
          </a:xfrm>
          <a:prstGeom prst="roundRect">
            <a:avLst/>
          </a:prstGeom>
          <a:solidFill>
            <a:srgbClr val="D0A6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Google Shape;1535;p32">
            <a:extLst>
              <a:ext uri="{FF2B5EF4-FFF2-40B4-BE49-F238E27FC236}">
                <a16:creationId xmlns:a16="http://schemas.microsoft.com/office/drawing/2014/main" id="{B319E79D-C602-9AD3-4294-49C1A29741B9}"/>
              </a:ext>
            </a:extLst>
          </p:cNvPr>
          <p:cNvSpPr txBox="1"/>
          <p:nvPr/>
        </p:nvSpPr>
        <p:spPr>
          <a:xfrm>
            <a:off x="9153881" y="2314630"/>
            <a:ext cx="2553158" cy="9432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/>
            <a:r>
              <a:rPr lang="ro-RO" sz="2800" b="1" dirty="0">
                <a:solidFill>
                  <a:schemeClr val="dk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Analiza datelor</a:t>
            </a:r>
            <a:endParaRPr sz="2800" b="1" dirty="0">
              <a:solidFill>
                <a:schemeClr val="dk1"/>
              </a:solidFill>
              <a:latin typeface="Fira Sans Extra Condensed"/>
              <a:ea typeface="Fira Sans Extra Condensed"/>
              <a:cs typeface="Fira Sans Extra Condensed"/>
              <a:sym typeface="Fira Sans Extra Condensed"/>
            </a:endParaRPr>
          </a:p>
        </p:txBody>
      </p:sp>
      <p:sp>
        <p:nvSpPr>
          <p:cNvPr id="21" name="Google Shape;2498;p46">
            <a:extLst>
              <a:ext uri="{FF2B5EF4-FFF2-40B4-BE49-F238E27FC236}">
                <a16:creationId xmlns:a16="http://schemas.microsoft.com/office/drawing/2014/main" id="{BA81CBE7-B681-FA74-7155-C1CB75B0E280}"/>
              </a:ext>
            </a:extLst>
          </p:cNvPr>
          <p:cNvSpPr txBox="1"/>
          <p:nvPr/>
        </p:nvSpPr>
        <p:spPr>
          <a:xfrm>
            <a:off x="9296583" y="3430102"/>
            <a:ext cx="2267751" cy="2611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o-RO" dirty="0">
                <a:latin typeface="Fira Sans Extra Condensed" panose="020B0503050000020004" pitchFamily="34" charset="0"/>
                <a:ea typeface="Roboto"/>
                <a:cs typeface="Roboto"/>
                <a:sym typeface="Roboto"/>
              </a:rPr>
              <a:t>Modelul de învățare automată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ro-RO" dirty="0">
              <a:latin typeface="Fira Sans Extra Condensed" panose="020B0503050000020004" pitchFamily="34" charset="0"/>
              <a:ea typeface="Roboto"/>
              <a:cs typeface="Roboto"/>
              <a:sym typeface="Roboto"/>
            </a:endParaRP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o-RO" dirty="0">
                <a:latin typeface="Fira Sans Extra Condensed" panose="020B0503050000020004" pitchFamily="34" charset="0"/>
                <a:ea typeface="Roboto"/>
                <a:cs typeface="Roboto"/>
                <a:sym typeface="Roboto"/>
              </a:rPr>
              <a:t>Extragerea știrilor și postărilor </a:t>
            </a:r>
            <a:r>
              <a:rPr lang="en-US" dirty="0">
                <a:latin typeface="Fira Sans Extra Condensed" panose="020B0503050000020004" pitchFamily="34" charset="0"/>
                <a:ea typeface="Roboto"/>
                <a:cs typeface="Roboto"/>
                <a:sym typeface="Roboto"/>
              </a:rPr>
              <a:t>de pe internet</a:t>
            </a:r>
            <a:endParaRPr lang="ro-RO" dirty="0">
              <a:latin typeface="Fira Sans Extra Condensed" panose="020B0503050000020004" pitchFamily="34" charset="0"/>
              <a:ea typeface="Roboto"/>
              <a:cs typeface="Roboto"/>
              <a:sym typeface="Roboto"/>
            </a:endParaRP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ro-RO" dirty="0">
              <a:latin typeface="Fira Sans Extra Condensed" panose="020B0503050000020004" pitchFamily="34" charset="0"/>
              <a:ea typeface="Roboto"/>
              <a:cs typeface="Roboto"/>
              <a:sym typeface="Roboto"/>
            </a:endParaRP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o-RO" dirty="0">
                <a:latin typeface="Fira Sans Extra Condensed" panose="020B0503050000020004" pitchFamily="34" charset="0"/>
                <a:ea typeface="Roboto"/>
                <a:cs typeface="Roboto"/>
                <a:sym typeface="Roboto"/>
              </a:rPr>
              <a:t>Calcularea predicției prețurilor</a:t>
            </a:r>
            <a:endParaRPr lang="en-US" dirty="0">
              <a:latin typeface="Fira Sans Extra Condensed" panose="020B0503050000020004" pitchFamily="34" charset="0"/>
              <a:ea typeface="Roboto"/>
              <a:cs typeface="Roboto"/>
              <a:sym typeface="Roboto"/>
            </a:endParaRPr>
          </a:p>
          <a:p>
            <a:pPr lvl="0" algn="l" rtl="0">
              <a:spcBef>
                <a:spcPts val="0"/>
              </a:spcBef>
              <a:spcAft>
                <a:spcPts val="0"/>
              </a:spcAft>
            </a:pPr>
            <a:endParaRPr lang="ro-RO" dirty="0">
              <a:latin typeface="Fira Sans Extra Condensed" panose="020B0503050000020004" pitchFamily="34" charset="0"/>
              <a:ea typeface="Roboto"/>
              <a:cs typeface="Roboto"/>
              <a:sym typeface="Roboto"/>
            </a:endParaRP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US" dirty="0">
              <a:latin typeface="Fira Sans Extra Condensed" panose="020B0503050000020004" pitchFamily="34" charset="0"/>
              <a:ea typeface="Roboto"/>
              <a:cs typeface="Roboto"/>
              <a:sym typeface="Roboto"/>
            </a:endParaRPr>
          </a:p>
        </p:txBody>
      </p:sp>
      <p:pic>
        <p:nvPicPr>
          <p:cNvPr id="2056" name="Picture 8" descr="React SVG Vector Logos - Vector Logo Zone">
            <a:extLst>
              <a:ext uri="{FF2B5EF4-FFF2-40B4-BE49-F238E27FC236}">
                <a16:creationId xmlns:a16="http://schemas.microsoft.com/office/drawing/2014/main" id="{B2247A84-5E61-5C75-9C4C-8CFB33E807F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97" t="16775" r="5014" b="14945"/>
          <a:stretch/>
        </p:blipFill>
        <p:spPr bwMode="auto">
          <a:xfrm>
            <a:off x="6659868" y="1678616"/>
            <a:ext cx="1749983" cy="6537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8" name="Picture 10" descr="The Python Logo | Python Software Foundation">
            <a:extLst>
              <a:ext uri="{FF2B5EF4-FFF2-40B4-BE49-F238E27FC236}">
                <a16:creationId xmlns:a16="http://schemas.microsoft.com/office/drawing/2014/main" id="{D50182A2-2FC0-7FD7-718B-E97D50FE6E6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262" r="6683" b="16182"/>
          <a:stretch/>
        </p:blipFill>
        <p:spPr bwMode="auto">
          <a:xfrm>
            <a:off x="9429560" y="1636398"/>
            <a:ext cx="2001799" cy="6742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055393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7FC3FD3F-45EE-74E3-AD64-441303B83E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41468" y="6277793"/>
            <a:ext cx="2743200" cy="365125"/>
          </a:xfrm>
        </p:spPr>
        <p:txBody>
          <a:bodyPr/>
          <a:lstStyle/>
          <a:p>
            <a:r>
              <a:rPr lang="ro-RO" dirty="0"/>
              <a:t>5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70BC445-D03B-4802-44D5-8B711E2686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869720"/>
            <a:ext cx="10310332" cy="5773198"/>
          </a:xfrm>
          <a:prstGeom prst="rect">
            <a:avLst/>
          </a:prstGeom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13D531FB-A85F-E1A6-5560-E15EB34BBA04}"/>
              </a:ext>
            </a:extLst>
          </p:cNvPr>
          <p:cNvSpPr txBox="1">
            <a:spLocks/>
          </p:cNvSpPr>
          <p:nvPr/>
        </p:nvSpPr>
        <p:spPr>
          <a:xfrm>
            <a:off x="1878931" y="159516"/>
            <a:ext cx="8434137" cy="1038708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400" b="1" kern="1200" cap="all" baseline="0">
                <a:solidFill>
                  <a:schemeClr val="accent6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o-RO" sz="3600" dirty="0">
                <a:solidFill>
                  <a:schemeClr val="tx1"/>
                </a:solidFill>
                <a:latin typeface="Fira Sans Extra Condensed" panose="020B0503050000020004" pitchFamily="34" charset="0"/>
                <a:cs typeface="Calibri" panose="020F0502020204030204" pitchFamily="34" charset="0"/>
              </a:rPr>
              <a:t>Arhitectura aplicației</a:t>
            </a:r>
            <a:endParaRPr lang="en-US" sz="3600" dirty="0">
              <a:solidFill>
                <a:schemeClr val="tx1"/>
              </a:solidFill>
              <a:latin typeface="Fira Sans Extra Condensed" panose="020B05030500000200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481506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7FC3FD3F-45EE-74E3-AD64-441303B83E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643223" y="6328682"/>
            <a:ext cx="2743200" cy="365125"/>
          </a:xfrm>
        </p:spPr>
        <p:txBody>
          <a:bodyPr/>
          <a:lstStyle/>
          <a:p>
            <a:r>
              <a:rPr lang="en-US" dirty="0"/>
              <a:t>6</a:t>
            </a:r>
          </a:p>
        </p:txBody>
      </p:sp>
      <p:sp>
        <p:nvSpPr>
          <p:cNvPr id="61" name="Title 1">
            <a:extLst>
              <a:ext uri="{FF2B5EF4-FFF2-40B4-BE49-F238E27FC236}">
                <a16:creationId xmlns:a16="http://schemas.microsoft.com/office/drawing/2014/main" id="{C354B886-B0C9-D925-3738-26AE6AFAF075}"/>
              </a:ext>
            </a:extLst>
          </p:cNvPr>
          <p:cNvSpPr txBox="1">
            <a:spLocks/>
          </p:cNvSpPr>
          <p:nvPr/>
        </p:nvSpPr>
        <p:spPr>
          <a:xfrm>
            <a:off x="603584" y="274673"/>
            <a:ext cx="10984831" cy="84164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400" b="1" kern="1200" cap="all" baseline="0">
                <a:solidFill>
                  <a:schemeClr val="accent6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o-RO" sz="4000" dirty="0">
                <a:solidFill>
                  <a:schemeClr val="tx1"/>
                </a:solidFill>
                <a:latin typeface="Fira Sans Extra Condensed" panose="020B0503050000020004" pitchFamily="34" charset="0"/>
                <a:cs typeface="Calibri" panose="020F0502020204030204" pitchFamily="34" charset="0"/>
              </a:rPr>
              <a:t>Setul de date</a:t>
            </a:r>
            <a:endParaRPr lang="en-US" sz="4000" dirty="0">
              <a:solidFill>
                <a:schemeClr val="tx1"/>
              </a:solidFill>
              <a:latin typeface="Fira Sans Extra Condensed" panose="020B0503050000020004" pitchFamily="34" charset="0"/>
              <a:cs typeface="Calibri" panose="020F0502020204030204" pitchFamily="34" charset="0"/>
            </a:endParaRPr>
          </a:p>
        </p:txBody>
      </p:sp>
      <p:sp>
        <p:nvSpPr>
          <p:cNvPr id="4" name="Google Shape;2498;p46">
            <a:extLst>
              <a:ext uri="{FF2B5EF4-FFF2-40B4-BE49-F238E27FC236}">
                <a16:creationId xmlns:a16="http://schemas.microsoft.com/office/drawing/2014/main" id="{CF0FFAD7-E24C-2CBF-A948-FFB36343EC94}"/>
              </a:ext>
            </a:extLst>
          </p:cNvPr>
          <p:cNvSpPr txBox="1"/>
          <p:nvPr/>
        </p:nvSpPr>
        <p:spPr>
          <a:xfrm>
            <a:off x="851295" y="2329885"/>
            <a:ext cx="8327056" cy="16305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 algn="l" rtl="0">
              <a:spcBef>
                <a:spcPts val="0"/>
              </a:spcBef>
              <a:spcAft>
                <a:spcPts val="0"/>
              </a:spcAft>
            </a:pPr>
            <a:endParaRPr lang="en-US" sz="2400" dirty="0">
              <a:latin typeface="Fira Sans Extra Condensed" panose="020B0503050000020004" pitchFamily="34" charset="0"/>
              <a:ea typeface="Roboto"/>
              <a:cs typeface="Roboto"/>
              <a:sym typeface="Roboto"/>
            </a:endParaRP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400" dirty="0" err="1">
                <a:latin typeface="Fira Sans Extra Condensed" panose="020B0503050000020004" pitchFamily="34" charset="0"/>
              </a:rPr>
              <a:t>FinancialPhraseBank</a:t>
            </a:r>
            <a:r>
              <a:rPr lang="ro-RO" sz="2400" dirty="0">
                <a:latin typeface="Fira Sans Extra Condensed" panose="020B0503050000020004" pitchFamily="34" charset="0"/>
              </a:rPr>
              <a:t> </a:t>
            </a:r>
            <a:r>
              <a:rPr lang="en-US" sz="2400" dirty="0">
                <a:latin typeface="Fira Sans Extra Condensed" panose="020B0503050000020004" pitchFamily="34" charset="0"/>
              </a:rPr>
              <a:t> </a:t>
            </a:r>
            <a:r>
              <a:rPr lang="ro-RO" sz="2400" dirty="0">
                <a:latin typeface="Fira Sans Extra Condensed" panose="020B0503050000020004" pitchFamily="34" charset="0"/>
              </a:rPr>
              <a:t>     	  </a:t>
            </a:r>
            <a:r>
              <a:rPr lang="en-US" sz="2400" dirty="0">
                <a:latin typeface="Fira Sans Extra Condensed" panose="020B0503050000020004" pitchFamily="34" charset="0"/>
              </a:rPr>
              <a:t>sentiment</a:t>
            </a:r>
            <a:r>
              <a:rPr lang="ro-RO" sz="2400" dirty="0">
                <a:latin typeface="Fira Sans Extra Condensed" panose="020B0503050000020004" pitchFamily="34" charset="0"/>
              </a:rPr>
              <a:t> </a:t>
            </a:r>
          </a:p>
          <a:p>
            <a:pPr lvl="6"/>
            <a:r>
              <a:rPr lang="ro-RO" sz="2400" dirty="0">
                <a:latin typeface="Fira Sans Extra Condensed" panose="020B0503050000020004" pitchFamily="34" charset="0"/>
              </a:rPr>
              <a:t>         </a:t>
            </a:r>
            <a:r>
              <a:rPr lang="en-US" sz="2400" dirty="0" err="1">
                <a:latin typeface="Fira Sans Extra Condensed" panose="020B0503050000020004" pitchFamily="34" charset="0"/>
              </a:rPr>
              <a:t>titlu</a:t>
            </a:r>
            <a:r>
              <a:rPr lang="en-US" sz="2400" dirty="0">
                <a:latin typeface="Fira Sans Extra Condensed" panose="020B0503050000020004" pitchFamily="34" charset="0"/>
              </a:rPr>
              <a:t> </a:t>
            </a:r>
            <a:r>
              <a:rPr lang="ro-RO" sz="2400" dirty="0">
                <a:latin typeface="Fira Sans Extra Condensed" panose="020B0503050000020004" pitchFamily="34" charset="0"/>
              </a:rPr>
              <a:t>știre</a:t>
            </a:r>
          </a:p>
          <a:p>
            <a:pPr lvl="0" algn="l" rtl="0">
              <a:spcBef>
                <a:spcPts val="0"/>
              </a:spcBef>
              <a:spcAft>
                <a:spcPts val="0"/>
              </a:spcAft>
            </a:pPr>
            <a:endParaRPr lang="ro-RO" sz="2400" dirty="0">
              <a:latin typeface="Fira Sans Extra Condensed" panose="020B0503050000020004" pitchFamily="34" charset="0"/>
              <a:ea typeface="Roboto"/>
              <a:cs typeface="Roboto"/>
              <a:sym typeface="Roboto"/>
            </a:endParaRPr>
          </a:p>
          <a:p>
            <a:pPr lvl="0" algn="l" rtl="0">
              <a:spcBef>
                <a:spcPts val="0"/>
              </a:spcBef>
              <a:spcAft>
                <a:spcPts val="0"/>
              </a:spcAft>
            </a:pPr>
            <a:endParaRPr lang="ro-RO" sz="2400" dirty="0">
              <a:latin typeface="Fira Sans Extra Condensed" panose="020B0503050000020004" pitchFamily="34" charset="0"/>
              <a:ea typeface="Roboto"/>
              <a:cs typeface="Roboto"/>
              <a:sym typeface="Roboto"/>
            </a:endParaRP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BE51C7D9-3E4C-61DC-BA99-04D0BF59C7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41005" y="2109151"/>
            <a:ext cx="2668968" cy="2359610"/>
          </a:xfrm>
          <a:prstGeom prst="rect">
            <a:avLst/>
          </a:prstGeom>
        </p:spPr>
      </p:pic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9B87781C-667B-6A23-7377-BC69F1AA8859}"/>
              </a:ext>
            </a:extLst>
          </p:cNvPr>
          <p:cNvCxnSpPr/>
          <p:nvPr/>
        </p:nvCxnSpPr>
        <p:spPr>
          <a:xfrm>
            <a:off x="3728364" y="2787238"/>
            <a:ext cx="480614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CBC0A2DE-0A20-A0C1-0414-5DB3E3A60690}"/>
              </a:ext>
            </a:extLst>
          </p:cNvPr>
          <p:cNvCxnSpPr/>
          <p:nvPr/>
        </p:nvCxnSpPr>
        <p:spPr>
          <a:xfrm>
            <a:off x="3715708" y="2798384"/>
            <a:ext cx="480614" cy="32512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0" name="Google Shape;420;p18">
            <a:extLst>
              <a:ext uri="{FF2B5EF4-FFF2-40B4-BE49-F238E27FC236}">
                <a16:creationId xmlns:a16="http://schemas.microsoft.com/office/drawing/2014/main" id="{04DE8198-3DED-AF58-686F-D50302E8C8DA}"/>
              </a:ext>
            </a:extLst>
          </p:cNvPr>
          <p:cNvSpPr/>
          <p:nvPr/>
        </p:nvSpPr>
        <p:spPr>
          <a:xfrm>
            <a:off x="6604062" y="2109151"/>
            <a:ext cx="1815441" cy="464400"/>
          </a:xfrm>
          <a:prstGeom prst="roundRect">
            <a:avLst>
              <a:gd name="adj" fmla="val 50000"/>
            </a:avLst>
          </a:prstGeom>
          <a:solidFill>
            <a:srgbClr val="FF7F0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o-RO" sz="2800" b="1" dirty="0">
                <a:latin typeface="Fira Sans Extra Condensed" panose="020B0503050000020004" pitchFamily="34" charset="0"/>
              </a:rPr>
              <a:t>Pozitiv</a:t>
            </a:r>
            <a:endParaRPr sz="2800" b="1" dirty="0">
              <a:latin typeface="Fira Sans Extra Condensed" panose="020B0503050000020004" pitchFamily="34" charset="0"/>
            </a:endParaRPr>
          </a:p>
        </p:txBody>
      </p:sp>
      <p:sp>
        <p:nvSpPr>
          <p:cNvPr id="51" name="Google Shape;420;p18">
            <a:extLst>
              <a:ext uri="{FF2B5EF4-FFF2-40B4-BE49-F238E27FC236}">
                <a16:creationId xmlns:a16="http://schemas.microsoft.com/office/drawing/2014/main" id="{2B8F750A-8C80-89D6-1158-0862AAE59969}"/>
              </a:ext>
            </a:extLst>
          </p:cNvPr>
          <p:cNvSpPr/>
          <p:nvPr/>
        </p:nvSpPr>
        <p:spPr>
          <a:xfrm>
            <a:off x="6607199" y="2735250"/>
            <a:ext cx="1815441" cy="464400"/>
          </a:xfrm>
          <a:prstGeom prst="roundRect">
            <a:avLst>
              <a:gd name="adj" fmla="val 50000"/>
            </a:avLst>
          </a:prstGeom>
          <a:solidFill>
            <a:srgbClr val="2CA02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o-RO" sz="2800" b="1" dirty="0">
                <a:latin typeface="Fira Sans Extra Condensed" panose="020B0503050000020004" pitchFamily="34" charset="0"/>
              </a:rPr>
              <a:t>Negativ</a:t>
            </a:r>
            <a:endParaRPr sz="2800" b="1" dirty="0">
              <a:latin typeface="Fira Sans Extra Condensed" panose="020B0503050000020004" pitchFamily="34" charset="0"/>
            </a:endParaRPr>
          </a:p>
        </p:txBody>
      </p:sp>
      <p:sp>
        <p:nvSpPr>
          <p:cNvPr id="52" name="Google Shape;420;p18">
            <a:extLst>
              <a:ext uri="{FF2B5EF4-FFF2-40B4-BE49-F238E27FC236}">
                <a16:creationId xmlns:a16="http://schemas.microsoft.com/office/drawing/2014/main" id="{90909645-D9C9-3EE1-2999-D2789C8D88F0}"/>
              </a:ext>
            </a:extLst>
          </p:cNvPr>
          <p:cNvSpPr/>
          <p:nvPr/>
        </p:nvSpPr>
        <p:spPr>
          <a:xfrm>
            <a:off x="6607199" y="3461447"/>
            <a:ext cx="1818578" cy="464400"/>
          </a:xfrm>
          <a:prstGeom prst="roundRect">
            <a:avLst>
              <a:gd name="adj" fmla="val 50000"/>
            </a:avLst>
          </a:prstGeom>
          <a:solidFill>
            <a:srgbClr val="1F77B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o-RO" sz="2800" b="1" dirty="0">
                <a:latin typeface="Fira Sans Extra Condensed" panose="020B0503050000020004" pitchFamily="34" charset="0"/>
              </a:rPr>
              <a:t>Neutru</a:t>
            </a:r>
            <a:endParaRPr sz="2800" b="1" dirty="0">
              <a:latin typeface="Fira Sans Extra Condensed" panose="020B0503050000020004" pitchFamily="34" charset="0"/>
            </a:endParaRP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EB08C77A-54BF-E51C-EB6C-054BD86667A9}"/>
              </a:ext>
            </a:extLst>
          </p:cNvPr>
          <p:cNvCxnSpPr/>
          <p:nvPr/>
        </p:nvCxnSpPr>
        <p:spPr>
          <a:xfrm flipV="1">
            <a:off x="5470616" y="2360362"/>
            <a:ext cx="1133446" cy="63781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F48895A8-054F-60F3-31FB-C72903DC8A55}"/>
              </a:ext>
            </a:extLst>
          </p:cNvPr>
          <p:cNvCxnSpPr>
            <a:cxnSpLocks/>
          </p:cNvCxnSpPr>
          <p:nvPr/>
        </p:nvCxnSpPr>
        <p:spPr>
          <a:xfrm>
            <a:off x="5469047" y="3001602"/>
            <a:ext cx="113658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5E77CAF4-2B37-AE8C-9564-D9B5B2631688}"/>
              </a:ext>
            </a:extLst>
          </p:cNvPr>
          <p:cNvCxnSpPr>
            <a:cxnSpLocks/>
            <a:endCxn id="52" idx="1"/>
          </p:cNvCxnSpPr>
          <p:nvPr/>
        </p:nvCxnSpPr>
        <p:spPr>
          <a:xfrm>
            <a:off x="5473753" y="3015559"/>
            <a:ext cx="1133446" cy="6780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D2B02F90-90E1-256C-D4B1-D8F9CFD6C9E5}"/>
              </a:ext>
            </a:extLst>
          </p:cNvPr>
          <p:cNvSpPr txBox="1"/>
          <p:nvPr/>
        </p:nvSpPr>
        <p:spPr>
          <a:xfrm>
            <a:off x="851295" y="1556602"/>
            <a:ext cx="967894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o-RO" sz="2400" dirty="0">
                <a:latin typeface="Fira Sans Extra Condensed" panose="020B0503050000020004" pitchFamily="34" charset="0"/>
                <a:ea typeface="Roboto"/>
                <a:cs typeface="Roboto"/>
                <a:sym typeface="Roboto"/>
              </a:rPr>
              <a:t>4840 de titluri de știri - toate companiile listate la bursa de valori din Finlanda  </a:t>
            </a:r>
          </a:p>
        </p:txBody>
      </p:sp>
      <p:pic>
        <p:nvPicPr>
          <p:cNvPr id="62" name="Picture 61">
            <a:extLst>
              <a:ext uri="{FF2B5EF4-FFF2-40B4-BE49-F238E27FC236}">
                <a16:creationId xmlns:a16="http://schemas.microsoft.com/office/drawing/2014/main" id="{2EDB16D7-7EB5-D018-615E-67EB5A34C2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82833" y="4780379"/>
            <a:ext cx="6626331" cy="159358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0FDD7BB-F7DC-FED7-2768-E94694E2EEEB}"/>
              </a:ext>
            </a:extLst>
          </p:cNvPr>
          <p:cNvSpPr txBox="1"/>
          <p:nvPr/>
        </p:nvSpPr>
        <p:spPr>
          <a:xfrm>
            <a:off x="851295" y="4186950"/>
            <a:ext cx="967894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400" dirty="0" err="1">
                <a:latin typeface="Fira Sans Extra Condensed" panose="020B0503050000020004" pitchFamily="34" charset="0"/>
                <a:ea typeface="Roboto"/>
                <a:cs typeface="Roboto"/>
                <a:sym typeface="Roboto"/>
              </a:rPr>
              <a:t>Clasificat</a:t>
            </a:r>
            <a:r>
              <a:rPr lang="en-US" sz="2400" dirty="0">
                <a:latin typeface="Fira Sans Extra Condensed" panose="020B0503050000020004" pitchFamily="34" charset="0"/>
                <a:ea typeface="Roboto"/>
                <a:cs typeface="Roboto"/>
                <a:sym typeface="Roboto"/>
              </a:rPr>
              <a:t> de 16 </a:t>
            </a:r>
            <a:r>
              <a:rPr lang="en-US" sz="2400" dirty="0" err="1">
                <a:latin typeface="Fira Sans Extra Condensed" panose="020B0503050000020004" pitchFamily="34" charset="0"/>
                <a:ea typeface="Roboto"/>
                <a:cs typeface="Roboto"/>
                <a:sym typeface="Roboto"/>
              </a:rPr>
              <a:t>evaluatori</a:t>
            </a:r>
            <a:r>
              <a:rPr lang="en-US" sz="2400" dirty="0">
                <a:latin typeface="Fira Sans Extra Condensed" panose="020B0503050000020004" pitchFamily="34" charset="0"/>
                <a:ea typeface="Roboto"/>
                <a:cs typeface="Roboto"/>
                <a:sym typeface="Roboto"/>
              </a:rPr>
              <a:t> cu </a:t>
            </a:r>
            <a:r>
              <a:rPr lang="en-US" sz="2400" dirty="0" err="1">
                <a:latin typeface="Fira Sans Extra Condensed" panose="020B0503050000020004" pitchFamily="34" charset="0"/>
                <a:ea typeface="Roboto"/>
                <a:cs typeface="Roboto"/>
                <a:sym typeface="Roboto"/>
              </a:rPr>
              <a:t>specializ</a:t>
            </a:r>
            <a:r>
              <a:rPr lang="ro-RO" sz="2400" dirty="0" err="1">
                <a:latin typeface="Fira Sans Extra Condensed" panose="020B0503050000020004" pitchFamily="34" charset="0"/>
                <a:ea typeface="Roboto"/>
                <a:cs typeface="Roboto"/>
                <a:sym typeface="Roboto"/>
              </a:rPr>
              <a:t>ări</a:t>
            </a:r>
            <a:r>
              <a:rPr lang="ro-RO" sz="2400" dirty="0">
                <a:latin typeface="Fira Sans Extra Condensed" panose="020B0503050000020004" pitchFamily="34" charset="0"/>
                <a:ea typeface="Roboto"/>
                <a:cs typeface="Roboto"/>
                <a:sym typeface="Roboto"/>
              </a:rPr>
              <a:t> în domeniul economic</a:t>
            </a:r>
          </a:p>
        </p:txBody>
      </p:sp>
    </p:spTree>
    <p:extLst>
      <p:ext uri="{BB962C8B-B14F-4D97-AF65-F5344CB8AC3E}">
        <p14:creationId xmlns:p14="http://schemas.microsoft.com/office/powerpoint/2010/main" val="9796220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7FC3FD3F-45EE-74E3-AD64-441303B83E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242509" y="6328682"/>
            <a:ext cx="2743200" cy="365125"/>
          </a:xfrm>
        </p:spPr>
        <p:txBody>
          <a:bodyPr/>
          <a:lstStyle/>
          <a:p>
            <a:r>
              <a:rPr lang="ro-RO" dirty="0"/>
              <a:t>7</a:t>
            </a:r>
            <a:endParaRPr lang="en-US" dirty="0"/>
          </a:p>
        </p:txBody>
      </p:sp>
      <p:sp>
        <p:nvSpPr>
          <p:cNvPr id="61" name="Title 1">
            <a:extLst>
              <a:ext uri="{FF2B5EF4-FFF2-40B4-BE49-F238E27FC236}">
                <a16:creationId xmlns:a16="http://schemas.microsoft.com/office/drawing/2014/main" id="{C354B886-B0C9-D925-3738-26AE6AFAF075}"/>
              </a:ext>
            </a:extLst>
          </p:cNvPr>
          <p:cNvSpPr txBox="1">
            <a:spLocks/>
          </p:cNvSpPr>
          <p:nvPr/>
        </p:nvSpPr>
        <p:spPr>
          <a:xfrm>
            <a:off x="493293" y="229619"/>
            <a:ext cx="10984831" cy="84164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400" b="1" kern="1200" cap="all" baseline="0">
                <a:solidFill>
                  <a:schemeClr val="accent6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o-RO" sz="4000" dirty="0">
                <a:solidFill>
                  <a:schemeClr val="tx1"/>
                </a:solidFill>
                <a:latin typeface="Fira Sans Extra Condensed" panose="020B0503050000020004" pitchFamily="34" charset="0"/>
                <a:cs typeface="Calibri" panose="020F0502020204030204" pitchFamily="34" charset="0"/>
              </a:rPr>
              <a:t>Antrenarea rețelei neuronale</a:t>
            </a:r>
            <a:endParaRPr lang="en-US" sz="4000" dirty="0">
              <a:solidFill>
                <a:schemeClr val="tx1"/>
              </a:solidFill>
              <a:latin typeface="Fira Sans Extra Condensed" panose="020B0503050000020004" pitchFamily="34" charset="0"/>
              <a:cs typeface="Calibri" panose="020F0502020204030204" pitchFamily="34" charset="0"/>
            </a:endParaRPr>
          </a:p>
        </p:txBody>
      </p:sp>
      <p:sp>
        <p:nvSpPr>
          <p:cNvPr id="4" name="Google Shape;2498;p46">
            <a:extLst>
              <a:ext uri="{FF2B5EF4-FFF2-40B4-BE49-F238E27FC236}">
                <a16:creationId xmlns:a16="http://schemas.microsoft.com/office/drawing/2014/main" id="{CF0FFAD7-E24C-2CBF-A948-FFB36343EC94}"/>
              </a:ext>
            </a:extLst>
          </p:cNvPr>
          <p:cNvSpPr txBox="1"/>
          <p:nvPr/>
        </p:nvSpPr>
        <p:spPr>
          <a:xfrm>
            <a:off x="731778" y="1454798"/>
            <a:ext cx="10491394" cy="2633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o-RO" sz="2400" dirty="0" err="1">
                <a:latin typeface="Fira Sans Extra Condensed" panose="020B0503050000020004" pitchFamily="34" charset="0"/>
                <a:ea typeface="Roboto"/>
                <a:cs typeface="Roboto"/>
                <a:sym typeface="Roboto"/>
              </a:rPr>
              <a:t>Vectorizare</a:t>
            </a:r>
            <a:r>
              <a:rPr lang="ro-RO" sz="2400" dirty="0">
                <a:latin typeface="Fira Sans Extra Condensed" panose="020B0503050000020004" pitchFamily="34" charset="0"/>
                <a:ea typeface="Roboto"/>
                <a:cs typeface="Roboto"/>
                <a:sym typeface="Roboto"/>
              </a:rPr>
              <a:t> - modelul</a:t>
            </a:r>
            <a:r>
              <a:rPr lang="en-US" sz="2400" dirty="0">
                <a:latin typeface="Fira Sans Extra Condensed" panose="020B0503050000020004" pitchFamily="34" charset="0"/>
                <a:ea typeface="Roboto"/>
                <a:cs typeface="Roboto"/>
                <a:sym typeface="Roboto"/>
              </a:rPr>
              <a:t> </a:t>
            </a:r>
            <a:r>
              <a:rPr lang="ro-RO" sz="2400" dirty="0" err="1">
                <a:latin typeface="Fira Sans Extra Condensed" panose="020B0503050000020004" pitchFamily="34" charset="0"/>
                <a:ea typeface="Roboto"/>
                <a:cs typeface="Roboto"/>
                <a:sym typeface="Roboto"/>
              </a:rPr>
              <a:t>preantrenat</a:t>
            </a:r>
            <a:r>
              <a:rPr lang="ro-RO" sz="2400" dirty="0">
                <a:latin typeface="Fira Sans Extra Condensed" panose="020B0503050000020004" pitchFamily="34" charset="0"/>
                <a:ea typeface="Roboto"/>
                <a:cs typeface="Roboto"/>
                <a:sym typeface="Roboto"/>
              </a:rPr>
              <a:t> </a:t>
            </a:r>
            <a:r>
              <a:rPr lang="en-US" sz="2400" dirty="0">
                <a:latin typeface="Fira Sans Extra Condensed" panose="020B0503050000020004" pitchFamily="34" charset="0"/>
                <a:ea typeface="Roboto"/>
                <a:cs typeface="Roboto"/>
                <a:sym typeface="Roboto"/>
              </a:rPr>
              <a:t>BERT (</a:t>
            </a:r>
            <a:r>
              <a:rPr lang="en-US" sz="2400" dirty="0" err="1">
                <a:latin typeface="Fira Sans Extra Condensed" panose="020B0503050000020004" pitchFamily="34" charset="0"/>
                <a:ea typeface="Roboto"/>
                <a:cs typeface="Roboto"/>
                <a:sym typeface="Roboto"/>
              </a:rPr>
              <a:t>mecanisme</a:t>
            </a:r>
            <a:r>
              <a:rPr lang="en-US" sz="2400" dirty="0">
                <a:latin typeface="Fira Sans Extra Condensed" panose="020B0503050000020004" pitchFamily="34" charset="0"/>
                <a:ea typeface="Roboto"/>
                <a:cs typeface="Roboto"/>
                <a:sym typeface="Roboto"/>
              </a:rPr>
              <a:t> de </a:t>
            </a:r>
            <a:r>
              <a:rPr lang="en-US" sz="2400" dirty="0" err="1">
                <a:latin typeface="Fira Sans Extra Condensed" panose="020B0503050000020004" pitchFamily="34" charset="0"/>
                <a:ea typeface="Roboto"/>
                <a:cs typeface="Roboto"/>
                <a:sym typeface="Roboto"/>
              </a:rPr>
              <a:t>aten</a:t>
            </a:r>
            <a:r>
              <a:rPr lang="ro-RO" sz="2400" dirty="0">
                <a:latin typeface="Fira Sans Extra Condensed" panose="020B0503050000020004" pitchFamily="34" charset="0"/>
                <a:ea typeface="Roboto"/>
                <a:cs typeface="Roboto"/>
                <a:sym typeface="Roboto"/>
              </a:rPr>
              <a:t>ție)</a:t>
            </a:r>
            <a:r>
              <a:rPr lang="en-US" sz="2400" dirty="0">
                <a:latin typeface="Fira Sans Extra Condensed" panose="020B0503050000020004" pitchFamily="34" charset="0"/>
                <a:ea typeface="Roboto"/>
                <a:cs typeface="Roboto"/>
                <a:sym typeface="Roboto"/>
              </a:rPr>
              <a:t>, pentru </a:t>
            </a:r>
            <a:r>
              <a:rPr lang="en-US" sz="2400" dirty="0" err="1">
                <a:latin typeface="Fira Sans Extra Condensed" panose="020B0503050000020004" pitchFamily="34" charset="0"/>
                <a:ea typeface="Roboto"/>
                <a:cs typeface="Roboto"/>
                <a:sym typeface="Roboto"/>
              </a:rPr>
              <a:t>ob</a:t>
            </a:r>
            <a:r>
              <a:rPr lang="ro-RO" sz="2400" dirty="0">
                <a:latin typeface="Fira Sans Extra Condensed" panose="020B0503050000020004" pitchFamily="34" charset="0"/>
                <a:ea typeface="Roboto"/>
                <a:cs typeface="Roboto"/>
                <a:sym typeface="Roboto"/>
              </a:rPr>
              <a:t>ținerea reprezentării numerice a setului de date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US" sz="2400" dirty="0">
              <a:latin typeface="Fira Sans Extra Condensed" panose="020B0503050000020004" pitchFamily="34" charset="0"/>
              <a:ea typeface="Roboto"/>
              <a:cs typeface="Roboto"/>
              <a:sym typeface="Roboto"/>
            </a:endParaRP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400" dirty="0">
                <a:latin typeface="Fira Sans Extra Condensed" panose="020B0503050000020004" pitchFamily="34" charset="0"/>
                <a:ea typeface="Roboto"/>
                <a:cs typeface="Roboto"/>
                <a:sym typeface="Roboto"/>
              </a:rPr>
              <a:t>Re</a:t>
            </a:r>
            <a:r>
              <a:rPr lang="ro-RO" sz="2400" dirty="0">
                <a:latin typeface="Fira Sans Extra Condensed" panose="020B0503050000020004" pitchFamily="34" charset="0"/>
                <a:ea typeface="Roboto"/>
                <a:cs typeface="Roboto"/>
                <a:sym typeface="Roboto"/>
              </a:rPr>
              <a:t>ț</a:t>
            </a:r>
            <a:r>
              <a:rPr lang="en-US" sz="2400" dirty="0" err="1">
                <a:latin typeface="Fira Sans Extra Condensed" panose="020B0503050000020004" pitchFamily="34" charset="0"/>
                <a:ea typeface="Roboto"/>
                <a:cs typeface="Roboto"/>
                <a:sym typeface="Roboto"/>
              </a:rPr>
              <a:t>ea</a:t>
            </a:r>
            <a:r>
              <a:rPr lang="en-US" sz="2400" dirty="0">
                <a:latin typeface="Fira Sans Extra Condensed" panose="020B0503050000020004" pitchFamily="34" charset="0"/>
                <a:ea typeface="Roboto"/>
                <a:cs typeface="Roboto"/>
                <a:sym typeface="Roboto"/>
              </a:rPr>
              <a:t> </a:t>
            </a:r>
            <a:r>
              <a:rPr lang="en-US" sz="2400" dirty="0" err="1">
                <a:latin typeface="Fira Sans Extra Condensed" panose="020B0503050000020004" pitchFamily="34" charset="0"/>
                <a:ea typeface="Roboto"/>
                <a:cs typeface="Roboto"/>
                <a:sym typeface="Roboto"/>
              </a:rPr>
              <a:t>neur</a:t>
            </a:r>
            <a:r>
              <a:rPr lang="ro-RO" sz="2400" dirty="0">
                <a:latin typeface="Fira Sans Extra Condensed" panose="020B0503050000020004" pitchFamily="34" charset="0"/>
                <a:ea typeface="Roboto"/>
                <a:cs typeface="Roboto"/>
                <a:sym typeface="Roboto"/>
              </a:rPr>
              <a:t>ală </a:t>
            </a:r>
            <a:r>
              <a:rPr lang="ro-RO" sz="2400" dirty="0" err="1">
                <a:latin typeface="Fira Sans Extra Condensed" panose="020B0503050000020004" pitchFamily="34" charset="0"/>
                <a:ea typeface="Roboto"/>
                <a:cs typeface="Roboto"/>
                <a:sym typeface="Roboto"/>
              </a:rPr>
              <a:t>Feedforward</a:t>
            </a:r>
            <a:r>
              <a:rPr lang="en-US" sz="2400" dirty="0">
                <a:latin typeface="Fira Sans Extra Condensed" panose="020B0503050000020004" pitchFamily="34" charset="0"/>
                <a:ea typeface="Roboto"/>
                <a:cs typeface="Roboto"/>
                <a:sym typeface="Roboto"/>
              </a:rPr>
              <a:t> </a:t>
            </a:r>
            <a:endParaRPr lang="ro-RO" sz="2400" dirty="0">
              <a:latin typeface="Fira Sans Extra Condensed" panose="020B0503050000020004" pitchFamily="34" charset="0"/>
              <a:ea typeface="Roboto"/>
              <a:cs typeface="Roboto"/>
              <a:sym typeface="Roboto"/>
            </a:endParaRP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ro-RO" sz="2400" dirty="0">
              <a:latin typeface="Fira Sans Extra Condensed" panose="020B0503050000020004" pitchFamily="34" charset="0"/>
              <a:ea typeface="Roboto"/>
              <a:cs typeface="Roboto"/>
              <a:sym typeface="Roboto"/>
            </a:endParaRP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US" sz="2400" dirty="0">
              <a:latin typeface="Fira Sans Extra Condensed" panose="020B0503050000020004" pitchFamily="34" charset="0"/>
              <a:ea typeface="Roboto"/>
              <a:cs typeface="Roboto"/>
              <a:sym typeface="Roboto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899F9A77-3BFD-5BF3-033F-9B75CCA91F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4990" y="3417396"/>
            <a:ext cx="8599714" cy="654746"/>
          </a:xfrm>
          <a:prstGeom prst="rect">
            <a:avLst/>
          </a:prstGeom>
        </p:spPr>
      </p:pic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01118DB1-36E9-85E6-CD05-3FB0D3EDD2B1}"/>
              </a:ext>
            </a:extLst>
          </p:cNvPr>
          <p:cNvCxnSpPr>
            <a:cxnSpLocks/>
            <a:stCxn id="12" idx="3"/>
          </p:cNvCxnSpPr>
          <p:nvPr/>
        </p:nvCxnSpPr>
        <p:spPr>
          <a:xfrm flipV="1">
            <a:off x="9384704" y="3263121"/>
            <a:ext cx="892628" cy="4816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9F1F6E4F-E463-933D-8474-B4C8B331118A}"/>
              </a:ext>
            </a:extLst>
          </p:cNvPr>
          <p:cNvCxnSpPr>
            <a:cxnSpLocks/>
            <a:stCxn id="12" idx="3"/>
          </p:cNvCxnSpPr>
          <p:nvPr/>
        </p:nvCxnSpPr>
        <p:spPr>
          <a:xfrm flipV="1">
            <a:off x="9384704" y="3683733"/>
            <a:ext cx="892628" cy="6103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4F05573D-037E-3AEA-1777-C2F62ACA45F9}"/>
              </a:ext>
            </a:extLst>
          </p:cNvPr>
          <p:cNvCxnSpPr>
            <a:cxnSpLocks/>
            <a:stCxn id="12" idx="3"/>
          </p:cNvCxnSpPr>
          <p:nvPr/>
        </p:nvCxnSpPr>
        <p:spPr>
          <a:xfrm>
            <a:off x="9384704" y="3744769"/>
            <a:ext cx="892628" cy="32737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45C382B9-56B7-8144-860C-910369A05803}"/>
              </a:ext>
            </a:extLst>
          </p:cNvPr>
          <p:cNvSpPr txBox="1"/>
          <p:nvPr/>
        </p:nvSpPr>
        <p:spPr>
          <a:xfrm>
            <a:off x="10277332" y="2971281"/>
            <a:ext cx="89262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 rtl="0">
              <a:spcBef>
                <a:spcPts val="0"/>
              </a:spcBef>
              <a:spcAft>
                <a:spcPts val="0"/>
              </a:spcAft>
            </a:pPr>
            <a:r>
              <a:rPr lang="en-US" sz="2000" dirty="0" err="1">
                <a:latin typeface="Fira Sans Extra Condensed" panose="020B0503050000020004" pitchFamily="34" charset="0"/>
                <a:ea typeface="Roboto"/>
                <a:cs typeface="Roboto"/>
                <a:sym typeface="Roboto"/>
              </a:rPr>
              <a:t>pozitiv</a:t>
            </a:r>
            <a:endParaRPr lang="ro-RO" sz="2000" dirty="0">
              <a:latin typeface="Fira Sans Extra Condensed" panose="020B0503050000020004" pitchFamily="34" charset="0"/>
              <a:ea typeface="Roboto"/>
              <a:cs typeface="Roboto"/>
              <a:sym typeface="Roboto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863123A-6BF8-D2C9-E8D8-4EDA781BAD24}"/>
              </a:ext>
            </a:extLst>
          </p:cNvPr>
          <p:cNvSpPr txBox="1"/>
          <p:nvPr/>
        </p:nvSpPr>
        <p:spPr>
          <a:xfrm>
            <a:off x="10277331" y="3417396"/>
            <a:ext cx="89262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 rtl="0">
              <a:spcBef>
                <a:spcPts val="0"/>
              </a:spcBef>
              <a:spcAft>
                <a:spcPts val="0"/>
              </a:spcAft>
            </a:pPr>
            <a:r>
              <a:rPr lang="en-US" sz="2000" dirty="0" err="1">
                <a:latin typeface="Fira Sans Extra Condensed" panose="020B0503050000020004" pitchFamily="34" charset="0"/>
                <a:ea typeface="Roboto"/>
                <a:cs typeface="Roboto"/>
                <a:sym typeface="Roboto"/>
              </a:rPr>
              <a:t>negativ</a:t>
            </a:r>
            <a:endParaRPr lang="ro-RO" sz="2000" dirty="0">
              <a:latin typeface="Fira Sans Extra Condensed" panose="020B0503050000020004" pitchFamily="34" charset="0"/>
              <a:ea typeface="Roboto"/>
              <a:cs typeface="Roboto"/>
              <a:sym typeface="Roboto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A253152-05BF-8F32-E15D-4E7FA1B94FF9}"/>
              </a:ext>
            </a:extLst>
          </p:cNvPr>
          <p:cNvSpPr txBox="1"/>
          <p:nvPr/>
        </p:nvSpPr>
        <p:spPr>
          <a:xfrm>
            <a:off x="10277330" y="3872087"/>
            <a:ext cx="89262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 rtl="0">
              <a:spcBef>
                <a:spcPts val="0"/>
              </a:spcBef>
              <a:spcAft>
                <a:spcPts val="0"/>
              </a:spcAft>
            </a:pPr>
            <a:r>
              <a:rPr lang="en-US" sz="2000" dirty="0" err="1">
                <a:latin typeface="Fira Sans Extra Condensed" panose="020B0503050000020004" pitchFamily="34" charset="0"/>
                <a:ea typeface="Roboto"/>
                <a:cs typeface="Roboto"/>
                <a:sym typeface="Roboto"/>
              </a:rPr>
              <a:t>neutru</a:t>
            </a:r>
            <a:endParaRPr lang="ro-RO" sz="2000" dirty="0">
              <a:latin typeface="Fira Sans Extra Condensed" panose="020B0503050000020004" pitchFamily="34" charset="0"/>
              <a:ea typeface="Roboto"/>
              <a:cs typeface="Roboto"/>
              <a:sym typeface="Roboto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3883286-D9A0-2F24-EC2C-8AA6BF291530}"/>
              </a:ext>
            </a:extLst>
          </p:cNvPr>
          <p:cNvSpPr txBox="1"/>
          <p:nvPr/>
        </p:nvSpPr>
        <p:spPr>
          <a:xfrm>
            <a:off x="788677" y="4418554"/>
            <a:ext cx="18344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400" dirty="0">
                <a:latin typeface="Fira Sans Extra Condensed" panose="020B0503050000020004" pitchFamily="34" charset="0"/>
                <a:ea typeface="Roboto"/>
                <a:cs typeface="Roboto"/>
                <a:sym typeface="Roboto"/>
              </a:rPr>
              <a:t>Grid search</a:t>
            </a:r>
            <a:r>
              <a:rPr lang="ro-RO" sz="2400" dirty="0">
                <a:latin typeface="Fira Sans Extra Condensed" panose="020B0503050000020004" pitchFamily="34" charset="0"/>
                <a:ea typeface="Roboto"/>
                <a:cs typeface="Roboto"/>
                <a:sym typeface="Roboto"/>
              </a:rPr>
              <a:t> 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6ABF1CAE-85C2-8DC9-CF11-5FCF4C2AB462}"/>
              </a:ext>
            </a:extLst>
          </p:cNvPr>
          <p:cNvCxnSpPr>
            <a:stCxn id="41" idx="3"/>
          </p:cNvCxnSpPr>
          <p:nvPr/>
        </p:nvCxnSpPr>
        <p:spPr>
          <a:xfrm>
            <a:off x="2623118" y="4649387"/>
            <a:ext cx="1047136" cy="663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E51CBB3C-04B8-5FAB-443A-DFABC72208A4}"/>
              </a:ext>
            </a:extLst>
          </p:cNvPr>
          <p:cNvSpPr txBox="1"/>
          <p:nvPr/>
        </p:nvSpPr>
        <p:spPr>
          <a:xfrm>
            <a:off x="3845641" y="4408923"/>
            <a:ext cx="7141907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o-RO" sz="2400" dirty="0">
                <a:latin typeface="Fira Sans Extra Condensed" panose="020B0503050000020004" pitchFamily="34" charset="0"/>
              </a:rPr>
              <a:t>antrenarea rețelei neuronale cu o serie de </a:t>
            </a:r>
            <a:r>
              <a:rPr lang="ro-RO" sz="2400" dirty="0" err="1">
                <a:latin typeface="Fira Sans Extra Condensed" panose="020B0503050000020004" pitchFamily="34" charset="0"/>
              </a:rPr>
              <a:t>hiperparametri</a:t>
            </a:r>
            <a:endParaRPr lang="ro-RO" sz="2400" dirty="0">
              <a:latin typeface="Fira Sans Extra Condensed" panose="020B0503050000020004" pitchFamily="34" charset="0"/>
            </a:endParaRPr>
          </a:p>
          <a:p>
            <a:endParaRPr lang="ro-RO" sz="2400" dirty="0">
              <a:latin typeface="Fira Sans Extra Condensed" panose="020B0503050000020004" pitchFamily="34" charset="0"/>
            </a:endParaRPr>
          </a:p>
          <a:p>
            <a:r>
              <a:rPr lang="ro-RO" sz="2400" dirty="0">
                <a:latin typeface="Fira Sans Extra Condensed" panose="020B0503050000020004" pitchFamily="34" charset="0"/>
              </a:rPr>
              <a:t>calcularea </a:t>
            </a:r>
            <a:r>
              <a:rPr lang="ro-RO" sz="2400" dirty="0" err="1">
                <a:latin typeface="Fira Sans Extra Condensed" panose="020B0503050000020004" pitchFamily="34" charset="0"/>
              </a:rPr>
              <a:t>acurateții</a:t>
            </a:r>
            <a:r>
              <a:rPr lang="ro-RO" sz="2400" dirty="0">
                <a:latin typeface="Fira Sans Extra Condensed" panose="020B0503050000020004" pitchFamily="34" charset="0"/>
              </a:rPr>
              <a:t> la fiecare iterație</a:t>
            </a:r>
          </a:p>
          <a:p>
            <a:endParaRPr lang="ro-RO" sz="2400" dirty="0">
              <a:latin typeface="Fira Sans Extra Condensed" panose="020B0503050000020004" pitchFamily="34" charset="0"/>
            </a:endParaRPr>
          </a:p>
          <a:p>
            <a:r>
              <a:rPr lang="ro-RO" sz="2400" dirty="0">
                <a:latin typeface="Fira Sans Extra Condensed" panose="020B0503050000020004" pitchFamily="34" charset="0"/>
              </a:rPr>
              <a:t>salvarea setului de valori care are cel mai bun rezultat</a:t>
            </a:r>
            <a:endParaRPr lang="en-US" sz="2400" dirty="0">
              <a:latin typeface="Fira Sans Extra Condensed" panose="020B0503050000020004" pitchFamily="34" charset="0"/>
            </a:endParaRP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C7A7B1A-626A-6013-FAF5-CE2B7E21DFDC}"/>
              </a:ext>
            </a:extLst>
          </p:cNvPr>
          <p:cNvCxnSpPr>
            <a:cxnSpLocks/>
            <a:stCxn id="41" idx="3"/>
            <a:endCxn id="8" idx="1"/>
          </p:cNvCxnSpPr>
          <p:nvPr/>
        </p:nvCxnSpPr>
        <p:spPr>
          <a:xfrm>
            <a:off x="2623118" y="4649387"/>
            <a:ext cx="1222523" cy="7290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C08A16C2-DDF9-C0A8-90A4-664765015D2B}"/>
              </a:ext>
            </a:extLst>
          </p:cNvPr>
          <p:cNvCxnSpPr>
            <a:stCxn id="41" idx="3"/>
          </p:cNvCxnSpPr>
          <p:nvPr/>
        </p:nvCxnSpPr>
        <p:spPr>
          <a:xfrm>
            <a:off x="2623118" y="4649387"/>
            <a:ext cx="1047136" cy="140180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710907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ECF22D2-2B16-C40D-AA90-609B5CD08B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352800" y="6173787"/>
            <a:ext cx="2743200" cy="365125"/>
          </a:xfrm>
        </p:spPr>
        <p:txBody>
          <a:bodyPr/>
          <a:lstStyle/>
          <a:p>
            <a:r>
              <a:rPr lang="ro-RO" dirty="0"/>
              <a:t>8</a:t>
            </a:r>
            <a:endParaRPr lang="en-US" dirty="0"/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C76F46DE-6B29-330D-6658-49D6FBE006B5}"/>
              </a:ext>
            </a:extLst>
          </p:cNvPr>
          <p:cNvSpPr txBox="1">
            <a:spLocks/>
          </p:cNvSpPr>
          <p:nvPr/>
        </p:nvSpPr>
        <p:spPr>
          <a:xfrm>
            <a:off x="4029512" y="514172"/>
            <a:ext cx="6152147" cy="930384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400" b="1" kern="1200" cap="all" baseline="0">
                <a:solidFill>
                  <a:schemeClr val="accent6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o-RO" dirty="0">
                <a:solidFill>
                  <a:schemeClr val="tx1"/>
                </a:solidFill>
                <a:latin typeface="Fira Sans Extra Condensed" panose="020B0503050000020004" pitchFamily="34" charset="0"/>
                <a:cs typeface="Calibri" panose="020F0502020204030204" pitchFamily="34" charset="0"/>
              </a:rPr>
              <a:t>Rezultate</a:t>
            </a:r>
            <a:endParaRPr lang="en-US" dirty="0">
              <a:solidFill>
                <a:schemeClr val="tx1"/>
              </a:solidFill>
              <a:latin typeface="Fira Sans Extra Condensed" panose="020B0503050000020004" pitchFamily="34" charset="0"/>
              <a:cs typeface="Calibri" panose="020F050202020403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9D8910A-EE6F-7B93-E065-2B9299B6B45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5338" r="9060"/>
          <a:stretch/>
        </p:blipFill>
        <p:spPr>
          <a:xfrm>
            <a:off x="7940144" y="3655228"/>
            <a:ext cx="3746842" cy="292514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D754693-63BB-F150-5274-25C0CEC8CDAE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2179" t="5338" r="8388"/>
          <a:stretch/>
        </p:blipFill>
        <p:spPr>
          <a:xfrm>
            <a:off x="136920" y="301270"/>
            <a:ext cx="3746842" cy="297446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4D218E5-7CE3-3DEC-C023-7DD05F45DCEC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t="4390" r="11612"/>
          <a:stretch/>
        </p:blipFill>
        <p:spPr>
          <a:xfrm>
            <a:off x="3854485" y="1788501"/>
            <a:ext cx="4040934" cy="3278285"/>
          </a:xfrm>
          <a:prstGeom prst="rect">
            <a:avLst/>
          </a:prstGeom>
        </p:spPr>
      </p:pic>
      <p:sp>
        <p:nvSpPr>
          <p:cNvPr id="2" name="Google Shape;2498;p46">
            <a:extLst>
              <a:ext uri="{FF2B5EF4-FFF2-40B4-BE49-F238E27FC236}">
                <a16:creationId xmlns:a16="http://schemas.microsoft.com/office/drawing/2014/main" id="{0531A256-A1AD-AEBA-79AA-89505DDC3606}"/>
              </a:ext>
            </a:extLst>
          </p:cNvPr>
          <p:cNvSpPr txBox="1"/>
          <p:nvPr/>
        </p:nvSpPr>
        <p:spPr>
          <a:xfrm>
            <a:off x="569030" y="4061820"/>
            <a:ext cx="3285455" cy="21119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400" dirty="0" err="1">
                <a:latin typeface="Fira Sans Extra Condensed" panose="020B0503050000020004" pitchFamily="34" charset="0"/>
                <a:ea typeface="Roboto"/>
                <a:cs typeface="Roboto"/>
                <a:sym typeface="Roboto"/>
              </a:rPr>
              <a:t>Acurate</a:t>
            </a:r>
            <a:r>
              <a:rPr lang="ro-RO" sz="2400" dirty="0" err="1">
                <a:latin typeface="Fira Sans Extra Condensed" panose="020B0503050000020004" pitchFamily="34" charset="0"/>
                <a:ea typeface="Roboto"/>
                <a:cs typeface="Roboto"/>
                <a:sym typeface="Roboto"/>
              </a:rPr>
              <a:t>țe</a:t>
            </a:r>
            <a:r>
              <a:rPr lang="en-US" sz="2400" dirty="0">
                <a:latin typeface="Fira Sans Extra Condensed" panose="020B0503050000020004" pitchFamily="34" charset="0"/>
                <a:ea typeface="Roboto"/>
                <a:cs typeface="Roboto"/>
                <a:sym typeface="Roboto"/>
              </a:rPr>
              <a:t>: 69.39 %</a:t>
            </a:r>
            <a:endParaRPr lang="ro-RO" sz="2400" dirty="0">
              <a:latin typeface="Fira Sans Extra Condensed" panose="020B0503050000020004" pitchFamily="34" charset="0"/>
              <a:ea typeface="Roboto"/>
              <a:cs typeface="Roboto"/>
              <a:sym typeface="Roboto"/>
            </a:endParaRP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US" sz="2400" dirty="0">
              <a:latin typeface="Fira Sans Extra Condensed" panose="020B0503050000020004" pitchFamily="34" charset="0"/>
              <a:ea typeface="Roboto"/>
              <a:cs typeface="Roboto"/>
              <a:sym typeface="Roboto"/>
            </a:endParaRP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400" dirty="0" err="1">
                <a:latin typeface="Fira Sans Extra Condensed" panose="020B0503050000020004" pitchFamily="34" charset="0"/>
                <a:ea typeface="Roboto"/>
                <a:cs typeface="Roboto"/>
                <a:sym typeface="Roboto"/>
              </a:rPr>
              <a:t>Precizie</a:t>
            </a:r>
            <a:r>
              <a:rPr lang="en-US" sz="2400" dirty="0">
                <a:latin typeface="Fira Sans Extra Condensed" panose="020B0503050000020004" pitchFamily="34" charset="0"/>
                <a:ea typeface="Roboto"/>
                <a:cs typeface="Roboto"/>
                <a:sym typeface="Roboto"/>
              </a:rPr>
              <a:t>: 70.03 %</a:t>
            </a:r>
            <a:endParaRPr lang="ro-RO" sz="2400" dirty="0">
              <a:latin typeface="Fira Sans Extra Condensed" panose="020B0503050000020004" pitchFamily="34" charset="0"/>
              <a:ea typeface="Roboto"/>
              <a:cs typeface="Roboto"/>
              <a:sym typeface="Roboto"/>
            </a:endParaRP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ro-RO" sz="2400" dirty="0">
              <a:latin typeface="Fira Sans Extra Condensed" panose="020B0503050000020004" pitchFamily="34" charset="0"/>
              <a:ea typeface="Roboto"/>
              <a:cs typeface="Roboto"/>
              <a:sym typeface="Roboto"/>
            </a:endParaRP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US" sz="2400" dirty="0">
              <a:latin typeface="Fira Sans Extra Condensed" panose="020B0503050000020004" pitchFamily="34" charset="0"/>
              <a:ea typeface="Roboto"/>
              <a:cs typeface="Roboto"/>
              <a:sym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28864747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3E8354B-9FDD-076B-6774-AD727A4DD5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ro-RO" dirty="0"/>
              <a:t>9</a:t>
            </a:r>
            <a:endParaRPr lang="en-US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C6A865F0-424C-F27D-221E-02D0EC86CA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434" y="3846581"/>
            <a:ext cx="7327223" cy="1667518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B8B8A652-D9F0-66BF-BA85-0C1E0DB837E6}"/>
              </a:ext>
            </a:extLst>
          </p:cNvPr>
          <p:cNvSpPr txBox="1"/>
          <p:nvPr/>
        </p:nvSpPr>
        <p:spPr>
          <a:xfrm>
            <a:off x="755092" y="1743446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o-RO" sz="2400" dirty="0">
                <a:latin typeface="Fira Sans Extra Condensed" panose="020B0503050000020004" pitchFamily="34" charset="0"/>
                <a:ea typeface="Roboto"/>
                <a:cs typeface="Roboto"/>
                <a:sym typeface="Roboto"/>
              </a:rPr>
              <a:t>Formula</a:t>
            </a:r>
            <a:r>
              <a:rPr lang="en-US" sz="2400" dirty="0">
                <a:latin typeface="Fira Sans Extra Condensed" panose="020B0503050000020004" pitchFamily="34" charset="0"/>
                <a:ea typeface="Roboto"/>
                <a:cs typeface="Roboto"/>
                <a:sym typeface="Roboto"/>
              </a:rPr>
              <a:t> </a:t>
            </a:r>
            <a:r>
              <a:rPr lang="en-US" sz="2400" dirty="0" err="1">
                <a:latin typeface="Fira Sans Extra Condensed" panose="020B0503050000020004" pitchFamily="34" charset="0"/>
                <a:ea typeface="Roboto"/>
                <a:cs typeface="Roboto"/>
                <a:sym typeface="Roboto"/>
              </a:rPr>
              <a:t>scorului</a:t>
            </a:r>
            <a:r>
              <a:rPr lang="ro-RO" sz="2400" dirty="0">
                <a:latin typeface="Fira Sans Extra Condensed" panose="020B0503050000020004" pitchFamily="34" charset="0"/>
                <a:ea typeface="Roboto"/>
                <a:cs typeface="Roboto"/>
                <a:sym typeface="Roboto"/>
              </a:rPr>
              <a:t> </a:t>
            </a:r>
            <a:endParaRPr lang="en-US" sz="2400" dirty="0">
              <a:latin typeface="Fira Sans Extra Condensed" panose="020B0503050000020004" pitchFamily="34" charset="0"/>
              <a:ea typeface="Roboto"/>
              <a:cs typeface="Roboto"/>
              <a:sym typeface="Roboto"/>
            </a:endParaRPr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4520F801-FD43-C093-C203-6079D2771568}"/>
              </a:ext>
            </a:extLst>
          </p:cNvPr>
          <p:cNvSpPr txBox="1">
            <a:spLocks/>
          </p:cNvSpPr>
          <p:nvPr/>
        </p:nvSpPr>
        <p:spPr>
          <a:xfrm>
            <a:off x="-1983207" y="192148"/>
            <a:ext cx="10984831" cy="84164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400" b="1" kern="1200" cap="all" baseline="0">
                <a:solidFill>
                  <a:schemeClr val="accent6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o-RO" sz="4000" dirty="0">
                <a:solidFill>
                  <a:schemeClr val="tx1"/>
                </a:solidFill>
                <a:latin typeface="Fira Sans Extra Condensed" panose="020B0503050000020004" pitchFamily="34" charset="0"/>
                <a:cs typeface="Calibri" panose="020F0502020204030204" pitchFamily="34" charset="0"/>
              </a:rPr>
              <a:t>Calcularea predicției</a:t>
            </a:r>
            <a:endParaRPr lang="en-US" sz="4000" dirty="0">
              <a:solidFill>
                <a:schemeClr val="tx1"/>
              </a:solidFill>
              <a:latin typeface="Fira Sans Extra Condensed" panose="020B0503050000020004" pitchFamily="34" charset="0"/>
              <a:cs typeface="Calibri" panose="020F0502020204030204" pitchFamily="34" charset="0"/>
            </a:endParaRPr>
          </a:p>
        </p:txBody>
      </p:sp>
      <p:pic>
        <p:nvPicPr>
          <p:cNvPr id="17" name="Google Shape;1376;p31" title="Gráfico">
            <a:hlinkClick r:id="rId4"/>
            <a:extLst>
              <a:ext uri="{FF2B5EF4-FFF2-40B4-BE49-F238E27FC236}">
                <a16:creationId xmlns:a16="http://schemas.microsoft.com/office/drawing/2014/main" id="{5562DB4D-7D82-C7A6-497C-C2C0912B35D9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677709" y="3428497"/>
            <a:ext cx="3580486" cy="2233073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8" name="Google Shape;1378;p31">
            <a:extLst>
              <a:ext uri="{FF2B5EF4-FFF2-40B4-BE49-F238E27FC236}">
                <a16:creationId xmlns:a16="http://schemas.microsoft.com/office/drawing/2014/main" id="{65B55307-AA3C-F7DE-7D68-09EEE5AE0402}"/>
              </a:ext>
            </a:extLst>
          </p:cNvPr>
          <p:cNvGrpSpPr/>
          <p:nvPr/>
        </p:nvGrpSpPr>
        <p:grpSpPr>
          <a:xfrm flipH="1">
            <a:off x="9467952" y="3376083"/>
            <a:ext cx="2085942" cy="2246931"/>
            <a:chOff x="457200" y="1322450"/>
            <a:chExt cx="3281689" cy="3409523"/>
          </a:xfrm>
        </p:grpSpPr>
        <p:sp>
          <p:nvSpPr>
            <p:cNvPr id="19" name="Google Shape;1379;p31">
              <a:extLst>
                <a:ext uri="{FF2B5EF4-FFF2-40B4-BE49-F238E27FC236}">
                  <a16:creationId xmlns:a16="http://schemas.microsoft.com/office/drawing/2014/main" id="{B13AC9BF-BC07-4AA2-1EFF-9F6E25346FE9}"/>
                </a:ext>
              </a:extLst>
            </p:cNvPr>
            <p:cNvSpPr/>
            <p:nvPr/>
          </p:nvSpPr>
          <p:spPr>
            <a:xfrm>
              <a:off x="2776429" y="4574428"/>
              <a:ext cx="750464" cy="76155"/>
            </a:xfrm>
            <a:custGeom>
              <a:avLst/>
              <a:gdLst/>
              <a:ahLst/>
              <a:cxnLst/>
              <a:rect l="l" t="t" r="r" b="b"/>
              <a:pathLst>
                <a:path w="23227" h="2357" extrusionOk="0">
                  <a:moveTo>
                    <a:pt x="11609" y="1"/>
                  </a:moveTo>
                  <a:lnTo>
                    <a:pt x="10421" y="10"/>
                  </a:lnTo>
                  <a:lnTo>
                    <a:pt x="9272" y="29"/>
                  </a:lnTo>
                  <a:lnTo>
                    <a:pt x="8161" y="58"/>
                  </a:lnTo>
                  <a:lnTo>
                    <a:pt x="7088" y="97"/>
                  </a:lnTo>
                  <a:lnTo>
                    <a:pt x="6073" y="144"/>
                  </a:lnTo>
                  <a:lnTo>
                    <a:pt x="5115" y="202"/>
                  </a:lnTo>
                  <a:lnTo>
                    <a:pt x="4224" y="269"/>
                  </a:lnTo>
                  <a:lnTo>
                    <a:pt x="3400" y="346"/>
                  </a:lnTo>
                  <a:lnTo>
                    <a:pt x="2653" y="432"/>
                  </a:lnTo>
                  <a:lnTo>
                    <a:pt x="1983" y="518"/>
                  </a:lnTo>
                  <a:lnTo>
                    <a:pt x="1398" y="614"/>
                  </a:lnTo>
                  <a:lnTo>
                    <a:pt x="1140" y="671"/>
                  </a:lnTo>
                  <a:lnTo>
                    <a:pt x="910" y="719"/>
                  </a:lnTo>
                  <a:lnTo>
                    <a:pt x="699" y="777"/>
                  </a:lnTo>
                  <a:lnTo>
                    <a:pt x="517" y="834"/>
                  </a:lnTo>
                  <a:lnTo>
                    <a:pt x="364" y="882"/>
                  </a:lnTo>
                  <a:lnTo>
                    <a:pt x="230" y="939"/>
                  </a:lnTo>
                  <a:lnTo>
                    <a:pt x="134" y="997"/>
                  </a:lnTo>
                  <a:lnTo>
                    <a:pt x="58" y="1064"/>
                  </a:lnTo>
                  <a:lnTo>
                    <a:pt x="29" y="1093"/>
                  </a:lnTo>
                  <a:lnTo>
                    <a:pt x="10" y="1121"/>
                  </a:lnTo>
                  <a:lnTo>
                    <a:pt x="0" y="1150"/>
                  </a:lnTo>
                  <a:lnTo>
                    <a:pt x="0" y="1179"/>
                  </a:lnTo>
                  <a:lnTo>
                    <a:pt x="0" y="1208"/>
                  </a:lnTo>
                  <a:lnTo>
                    <a:pt x="10" y="1236"/>
                  </a:lnTo>
                  <a:lnTo>
                    <a:pt x="29" y="1275"/>
                  </a:lnTo>
                  <a:lnTo>
                    <a:pt x="58" y="1303"/>
                  </a:lnTo>
                  <a:lnTo>
                    <a:pt x="134" y="1361"/>
                  </a:lnTo>
                  <a:lnTo>
                    <a:pt x="230" y="1418"/>
                  </a:lnTo>
                  <a:lnTo>
                    <a:pt x="364" y="1476"/>
                  </a:lnTo>
                  <a:lnTo>
                    <a:pt x="517" y="1533"/>
                  </a:lnTo>
                  <a:lnTo>
                    <a:pt x="699" y="1581"/>
                  </a:lnTo>
                  <a:lnTo>
                    <a:pt x="910" y="1639"/>
                  </a:lnTo>
                  <a:lnTo>
                    <a:pt x="1140" y="1686"/>
                  </a:lnTo>
                  <a:lnTo>
                    <a:pt x="1398" y="1744"/>
                  </a:lnTo>
                  <a:lnTo>
                    <a:pt x="1983" y="1840"/>
                  </a:lnTo>
                  <a:lnTo>
                    <a:pt x="2653" y="1926"/>
                  </a:lnTo>
                  <a:lnTo>
                    <a:pt x="3400" y="2012"/>
                  </a:lnTo>
                  <a:lnTo>
                    <a:pt x="4224" y="2089"/>
                  </a:lnTo>
                  <a:lnTo>
                    <a:pt x="5115" y="2156"/>
                  </a:lnTo>
                  <a:lnTo>
                    <a:pt x="6073" y="2213"/>
                  </a:lnTo>
                  <a:lnTo>
                    <a:pt x="7088" y="2261"/>
                  </a:lnTo>
                  <a:lnTo>
                    <a:pt x="8161" y="2299"/>
                  </a:lnTo>
                  <a:lnTo>
                    <a:pt x="9272" y="2328"/>
                  </a:lnTo>
                  <a:lnTo>
                    <a:pt x="10421" y="2347"/>
                  </a:lnTo>
                  <a:lnTo>
                    <a:pt x="11609" y="2357"/>
                  </a:lnTo>
                  <a:lnTo>
                    <a:pt x="12796" y="2347"/>
                  </a:lnTo>
                  <a:lnTo>
                    <a:pt x="13955" y="2328"/>
                  </a:lnTo>
                  <a:lnTo>
                    <a:pt x="15066" y="2299"/>
                  </a:lnTo>
                  <a:lnTo>
                    <a:pt x="16130" y="2261"/>
                  </a:lnTo>
                  <a:lnTo>
                    <a:pt x="17145" y="2213"/>
                  </a:lnTo>
                  <a:lnTo>
                    <a:pt x="18103" y="2156"/>
                  </a:lnTo>
                  <a:lnTo>
                    <a:pt x="19003" y="2089"/>
                  </a:lnTo>
                  <a:lnTo>
                    <a:pt x="19827" y="2012"/>
                  </a:lnTo>
                  <a:lnTo>
                    <a:pt x="20574" y="1926"/>
                  </a:lnTo>
                  <a:lnTo>
                    <a:pt x="21244" y="1840"/>
                  </a:lnTo>
                  <a:lnTo>
                    <a:pt x="21829" y="1744"/>
                  </a:lnTo>
                  <a:lnTo>
                    <a:pt x="22078" y="1686"/>
                  </a:lnTo>
                  <a:lnTo>
                    <a:pt x="22317" y="1639"/>
                  </a:lnTo>
                  <a:lnTo>
                    <a:pt x="22518" y="1581"/>
                  </a:lnTo>
                  <a:lnTo>
                    <a:pt x="22700" y="1533"/>
                  </a:lnTo>
                  <a:lnTo>
                    <a:pt x="22863" y="1476"/>
                  </a:lnTo>
                  <a:lnTo>
                    <a:pt x="22987" y="1418"/>
                  </a:lnTo>
                  <a:lnTo>
                    <a:pt x="23093" y="1361"/>
                  </a:lnTo>
                  <a:lnTo>
                    <a:pt x="23169" y="1303"/>
                  </a:lnTo>
                  <a:lnTo>
                    <a:pt x="23189" y="1275"/>
                  </a:lnTo>
                  <a:lnTo>
                    <a:pt x="23208" y="1236"/>
                  </a:lnTo>
                  <a:lnTo>
                    <a:pt x="23217" y="1208"/>
                  </a:lnTo>
                  <a:lnTo>
                    <a:pt x="23227" y="1179"/>
                  </a:lnTo>
                  <a:lnTo>
                    <a:pt x="23217" y="1150"/>
                  </a:lnTo>
                  <a:lnTo>
                    <a:pt x="23208" y="1121"/>
                  </a:lnTo>
                  <a:lnTo>
                    <a:pt x="23189" y="1093"/>
                  </a:lnTo>
                  <a:lnTo>
                    <a:pt x="23169" y="1064"/>
                  </a:lnTo>
                  <a:lnTo>
                    <a:pt x="23093" y="997"/>
                  </a:lnTo>
                  <a:lnTo>
                    <a:pt x="22987" y="939"/>
                  </a:lnTo>
                  <a:lnTo>
                    <a:pt x="22863" y="882"/>
                  </a:lnTo>
                  <a:lnTo>
                    <a:pt x="22700" y="834"/>
                  </a:lnTo>
                  <a:lnTo>
                    <a:pt x="22518" y="777"/>
                  </a:lnTo>
                  <a:lnTo>
                    <a:pt x="22317" y="719"/>
                  </a:lnTo>
                  <a:lnTo>
                    <a:pt x="22078" y="671"/>
                  </a:lnTo>
                  <a:lnTo>
                    <a:pt x="21829" y="614"/>
                  </a:lnTo>
                  <a:lnTo>
                    <a:pt x="21244" y="518"/>
                  </a:lnTo>
                  <a:lnTo>
                    <a:pt x="20574" y="432"/>
                  </a:lnTo>
                  <a:lnTo>
                    <a:pt x="19827" y="346"/>
                  </a:lnTo>
                  <a:lnTo>
                    <a:pt x="19003" y="269"/>
                  </a:lnTo>
                  <a:lnTo>
                    <a:pt x="18103" y="202"/>
                  </a:lnTo>
                  <a:lnTo>
                    <a:pt x="17145" y="144"/>
                  </a:lnTo>
                  <a:lnTo>
                    <a:pt x="16130" y="97"/>
                  </a:lnTo>
                  <a:lnTo>
                    <a:pt x="15066" y="58"/>
                  </a:lnTo>
                  <a:lnTo>
                    <a:pt x="13955" y="29"/>
                  </a:lnTo>
                  <a:lnTo>
                    <a:pt x="12796" y="10"/>
                  </a:lnTo>
                  <a:lnTo>
                    <a:pt x="11609" y="1"/>
                  </a:lnTo>
                  <a:close/>
                </a:path>
              </a:pathLst>
            </a:custGeom>
            <a:solidFill>
              <a:srgbClr val="666666">
                <a:alpha val="1254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" name="Google Shape;1380;p31">
              <a:extLst>
                <a:ext uri="{FF2B5EF4-FFF2-40B4-BE49-F238E27FC236}">
                  <a16:creationId xmlns:a16="http://schemas.microsoft.com/office/drawing/2014/main" id="{B9C38107-17C7-C4D8-202F-753DA380ECD5}"/>
                </a:ext>
              </a:extLst>
            </p:cNvPr>
            <p:cNvSpPr/>
            <p:nvPr/>
          </p:nvSpPr>
          <p:spPr>
            <a:xfrm>
              <a:off x="457200" y="4623960"/>
              <a:ext cx="2418856" cy="108012"/>
            </a:xfrm>
            <a:custGeom>
              <a:avLst/>
              <a:gdLst/>
              <a:ahLst/>
              <a:cxnLst/>
              <a:rect l="l" t="t" r="r" b="b"/>
              <a:pathLst>
                <a:path w="74864" h="3343" extrusionOk="0">
                  <a:moveTo>
                    <a:pt x="37432" y="0"/>
                  </a:moveTo>
                  <a:lnTo>
                    <a:pt x="33610" y="10"/>
                  </a:lnTo>
                  <a:lnTo>
                    <a:pt x="29894" y="29"/>
                  </a:lnTo>
                  <a:lnTo>
                    <a:pt x="26302" y="77"/>
                  </a:lnTo>
                  <a:lnTo>
                    <a:pt x="22864" y="134"/>
                  </a:lnTo>
                  <a:lnTo>
                    <a:pt x="19598" y="201"/>
                  </a:lnTo>
                  <a:lnTo>
                    <a:pt x="16504" y="288"/>
                  </a:lnTo>
                  <a:lnTo>
                    <a:pt x="13630" y="383"/>
                  </a:lnTo>
                  <a:lnTo>
                    <a:pt x="10968" y="489"/>
                  </a:lnTo>
                  <a:lnTo>
                    <a:pt x="8554" y="604"/>
                  </a:lnTo>
                  <a:lnTo>
                    <a:pt x="7443" y="671"/>
                  </a:lnTo>
                  <a:lnTo>
                    <a:pt x="6399" y="738"/>
                  </a:lnTo>
                  <a:lnTo>
                    <a:pt x="5422" y="805"/>
                  </a:lnTo>
                  <a:lnTo>
                    <a:pt x="4522" y="872"/>
                  </a:lnTo>
                  <a:lnTo>
                    <a:pt x="3698" y="948"/>
                  </a:lnTo>
                  <a:lnTo>
                    <a:pt x="2951" y="1025"/>
                  </a:lnTo>
                  <a:lnTo>
                    <a:pt x="2280" y="1102"/>
                  </a:lnTo>
                  <a:lnTo>
                    <a:pt x="1687" y="1178"/>
                  </a:lnTo>
                  <a:lnTo>
                    <a:pt x="1179" y="1255"/>
                  </a:lnTo>
                  <a:lnTo>
                    <a:pt x="767" y="1332"/>
                  </a:lnTo>
                  <a:lnTo>
                    <a:pt x="585" y="1379"/>
                  </a:lnTo>
                  <a:lnTo>
                    <a:pt x="432" y="1418"/>
                  </a:lnTo>
                  <a:lnTo>
                    <a:pt x="307" y="1456"/>
                  </a:lnTo>
                  <a:lnTo>
                    <a:pt x="202" y="1504"/>
                  </a:lnTo>
                  <a:lnTo>
                    <a:pt x="116" y="1542"/>
                  </a:lnTo>
                  <a:lnTo>
                    <a:pt x="58" y="1590"/>
                  </a:lnTo>
                  <a:lnTo>
                    <a:pt x="20" y="1629"/>
                  </a:lnTo>
                  <a:lnTo>
                    <a:pt x="10" y="1648"/>
                  </a:lnTo>
                  <a:lnTo>
                    <a:pt x="1" y="1676"/>
                  </a:lnTo>
                  <a:lnTo>
                    <a:pt x="10" y="1696"/>
                  </a:lnTo>
                  <a:lnTo>
                    <a:pt x="20" y="1715"/>
                  </a:lnTo>
                  <a:lnTo>
                    <a:pt x="58" y="1763"/>
                  </a:lnTo>
                  <a:lnTo>
                    <a:pt x="116" y="1801"/>
                  </a:lnTo>
                  <a:lnTo>
                    <a:pt x="202" y="1849"/>
                  </a:lnTo>
                  <a:lnTo>
                    <a:pt x="307" y="1887"/>
                  </a:lnTo>
                  <a:lnTo>
                    <a:pt x="432" y="1925"/>
                  </a:lnTo>
                  <a:lnTo>
                    <a:pt x="585" y="1973"/>
                  </a:lnTo>
                  <a:lnTo>
                    <a:pt x="767" y="2012"/>
                  </a:lnTo>
                  <a:lnTo>
                    <a:pt x="1179" y="2088"/>
                  </a:lnTo>
                  <a:lnTo>
                    <a:pt x="1687" y="2174"/>
                  </a:lnTo>
                  <a:lnTo>
                    <a:pt x="2280" y="2251"/>
                  </a:lnTo>
                  <a:lnTo>
                    <a:pt x="2951" y="2328"/>
                  </a:lnTo>
                  <a:lnTo>
                    <a:pt x="3698" y="2395"/>
                  </a:lnTo>
                  <a:lnTo>
                    <a:pt x="4522" y="2471"/>
                  </a:lnTo>
                  <a:lnTo>
                    <a:pt x="5422" y="2538"/>
                  </a:lnTo>
                  <a:lnTo>
                    <a:pt x="6399" y="2605"/>
                  </a:lnTo>
                  <a:lnTo>
                    <a:pt x="7443" y="2673"/>
                  </a:lnTo>
                  <a:lnTo>
                    <a:pt x="8554" y="2740"/>
                  </a:lnTo>
                  <a:lnTo>
                    <a:pt x="10968" y="2855"/>
                  </a:lnTo>
                  <a:lnTo>
                    <a:pt x="13630" y="2969"/>
                  </a:lnTo>
                  <a:lnTo>
                    <a:pt x="16504" y="3065"/>
                  </a:lnTo>
                  <a:lnTo>
                    <a:pt x="19598" y="3142"/>
                  </a:lnTo>
                  <a:lnTo>
                    <a:pt x="22864" y="3218"/>
                  </a:lnTo>
                  <a:lnTo>
                    <a:pt x="26302" y="3276"/>
                  </a:lnTo>
                  <a:lnTo>
                    <a:pt x="29894" y="3314"/>
                  </a:lnTo>
                  <a:lnTo>
                    <a:pt x="33610" y="3343"/>
                  </a:lnTo>
                  <a:lnTo>
                    <a:pt x="41263" y="3343"/>
                  </a:lnTo>
                  <a:lnTo>
                    <a:pt x="44980" y="3314"/>
                  </a:lnTo>
                  <a:lnTo>
                    <a:pt x="48562" y="3276"/>
                  </a:lnTo>
                  <a:lnTo>
                    <a:pt x="52000" y="3218"/>
                  </a:lnTo>
                  <a:lnTo>
                    <a:pt x="55276" y="3142"/>
                  </a:lnTo>
                  <a:lnTo>
                    <a:pt x="58360" y="3065"/>
                  </a:lnTo>
                  <a:lnTo>
                    <a:pt x="61243" y="2969"/>
                  </a:lnTo>
                  <a:lnTo>
                    <a:pt x="63906" y="2855"/>
                  </a:lnTo>
                  <a:lnTo>
                    <a:pt x="66320" y="2740"/>
                  </a:lnTo>
                  <a:lnTo>
                    <a:pt x="67431" y="2673"/>
                  </a:lnTo>
                  <a:lnTo>
                    <a:pt x="68475" y="2605"/>
                  </a:lnTo>
                  <a:lnTo>
                    <a:pt x="69442" y="2538"/>
                  </a:lnTo>
                  <a:lnTo>
                    <a:pt x="70342" y="2471"/>
                  </a:lnTo>
                  <a:lnTo>
                    <a:pt x="71176" y="2395"/>
                  </a:lnTo>
                  <a:lnTo>
                    <a:pt x="71923" y="2328"/>
                  </a:lnTo>
                  <a:lnTo>
                    <a:pt x="72593" y="2251"/>
                  </a:lnTo>
                  <a:lnTo>
                    <a:pt x="73177" y="2174"/>
                  </a:lnTo>
                  <a:lnTo>
                    <a:pt x="73685" y="2088"/>
                  </a:lnTo>
                  <a:lnTo>
                    <a:pt x="74107" y="2012"/>
                  </a:lnTo>
                  <a:lnTo>
                    <a:pt x="74279" y="1973"/>
                  </a:lnTo>
                  <a:lnTo>
                    <a:pt x="74432" y="1925"/>
                  </a:lnTo>
                  <a:lnTo>
                    <a:pt x="74566" y="1887"/>
                  </a:lnTo>
                  <a:lnTo>
                    <a:pt x="74672" y="1849"/>
                  </a:lnTo>
                  <a:lnTo>
                    <a:pt x="74758" y="1801"/>
                  </a:lnTo>
                  <a:lnTo>
                    <a:pt x="74815" y="1763"/>
                  </a:lnTo>
                  <a:lnTo>
                    <a:pt x="74854" y="1715"/>
                  </a:lnTo>
                  <a:lnTo>
                    <a:pt x="74863" y="1696"/>
                  </a:lnTo>
                  <a:lnTo>
                    <a:pt x="74863" y="1676"/>
                  </a:lnTo>
                  <a:lnTo>
                    <a:pt x="74863" y="1648"/>
                  </a:lnTo>
                  <a:lnTo>
                    <a:pt x="74854" y="1629"/>
                  </a:lnTo>
                  <a:lnTo>
                    <a:pt x="74815" y="1590"/>
                  </a:lnTo>
                  <a:lnTo>
                    <a:pt x="74758" y="1542"/>
                  </a:lnTo>
                  <a:lnTo>
                    <a:pt x="74672" y="1504"/>
                  </a:lnTo>
                  <a:lnTo>
                    <a:pt x="74566" y="1456"/>
                  </a:lnTo>
                  <a:lnTo>
                    <a:pt x="74432" y="1418"/>
                  </a:lnTo>
                  <a:lnTo>
                    <a:pt x="74279" y="1379"/>
                  </a:lnTo>
                  <a:lnTo>
                    <a:pt x="74107" y="1332"/>
                  </a:lnTo>
                  <a:lnTo>
                    <a:pt x="73685" y="1255"/>
                  </a:lnTo>
                  <a:lnTo>
                    <a:pt x="73177" y="1178"/>
                  </a:lnTo>
                  <a:lnTo>
                    <a:pt x="72593" y="1102"/>
                  </a:lnTo>
                  <a:lnTo>
                    <a:pt x="71923" y="1025"/>
                  </a:lnTo>
                  <a:lnTo>
                    <a:pt x="71176" y="948"/>
                  </a:lnTo>
                  <a:lnTo>
                    <a:pt x="70342" y="872"/>
                  </a:lnTo>
                  <a:lnTo>
                    <a:pt x="69442" y="805"/>
                  </a:lnTo>
                  <a:lnTo>
                    <a:pt x="68475" y="738"/>
                  </a:lnTo>
                  <a:lnTo>
                    <a:pt x="67431" y="671"/>
                  </a:lnTo>
                  <a:lnTo>
                    <a:pt x="66320" y="604"/>
                  </a:lnTo>
                  <a:lnTo>
                    <a:pt x="63906" y="489"/>
                  </a:lnTo>
                  <a:lnTo>
                    <a:pt x="61243" y="383"/>
                  </a:lnTo>
                  <a:lnTo>
                    <a:pt x="58360" y="288"/>
                  </a:lnTo>
                  <a:lnTo>
                    <a:pt x="55276" y="201"/>
                  </a:lnTo>
                  <a:lnTo>
                    <a:pt x="52000" y="134"/>
                  </a:lnTo>
                  <a:lnTo>
                    <a:pt x="48562" y="77"/>
                  </a:lnTo>
                  <a:lnTo>
                    <a:pt x="44980" y="29"/>
                  </a:lnTo>
                  <a:lnTo>
                    <a:pt x="41263" y="10"/>
                  </a:lnTo>
                  <a:lnTo>
                    <a:pt x="37432" y="0"/>
                  </a:lnTo>
                  <a:close/>
                </a:path>
              </a:pathLst>
            </a:custGeom>
            <a:solidFill>
              <a:srgbClr val="666666">
                <a:alpha val="1254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" name="Google Shape;1381;p31">
              <a:extLst>
                <a:ext uri="{FF2B5EF4-FFF2-40B4-BE49-F238E27FC236}">
                  <a16:creationId xmlns:a16="http://schemas.microsoft.com/office/drawing/2014/main" id="{EBEDDF75-21C5-661A-01C4-7939B1390077}"/>
                </a:ext>
              </a:extLst>
            </p:cNvPr>
            <p:cNvSpPr/>
            <p:nvPr/>
          </p:nvSpPr>
          <p:spPr>
            <a:xfrm>
              <a:off x="3469009" y="1322450"/>
              <a:ext cx="113925" cy="200580"/>
            </a:xfrm>
            <a:custGeom>
              <a:avLst/>
              <a:gdLst/>
              <a:ahLst/>
              <a:cxnLst/>
              <a:rect l="l" t="t" r="r" b="b"/>
              <a:pathLst>
                <a:path w="3526" h="6208" extrusionOk="0">
                  <a:moveTo>
                    <a:pt x="1447" y="1"/>
                  </a:moveTo>
                  <a:lnTo>
                    <a:pt x="1390" y="10"/>
                  </a:lnTo>
                  <a:lnTo>
                    <a:pt x="1351" y="30"/>
                  </a:lnTo>
                  <a:lnTo>
                    <a:pt x="1303" y="68"/>
                  </a:lnTo>
                  <a:lnTo>
                    <a:pt x="1275" y="106"/>
                  </a:lnTo>
                  <a:lnTo>
                    <a:pt x="1236" y="164"/>
                  </a:lnTo>
                  <a:lnTo>
                    <a:pt x="1208" y="231"/>
                  </a:lnTo>
                  <a:lnTo>
                    <a:pt x="1179" y="298"/>
                  </a:lnTo>
                  <a:lnTo>
                    <a:pt x="1131" y="461"/>
                  </a:lnTo>
                  <a:lnTo>
                    <a:pt x="1093" y="623"/>
                  </a:lnTo>
                  <a:lnTo>
                    <a:pt x="1074" y="796"/>
                  </a:lnTo>
                  <a:lnTo>
                    <a:pt x="1064" y="959"/>
                  </a:lnTo>
                  <a:lnTo>
                    <a:pt x="1074" y="1131"/>
                  </a:lnTo>
                  <a:lnTo>
                    <a:pt x="1083" y="1294"/>
                  </a:lnTo>
                  <a:lnTo>
                    <a:pt x="1112" y="1457"/>
                  </a:lnTo>
                  <a:lnTo>
                    <a:pt x="1150" y="1620"/>
                  </a:lnTo>
                  <a:lnTo>
                    <a:pt x="1198" y="1782"/>
                  </a:lnTo>
                  <a:lnTo>
                    <a:pt x="1265" y="1984"/>
                  </a:lnTo>
                  <a:lnTo>
                    <a:pt x="1323" y="2204"/>
                  </a:lnTo>
                  <a:lnTo>
                    <a:pt x="1380" y="2424"/>
                  </a:lnTo>
                  <a:lnTo>
                    <a:pt x="1418" y="2635"/>
                  </a:lnTo>
                  <a:lnTo>
                    <a:pt x="1428" y="2826"/>
                  </a:lnTo>
                  <a:lnTo>
                    <a:pt x="1428" y="2922"/>
                  </a:lnTo>
                  <a:lnTo>
                    <a:pt x="1428" y="2999"/>
                  </a:lnTo>
                  <a:lnTo>
                    <a:pt x="1409" y="3075"/>
                  </a:lnTo>
                  <a:lnTo>
                    <a:pt x="1380" y="3133"/>
                  </a:lnTo>
                  <a:lnTo>
                    <a:pt x="1351" y="3190"/>
                  </a:lnTo>
                  <a:lnTo>
                    <a:pt x="1303" y="3229"/>
                  </a:lnTo>
                  <a:lnTo>
                    <a:pt x="1256" y="3248"/>
                  </a:lnTo>
                  <a:lnTo>
                    <a:pt x="1198" y="3248"/>
                  </a:lnTo>
                  <a:lnTo>
                    <a:pt x="1131" y="3229"/>
                  </a:lnTo>
                  <a:lnTo>
                    <a:pt x="1054" y="3200"/>
                  </a:lnTo>
                  <a:lnTo>
                    <a:pt x="978" y="3162"/>
                  </a:lnTo>
                  <a:lnTo>
                    <a:pt x="892" y="3104"/>
                  </a:lnTo>
                  <a:lnTo>
                    <a:pt x="738" y="2989"/>
                  </a:lnTo>
                  <a:lnTo>
                    <a:pt x="585" y="2865"/>
                  </a:lnTo>
                  <a:lnTo>
                    <a:pt x="461" y="2750"/>
                  </a:lnTo>
                  <a:lnTo>
                    <a:pt x="346" y="2635"/>
                  </a:lnTo>
                  <a:lnTo>
                    <a:pt x="298" y="2616"/>
                  </a:lnTo>
                  <a:lnTo>
                    <a:pt x="202" y="2577"/>
                  </a:lnTo>
                  <a:lnTo>
                    <a:pt x="145" y="2568"/>
                  </a:lnTo>
                  <a:lnTo>
                    <a:pt x="87" y="2558"/>
                  </a:lnTo>
                  <a:lnTo>
                    <a:pt x="39" y="2568"/>
                  </a:lnTo>
                  <a:lnTo>
                    <a:pt x="20" y="2587"/>
                  </a:lnTo>
                  <a:lnTo>
                    <a:pt x="1" y="2597"/>
                  </a:lnTo>
                  <a:lnTo>
                    <a:pt x="39" y="2874"/>
                  </a:lnTo>
                  <a:lnTo>
                    <a:pt x="68" y="3028"/>
                  </a:lnTo>
                  <a:lnTo>
                    <a:pt x="116" y="3171"/>
                  </a:lnTo>
                  <a:lnTo>
                    <a:pt x="183" y="3315"/>
                  </a:lnTo>
                  <a:lnTo>
                    <a:pt x="259" y="3449"/>
                  </a:lnTo>
                  <a:lnTo>
                    <a:pt x="355" y="3574"/>
                  </a:lnTo>
                  <a:lnTo>
                    <a:pt x="451" y="3688"/>
                  </a:lnTo>
                  <a:lnTo>
                    <a:pt x="576" y="3794"/>
                  </a:lnTo>
                  <a:lnTo>
                    <a:pt x="700" y="3880"/>
                  </a:lnTo>
                  <a:lnTo>
                    <a:pt x="710" y="3890"/>
                  </a:lnTo>
                  <a:lnTo>
                    <a:pt x="1198" y="4196"/>
                  </a:lnTo>
                  <a:lnTo>
                    <a:pt x="1370" y="4321"/>
                  </a:lnTo>
                  <a:lnTo>
                    <a:pt x="1524" y="4455"/>
                  </a:lnTo>
                  <a:lnTo>
                    <a:pt x="1677" y="4598"/>
                  </a:lnTo>
                  <a:lnTo>
                    <a:pt x="1802" y="4761"/>
                  </a:lnTo>
                  <a:lnTo>
                    <a:pt x="1926" y="4924"/>
                  </a:lnTo>
                  <a:lnTo>
                    <a:pt x="2031" y="5106"/>
                  </a:lnTo>
                  <a:lnTo>
                    <a:pt x="2118" y="5298"/>
                  </a:lnTo>
                  <a:lnTo>
                    <a:pt x="2185" y="5499"/>
                  </a:lnTo>
                  <a:lnTo>
                    <a:pt x="2405" y="6208"/>
                  </a:lnTo>
                  <a:lnTo>
                    <a:pt x="3526" y="6064"/>
                  </a:lnTo>
                  <a:lnTo>
                    <a:pt x="3353" y="4665"/>
                  </a:lnTo>
                  <a:lnTo>
                    <a:pt x="3344" y="4311"/>
                  </a:lnTo>
                  <a:lnTo>
                    <a:pt x="3315" y="3938"/>
                  </a:lnTo>
                  <a:lnTo>
                    <a:pt x="3286" y="3487"/>
                  </a:lnTo>
                  <a:lnTo>
                    <a:pt x="3238" y="2999"/>
                  </a:lnTo>
                  <a:lnTo>
                    <a:pt x="3181" y="2539"/>
                  </a:lnTo>
                  <a:lnTo>
                    <a:pt x="3142" y="2319"/>
                  </a:lnTo>
                  <a:lnTo>
                    <a:pt x="3095" y="2127"/>
                  </a:lnTo>
                  <a:lnTo>
                    <a:pt x="3047" y="1955"/>
                  </a:lnTo>
                  <a:lnTo>
                    <a:pt x="2999" y="1811"/>
                  </a:lnTo>
                  <a:lnTo>
                    <a:pt x="2884" y="1572"/>
                  </a:lnTo>
                  <a:lnTo>
                    <a:pt x="2721" y="1275"/>
                  </a:lnTo>
                  <a:lnTo>
                    <a:pt x="2529" y="959"/>
                  </a:lnTo>
                  <a:lnTo>
                    <a:pt x="2424" y="805"/>
                  </a:lnTo>
                  <a:lnTo>
                    <a:pt x="2319" y="643"/>
                  </a:lnTo>
                  <a:lnTo>
                    <a:pt x="2204" y="499"/>
                  </a:lnTo>
                  <a:lnTo>
                    <a:pt x="2089" y="365"/>
                  </a:lnTo>
                  <a:lnTo>
                    <a:pt x="1974" y="250"/>
                  </a:lnTo>
                  <a:lnTo>
                    <a:pt x="1849" y="145"/>
                  </a:lnTo>
                  <a:lnTo>
                    <a:pt x="1734" y="68"/>
                  </a:lnTo>
                  <a:lnTo>
                    <a:pt x="1677" y="39"/>
                  </a:lnTo>
                  <a:lnTo>
                    <a:pt x="1620" y="20"/>
                  </a:lnTo>
                  <a:lnTo>
                    <a:pt x="1562" y="10"/>
                  </a:lnTo>
                  <a:lnTo>
                    <a:pt x="1505" y="1"/>
                  </a:lnTo>
                  <a:close/>
                </a:path>
              </a:pathLst>
            </a:custGeom>
            <a:solidFill>
              <a:srgbClr val="FFAF8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" name="Google Shape;1382;p31">
              <a:extLst>
                <a:ext uri="{FF2B5EF4-FFF2-40B4-BE49-F238E27FC236}">
                  <a16:creationId xmlns:a16="http://schemas.microsoft.com/office/drawing/2014/main" id="{978D56C2-9A49-3BE3-434A-36A687C51FB6}"/>
                </a:ext>
              </a:extLst>
            </p:cNvPr>
            <p:cNvSpPr/>
            <p:nvPr/>
          </p:nvSpPr>
          <p:spPr>
            <a:xfrm>
              <a:off x="2254644" y="1641228"/>
              <a:ext cx="103392" cy="205524"/>
            </a:xfrm>
            <a:custGeom>
              <a:avLst/>
              <a:gdLst/>
              <a:ahLst/>
              <a:cxnLst/>
              <a:rect l="l" t="t" r="r" b="b"/>
              <a:pathLst>
                <a:path w="3200" h="6361" extrusionOk="0">
                  <a:moveTo>
                    <a:pt x="604" y="0"/>
                  </a:moveTo>
                  <a:lnTo>
                    <a:pt x="546" y="20"/>
                  </a:lnTo>
                  <a:lnTo>
                    <a:pt x="498" y="39"/>
                  </a:lnTo>
                  <a:lnTo>
                    <a:pt x="451" y="77"/>
                  </a:lnTo>
                  <a:lnTo>
                    <a:pt x="412" y="115"/>
                  </a:lnTo>
                  <a:lnTo>
                    <a:pt x="364" y="163"/>
                  </a:lnTo>
                  <a:lnTo>
                    <a:pt x="326" y="211"/>
                  </a:lnTo>
                  <a:lnTo>
                    <a:pt x="259" y="336"/>
                  </a:lnTo>
                  <a:lnTo>
                    <a:pt x="202" y="479"/>
                  </a:lnTo>
                  <a:lnTo>
                    <a:pt x="144" y="633"/>
                  </a:lnTo>
                  <a:lnTo>
                    <a:pt x="106" y="805"/>
                  </a:lnTo>
                  <a:lnTo>
                    <a:pt x="77" y="987"/>
                  </a:lnTo>
                  <a:lnTo>
                    <a:pt x="48" y="1178"/>
                  </a:lnTo>
                  <a:lnTo>
                    <a:pt x="29" y="1370"/>
                  </a:lnTo>
                  <a:lnTo>
                    <a:pt x="0" y="1734"/>
                  </a:lnTo>
                  <a:lnTo>
                    <a:pt x="0" y="2069"/>
                  </a:lnTo>
                  <a:lnTo>
                    <a:pt x="10" y="2337"/>
                  </a:lnTo>
                  <a:lnTo>
                    <a:pt x="20" y="2491"/>
                  </a:lnTo>
                  <a:lnTo>
                    <a:pt x="58" y="2663"/>
                  </a:lnTo>
                  <a:lnTo>
                    <a:pt x="115" y="2855"/>
                  </a:lnTo>
                  <a:lnTo>
                    <a:pt x="173" y="3065"/>
                  </a:lnTo>
                  <a:lnTo>
                    <a:pt x="336" y="3506"/>
                  </a:lnTo>
                  <a:lnTo>
                    <a:pt x="518" y="3956"/>
                  </a:lnTo>
                  <a:lnTo>
                    <a:pt x="690" y="4368"/>
                  </a:lnTo>
                  <a:lnTo>
                    <a:pt x="843" y="4713"/>
                  </a:lnTo>
                  <a:lnTo>
                    <a:pt x="997" y="5029"/>
                  </a:lnTo>
                  <a:lnTo>
                    <a:pt x="1485" y="6360"/>
                  </a:lnTo>
                  <a:lnTo>
                    <a:pt x="2548" y="5968"/>
                  </a:lnTo>
                  <a:lnTo>
                    <a:pt x="2414" y="5240"/>
                  </a:lnTo>
                  <a:lnTo>
                    <a:pt x="2385" y="5029"/>
                  </a:lnTo>
                  <a:lnTo>
                    <a:pt x="2376" y="4818"/>
                  </a:lnTo>
                  <a:lnTo>
                    <a:pt x="2385" y="4607"/>
                  </a:lnTo>
                  <a:lnTo>
                    <a:pt x="2414" y="4406"/>
                  </a:lnTo>
                  <a:lnTo>
                    <a:pt x="2462" y="4205"/>
                  </a:lnTo>
                  <a:lnTo>
                    <a:pt x="2519" y="4004"/>
                  </a:lnTo>
                  <a:lnTo>
                    <a:pt x="2606" y="3812"/>
                  </a:lnTo>
                  <a:lnTo>
                    <a:pt x="2701" y="3630"/>
                  </a:lnTo>
                  <a:lnTo>
                    <a:pt x="2989" y="3132"/>
                  </a:lnTo>
                  <a:lnTo>
                    <a:pt x="2998" y="3123"/>
                  </a:lnTo>
                  <a:lnTo>
                    <a:pt x="3065" y="2979"/>
                  </a:lnTo>
                  <a:lnTo>
                    <a:pt x="3123" y="2835"/>
                  </a:lnTo>
                  <a:lnTo>
                    <a:pt x="3161" y="2692"/>
                  </a:lnTo>
                  <a:lnTo>
                    <a:pt x="3190" y="2539"/>
                  </a:lnTo>
                  <a:lnTo>
                    <a:pt x="3199" y="2385"/>
                  </a:lnTo>
                  <a:lnTo>
                    <a:pt x="3190" y="2232"/>
                  </a:lnTo>
                  <a:lnTo>
                    <a:pt x="3161" y="2079"/>
                  </a:lnTo>
                  <a:lnTo>
                    <a:pt x="3123" y="1926"/>
                  </a:lnTo>
                  <a:lnTo>
                    <a:pt x="3027" y="1657"/>
                  </a:lnTo>
                  <a:lnTo>
                    <a:pt x="2979" y="1657"/>
                  </a:lnTo>
                  <a:lnTo>
                    <a:pt x="2931" y="1667"/>
                  </a:lnTo>
                  <a:lnTo>
                    <a:pt x="2883" y="1696"/>
                  </a:lnTo>
                  <a:lnTo>
                    <a:pt x="2836" y="1734"/>
                  </a:lnTo>
                  <a:lnTo>
                    <a:pt x="2768" y="1811"/>
                  </a:lnTo>
                  <a:lnTo>
                    <a:pt x="2740" y="1849"/>
                  </a:lnTo>
                  <a:lnTo>
                    <a:pt x="2692" y="2002"/>
                  </a:lnTo>
                  <a:lnTo>
                    <a:pt x="2634" y="2165"/>
                  </a:lnTo>
                  <a:lnTo>
                    <a:pt x="2558" y="2347"/>
                  </a:lnTo>
                  <a:lnTo>
                    <a:pt x="2462" y="2529"/>
                  </a:lnTo>
                  <a:lnTo>
                    <a:pt x="2414" y="2606"/>
                  </a:lnTo>
                  <a:lnTo>
                    <a:pt x="2366" y="2682"/>
                  </a:lnTo>
                  <a:lnTo>
                    <a:pt x="2318" y="2740"/>
                  </a:lnTo>
                  <a:lnTo>
                    <a:pt x="2261" y="2788"/>
                  </a:lnTo>
                  <a:lnTo>
                    <a:pt x="2213" y="2816"/>
                  </a:lnTo>
                  <a:lnTo>
                    <a:pt x="2155" y="2816"/>
                  </a:lnTo>
                  <a:lnTo>
                    <a:pt x="2098" y="2807"/>
                  </a:lnTo>
                  <a:lnTo>
                    <a:pt x="2050" y="2778"/>
                  </a:lnTo>
                  <a:lnTo>
                    <a:pt x="1993" y="2730"/>
                  </a:lnTo>
                  <a:lnTo>
                    <a:pt x="1945" y="2673"/>
                  </a:lnTo>
                  <a:lnTo>
                    <a:pt x="1906" y="2606"/>
                  </a:lnTo>
                  <a:lnTo>
                    <a:pt x="1859" y="2519"/>
                  </a:lnTo>
                  <a:lnTo>
                    <a:pt x="1791" y="2337"/>
                  </a:lnTo>
                  <a:lnTo>
                    <a:pt x="1724" y="2136"/>
                  </a:lnTo>
                  <a:lnTo>
                    <a:pt x="1667" y="1916"/>
                  </a:lnTo>
                  <a:lnTo>
                    <a:pt x="1629" y="1696"/>
                  </a:lnTo>
                  <a:lnTo>
                    <a:pt x="1590" y="1485"/>
                  </a:lnTo>
                  <a:lnTo>
                    <a:pt x="1562" y="1322"/>
                  </a:lnTo>
                  <a:lnTo>
                    <a:pt x="1514" y="1159"/>
                  </a:lnTo>
                  <a:lnTo>
                    <a:pt x="1466" y="996"/>
                  </a:lnTo>
                  <a:lnTo>
                    <a:pt x="1399" y="843"/>
                  </a:lnTo>
                  <a:lnTo>
                    <a:pt x="1332" y="700"/>
                  </a:lnTo>
                  <a:lnTo>
                    <a:pt x="1246" y="546"/>
                  </a:lnTo>
                  <a:lnTo>
                    <a:pt x="1150" y="412"/>
                  </a:lnTo>
                  <a:lnTo>
                    <a:pt x="1044" y="278"/>
                  </a:lnTo>
                  <a:lnTo>
                    <a:pt x="929" y="163"/>
                  </a:lnTo>
                  <a:lnTo>
                    <a:pt x="872" y="106"/>
                  </a:lnTo>
                  <a:lnTo>
                    <a:pt x="815" y="67"/>
                  </a:lnTo>
                  <a:lnTo>
                    <a:pt x="757" y="29"/>
                  </a:lnTo>
                  <a:lnTo>
                    <a:pt x="700" y="10"/>
                  </a:lnTo>
                  <a:lnTo>
                    <a:pt x="652" y="0"/>
                  </a:lnTo>
                  <a:close/>
                </a:path>
              </a:pathLst>
            </a:custGeom>
            <a:solidFill>
              <a:srgbClr val="FFAF8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Google Shape;1383;p31">
              <a:extLst>
                <a:ext uri="{FF2B5EF4-FFF2-40B4-BE49-F238E27FC236}">
                  <a16:creationId xmlns:a16="http://schemas.microsoft.com/office/drawing/2014/main" id="{01FCB7B4-D145-0EEC-973C-597DA2A5D573}"/>
                </a:ext>
              </a:extLst>
            </p:cNvPr>
            <p:cNvSpPr/>
            <p:nvPr/>
          </p:nvSpPr>
          <p:spPr>
            <a:xfrm>
              <a:off x="2172025" y="3395345"/>
              <a:ext cx="43037" cy="379416"/>
            </a:xfrm>
            <a:custGeom>
              <a:avLst/>
              <a:gdLst/>
              <a:ahLst/>
              <a:cxnLst/>
              <a:rect l="l" t="t" r="r" b="b"/>
              <a:pathLst>
                <a:path w="1332" h="11743" extrusionOk="0">
                  <a:moveTo>
                    <a:pt x="594" y="0"/>
                  </a:moveTo>
                  <a:lnTo>
                    <a:pt x="536" y="10"/>
                  </a:lnTo>
                  <a:lnTo>
                    <a:pt x="469" y="29"/>
                  </a:lnTo>
                  <a:lnTo>
                    <a:pt x="412" y="48"/>
                  </a:lnTo>
                  <a:lnTo>
                    <a:pt x="354" y="77"/>
                  </a:lnTo>
                  <a:lnTo>
                    <a:pt x="297" y="115"/>
                  </a:lnTo>
                  <a:lnTo>
                    <a:pt x="239" y="153"/>
                  </a:lnTo>
                  <a:lnTo>
                    <a:pt x="201" y="192"/>
                  </a:lnTo>
                  <a:lnTo>
                    <a:pt x="153" y="240"/>
                  </a:lnTo>
                  <a:lnTo>
                    <a:pt x="115" y="287"/>
                  </a:lnTo>
                  <a:lnTo>
                    <a:pt x="86" y="345"/>
                  </a:lnTo>
                  <a:lnTo>
                    <a:pt x="58" y="402"/>
                  </a:lnTo>
                  <a:lnTo>
                    <a:pt x="29" y="469"/>
                  </a:lnTo>
                  <a:lnTo>
                    <a:pt x="19" y="527"/>
                  </a:lnTo>
                  <a:lnTo>
                    <a:pt x="10" y="594"/>
                  </a:lnTo>
                  <a:lnTo>
                    <a:pt x="0" y="661"/>
                  </a:lnTo>
                  <a:lnTo>
                    <a:pt x="0" y="11072"/>
                  </a:lnTo>
                  <a:lnTo>
                    <a:pt x="10" y="11139"/>
                  </a:lnTo>
                  <a:lnTo>
                    <a:pt x="19" y="11207"/>
                  </a:lnTo>
                  <a:lnTo>
                    <a:pt x="29" y="11274"/>
                  </a:lnTo>
                  <a:lnTo>
                    <a:pt x="58" y="11331"/>
                  </a:lnTo>
                  <a:lnTo>
                    <a:pt x="86" y="11389"/>
                  </a:lnTo>
                  <a:lnTo>
                    <a:pt x="115" y="11446"/>
                  </a:lnTo>
                  <a:lnTo>
                    <a:pt x="153" y="11494"/>
                  </a:lnTo>
                  <a:lnTo>
                    <a:pt x="201" y="11542"/>
                  </a:lnTo>
                  <a:lnTo>
                    <a:pt x="239" y="11590"/>
                  </a:lnTo>
                  <a:lnTo>
                    <a:pt x="297" y="11628"/>
                  </a:lnTo>
                  <a:lnTo>
                    <a:pt x="354" y="11657"/>
                  </a:lnTo>
                  <a:lnTo>
                    <a:pt x="412" y="11685"/>
                  </a:lnTo>
                  <a:lnTo>
                    <a:pt x="469" y="11714"/>
                  </a:lnTo>
                  <a:lnTo>
                    <a:pt x="536" y="11724"/>
                  </a:lnTo>
                  <a:lnTo>
                    <a:pt x="594" y="11733"/>
                  </a:lnTo>
                  <a:lnTo>
                    <a:pt x="671" y="11743"/>
                  </a:lnTo>
                  <a:lnTo>
                    <a:pt x="738" y="11733"/>
                  </a:lnTo>
                  <a:lnTo>
                    <a:pt x="805" y="11724"/>
                  </a:lnTo>
                  <a:lnTo>
                    <a:pt x="862" y="11714"/>
                  </a:lnTo>
                  <a:lnTo>
                    <a:pt x="929" y="11685"/>
                  </a:lnTo>
                  <a:lnTo>
                    <a:pt x="987" y="11657"/>
                  </a:lnTo>
                  <a:lnTo>
                    <a:pt x="1034" y="11628"/>
                  </a:lnTo>
                  <a:lnTo>
                    <a:pt x="1092" y="11590"/>
                  </a:lnTo>
                  <a:lnTo>
                    <a:pt x="1140" y="11542"/>
                  </a:lnTo>
                  <a:lnTo>
                    <a:pt x="1178" y="11494"/>
                  </a:lnTo>
                  <a:lnTo>
                    <a:pt x="1216" y="11446"/>
                  </a:lnTo>
                  <a:lnTo>
                    <a:pt x="1245" y="11389"/>
                  </a:lnTo>
                  <a:lnTo>
                    <a:pt x="1274" y="11331"/>
                  </a:lnTo>
                  <a:lnTo>
                    <a:pt x="1303" y="11274"/>
                  </a:lnTo>
                  <a:lnTo>
                    <a:pt x="1312" y="11207"/>
                  </a:lnTo>
                  <a:lnTo>
                    <a:pt x="1322" y="11139"/>
                  </a:lnTo>
                  <a:lnTo>
                    <a:pt x="1331" y="11072"/>
                  </a:lnTo>
                  <a:lnTo>
                    <a:pt x="1331" y="661"/>
                  </a:lnTo>
                  <a:lnTo>
                    <a:pt x="1322" y="594"/>
                  </a:lnTo>
                  <a:lnTo>
                    <a:pt x="1312" y="527"/>
                  </a:lnTo>
                  <a:lnTo>
                    <a:pt x="1303" y="469"/>
                  </a:lnTo>
                  <a:lnTo>
                    <a:pt x="1274" y="402"/>
                  </a:lnTo>
                  <a:lnTo>
                    <a:pt x="1245" y="345"/>
                  </a:lnTo>
                  <a:lnTo>
                    <a:pt x="1216" y="287"/>
                  </a:lnTo>
                  <a:lnTo>
                    <a:pt x="1178" y="240"/>
                  </a:lnTo>
                  <a:lnTo>
                    <a:pt x="1140" y="192"/>
                  </a:lnTo>
                  <a:lnTo>
                    <a:pt x="1092" y="153"/>
                  </a:lnTo>
                  <a:lnTo>
                    <a:pt x="1034" y="115"/>
                  </a:lnTo>
                  <a:lnTo>
                    <a:pt x="987" y="77"/>
                  </a:lnTo>
                  <a:lnTo>
                    <a:pt x="929" y="48"/>
                  </a:lnTo>
                  <a:lnTo>
                    <a:pt x="862" y="29"/>
                  </a:lnTo>
                  <a:lnTo>
                    <a:pt x="805" y="10"/>
                  </a:lnTo>
                  <a:lnTo>
                    <a:pt x="738" y="0"/>
                  </a:lnTo>
                  <a:close/>
                </a:path>
              </a:pathLst>
            </a:custGeom>
            <a:solidFill>
              <a:srgbClr val="696E7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Google Shape;1384;p31">
              <a:extLst>
                <a:ext uri="{FF2B5EF4-FFF2-40B4-BE49-F238E27FC236}">
                  <a16:creationId xmlns:a16="http://schemas.microsoft.com/office/drawing/2014/main" id="{2D568426-F4BA-3E5B-9BBB-50EB3B8CD12D}"/>
                </a:ext>
              </a:extLst>
            </p:cNvPr>
            <p:cNvSpPr/>
            <p:nvPr/>
          </p:nvSpPr>
          <p:spPr>
            <a:xfrm>
              <a:off x="1896900" y="3021187"/>
              <a:ext cx="587073" cy="543454"/>
            </a:xfrm>
            <a:custGeom>
              <a:avLst/>
              <a:gdLst/>
              <a:ahLst/>
              <a:cxnLst/>
              <a:rect l="l" t="t" r="r" b="b"/>
              <a:pathLst>
                <a:path w="18170" h="16820" extrusionOk="0">
                  <a:moveTo>
                    <a:pt x="2912" y="0"/>
                  </a:moveTo>
                  <a:lnTo>
                    <a:pt x="2759" y="10"/>
                  </a:lnTo>
                  <a:lnTo>
                    <a:pt x="2615" y="19"/>
                  </a:lnTo>
                  <a:lnTo>
                    <a:pt x="2471" y="39"/>
                  </a:lnTo>
                  <a:lnTo>
                    <a:pt x="2328" y="58"/>
                  </a:lnTo>
                  <a:lnTo>
                    <a:pt x="2184" y="96"/>
                  </a:lnTo>
                  <a:lnTo>
                    <a:pt x="2050" y="134"/>
                  </a:lnTo>
                  <a:lnTo>
                    <a:pt x="1906" y="182"/>
                  </a:lnTo>
                  <a:lnTo>
                    <a:pt x="1782" y="230"/>
                  </a:lnTo>
                  <a:lnTo>
                    <a:pt x="1648" y="288"/>
                  </a:lnTo>
                  <a:lnTo>
                    <a:pt x="1523" y="355"/>
                  </a:lnTo>
                  <a:lnTo>
                    <a:pt x="1399" y="422"/>
                  </a:lnTo>
                  <a:lnTo>
                    <a:pt x="1284" y="498"/>
                  </a:lnTo>
                  <a:lnTo>
                    <a:pt x="1169" y="584"/>
                  </a:lnTo>
                  <a:lnTo>
                    <a:pt x="1063" y="671"/>
                  </a:lnTo>
                  <a:lnTo>
                    <a:pt x="958" y="757"/>
                  </a:lnTo>
                  <a:lnTo>
                    <a:pt x="853" y="853"/>
                  </a:lnTo>
                  <a:lnTo>
                    <a:pt x="757" y="958"/>
                  </a:lnTo>
                  <a:lnTo>
                    <a:pt x="661" y="1063"/>
                  </a:lnTo>
                  <a:lnTo>
                    <a:pt x="575" y="1169"/>
                  </a:lnTo>
                  <a:lnTo>
                    <a:pt x="498" y="1284"/>
                  </a:lnTo>
                  <a:lnTo>
                    <a:pt x="422" y="1408"/>
                  </a:lnTo>
                  <a:lnTo>
                    <a:pt x="355" y="1523"/>
                  </a:lnTo>
                  <a:lnTo>
                    <a:pt x="287" y="1648"/>
                  </a:lnTo>
                  <a:lnTo>
                    <a:pt x="230" y="1782"/>
                  </a:lnTo>
                  <a:lnTo>
                    <a:pt x="173" y="1916"/>
                  </a:lnTo>
                  <a:lnTo>
                    <a:pt x="134" y="2050"/>
                  </a:lnTo>
                  <a:lnTo>
                    <a:pt x="86" y="2184"/>
                  </a:lnTo>
                  <a:lnTo>
                    <a:pt x="58" y="2328"/>
                  </a:lnTo>
                  <a:lnTo>
                    <a:pt x="29" y="2471"/>
                  </a:lnTo>
                  <a:lnTo>
                    <a:pt x="10" y="2615"/>
                  </a:lnTo>
                  <a:lnTo>
                    <a:pt x="0" y="2768"/>
                  </a:lnTo>
                  <a:lnTo>
                    <a:pt x="0" y="2912"/>
                  </a:lnTo>
                  <a:lnTo>
                    <a:pt x="0" y="13908"/>
                  </a:lnTo>
                  <a:lnTo>
                    <a:pt x="0" y="14051"/>
                  </a:lnTo>
                  <a:lnTo>
                    <a:pt x="10" y="14205"/>
                  </a:lnTo>
                  <a:lnTo>
                    <a:pt x="29" y="14348"/>
                  </a:lnTo>
                  <a:lnTo>
                    <a:pt x="58" y="14492"/>
                  </a:lnTo>
                  <a:lnTo>
                    <a:pt x="86" y="14636"/>
                  </a:lnTo>
                  <a:lnTo>
                    <a:pt x="134" y="14770"/>
                  </a:lnTo>
                  <a:lnTo>
                    <a:pt x="173" y="14904"/>
                  </a:lnTo>
                  <a:lnTo>
                    <a:pt x="230" y="15038"/>
                  </a:lnTo>
                  <a:lnTo>
                    <a:pt x="287" y="15162"/>
                  </a:lnTo>
                  <a:lnTo>
                    <a:pt x="355" y="15296"/>
                  </a:lnTo>
                  <a:lnTo>
                    <a:pt x="422" y="15411"/>
                  </a:lnTo>
                  <a:lnTo>
                    <a:pt x="498" y="15536"/>
                  </a:lnTo>
                  <a:lnTo>
                    <a:pt x="575" y="15651"/>
                  </a:lnTo>
                  <a:lnTo>
                    <a:pt x="661" y="15756"/>
                  </a:lnTo>
                  <a:lnTo>
                    <a:pt x="757" y="15862"/>
                  </a:lnTo>
                  <a:lnTo>
                    <a:pt x="853" y="15967"/>
                  </a:lnTo>
                  <a:lnTo>
                    <a:pt x="958" y="16063"/>
                  </a:lnTo>
                  <a:lnTo>
                    <a:pt x="1063" y="16149"/>
                  </a:lnTo>
                  <a:lnTo>
                    <a:pt x="1169" y="16235"/>
                  </a:lnTo>
                  <a:lnTo>
                    <a:pt x="1284" y="16321"/>
                  </a:lnTo>
                  <a:lnTo>
                    <a:pt x="1399" y="16398"/>
                  </a:lnTo>
                  <a:lnTo>
                    <a:pt x="1523" y="16465"/>
                  </a:lnTo>
                  <a:lnTo>
                    <a:pt x="1648" y="16532"/>
                  </a:lnTo>
                  <a:lnTo>
                    <a:pt x="1782" y="16589"/>
                  </a:lnTo>
                  <a:lnTo>
                    <a:pt x="1906" y="16637"/>
                  </a:lnTo>
                  <a:lnTo>
                    <a:pt x="2050" y="16685"/>
                  </a:lnTo>
                  <a:lnTo>
                    <a:pt x="2184" y="16724"/>
                  </a:lnTo>
                  <a:lnTo>
                    <a:pt x="2328" y="16762"/>
                  </a:lnTo>
                  <a:lnTo>
                    <a:pt x="2471" y="16781"/>
                  </a:lnTo>
                  <a:lnTo>
                    <a:pt x="2615" y="16800"/>
                  </a:lnTo>
                  <a:lnTo>
                    <a:pt x="2759" y="16810"/>
                  </a:lnTo>
                  <a:lnTo>
                    <a:pt x="2912" y="16819"/>
                  </a:lnTo>
                  <a:lnTo>
                    <a:pt x="15258" y="16819"/>
                  </a:lnTo>
                  <a:lnTo>
                    <a:pt x="15411" y="16810"/>
                  </a:lnTo>
                  <a:lnTo>
                    <a:pt x="15555" y="16800"/>
                  </a:lnTo>
                  <a:lnTo>
                    <a:pt x="15708" y="16781"/>
                  </a:lnTo>
                  <a:lnTo>
                    <a:pt x="15842" y="16762"/>
                  </a:lnTo>
                  <a:lnTo>
                    <a:pt x="15986" y="16724"/>
                  </a:lnTo>
                  <a:lnTo>
                    <a:pt x="16130" y="16685"/>
                  </a:lnTo>
                  <a:lnTo>
                    <a:pt x="16264" y="16637"/>
                  </a:lnTo>
                  <a:lnTo>
                    <a:pt x="16398" y="16589"/>
                  </a:lnTo>
                  <a:lnTo>
                    <a:pt x="16522" y="16532"/>
                  </a:lnTo>
                  <a:lnTo>
                    <a:pt x="16647" y="16465"/>
                  </a:lnTo>
                  <a:lnTo>
                    <a:pt x="16771" y="16398"/>
                  </a:lnTo>
                  <a:lnTo>
                    <a:pt x="16886" y="16321"/>
                  </a:lnTo>
                  <a:lnTo>
                    <a:pt x="17001" y="16235"/>
                  </a:lnTo>
                  <a:lnTo>
                    <a:pt x="17116" y="16149"/>
                  </a:lnTo>
                  <a:lnTo>
                    <a:pt x="17222" y="16063"/>
                  </a:lnTo>
                  <a:lnTo>
                    <a:pt x="17317" y="15967"/>
                  </a:lnTo>
                  <a:lnTo>
                    <a:pt x="17413" y="15862"/>
                  </a:lnTo>
                  <a:lnTo>
                    <a:pt x="17509" y="15756"/>
                  </a:lnTo>
                  <a:lnTo>
                    <a:pt x="17595" y="15651"/>
                  </a:lnTo>
                  <a:lnTo>
                    <a:pt x="17672" y="15536"/>
                  </a:lnTo>
                  <a:lnTo>
                    <a:pt x="17748" y="15411"/>
                  </a:lnTo>
                  <a:lnTo>
                    <a:pt x="17825" y="15296"/>
                  </a:lnTo>
                  <a:lnTo>
                    <a:pt x="17882" y="15162"/>
                  </a:lnTo>
                  <a:lnTo>
                    <a:pt x="17940" y="15038"/>
                  </a:lnTo>
                  <a:lnTo>
                    <a:pt x="17997" y="14904"/>
                  </a:lnTo>
                  <a:lnTo>
                    <a:pt x="18045" y="14770"/>
                  </a:lnTo>
                  <a:lnTo>
                    <a:pt x="18084" y="14636"/>
                  </a:lnTo>
                  <a:lnTo>
                    <a:pt x="18112" y="14492"/>
                  </a:lnTo>
                  <a:lnTo>
                    <a:pt x="18141" y="14348"/>
                  </a:lnTo>
                  <a:lnTo>
                    <a:pt x="18160" y="14205"/>
                  </a:lnTo>
                  <a:lnTo>
                    <a:pt x="18170" y="14051"/>
                  </a:lnTo>
                  <a:lnTo>
                    <a:pt x="18170" y="13908"/>
                  </a:lnTo>
                  <a:lnTo>
                    <a:pt x="18170" y="2912"/>
                  </a:lnTo>
                  <a:lnTo>
                    <a:pt x="18170" y="2768"/>
                  </a:lnTo>
                  <a:lnTo>
                    <a:pt x="18160" y="2615"/>
                  </a:lnTo>
                  <a:lnTo>
                    <a:pt x="18141" y="2471"/>
                  </a:lnTo>
                  <a:lnTo>
                    <a:pt x="18112" y="2328"/>
                  </a:lnTo>
                  <a:lnTo>
                    <a:pt x="18084" y="2184"/>
                  </a:lnTo>
                  <a:lnTo>
                    <a:pt x="18045" y="2050"/>
                  </a:lnTo>
                  <a:lnTo>
                    <a:pt x="17997" y="1916"/>
                  </a:lnTo>
                  <a:lnTo>
                    <a:pt x="17940" y="1782"/>
                  </a:lnTo>
                  <a:lnTo>
                    <a:pt x="17882" y="1648"/>
                  </a:lnTo>
                  <a:lnTo>
                    <a:pt x="17825" y="1523"/>
                  </a:lnTo>
                  <a:lnTo>
                    <a:pt x="17748" y="1408"/>
                  </a:lnTo>
                  <a:lnTo>
                    <a:pt x="17672" y="1284"/>
                  </a:lnTo>
                  <a:lnTo>
                    <a:pt x="17595" y="1169"/>
                  </a:lnTo>
                  <a:lnTo>
                    <a:pt x="17509" y="1063"/>
                  </a:lnTo>
                  <a:lnTo>
                    <a:pt x="17413" y="958"/>
                  </a:lnTo>
                  <a:lnTo>
                    <a:pt x="17317" y="853"/>
                  </a:lnTo>
                  <a:lnTo>
                    <a:pt x="17222" y="757"/>
                  </a:lnTo>
                  <a:lnTo>
                    <a:pt x="17116" y="671"/>
                  </a:lnTo>
                  <a:lnTo>
                    <a:pt x="17001" y="584"/>
                  </a:lnTo>
                  <a:lnTo>
                    <a:pt x="16886" y="498"/>
                  </a:lnTo>
                  <a:lnTo>
                    <a:pt x="16771" y="422"/>
                  </a:lnTo>
                  <a:lnTo>
                    <a:pt x="16647" y="355"/>
                  </a:lnTo>
                  <a:lnTo>
                    <a:pt x="16522" y="288"/>
                  </a:lnTo>
                  <a:lnTo>
                    <a:pt x="16398" y="230"/>
                  </a:lnTo>
                  <a:lnTo>
                    <a:pt x="16264" y="182"/>
                  </a:lnTo>
                  <a:lnTo>
                    <a:pt x="16130" y="134"/>
                  </a:lnTo>
                  <a:lnTo>
                    <a:pt x="15986" y="96"/>
                  </a:lnTo>
                  <a:lnTo>
                    <a:pt x="15842" y="58"/>
                  </a:lnTo>
                  <a:lnTo>
                    <a:pt x="15708" y="39"/>
                  </a:lnTo>
                  <a:lnTo>
                    <a:pt x="15555" y="19"/>
                  </a:lnTo>
                  <a:lnTo>
                    <a:pt x="15411" y="10"/>
                  </a:lnTo>
                  <a:lnTo>
                    <a:pt x="15258" y="0"/>
                  </a:ln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Google Shape;1385;p31">
              <a:extLst>
                <a:ext uri="{FF2B5EF4-FFF2-40B4-BE49-F238E27FC236}">
                  <a16:creationId xmlns:a16="http://schemas.microsoft.com/office/drawing/2014/main" id="{D488E81A-A1B0-68F9-6FCE-8BB2CA2A98E6}"/>
                </a:ext>
              </a:extLst>
            </p:cNvPr>
            <p:cNvSpPr/>
            <p:nvPr/>
          </p:nvSpPr>
          <p:spPr>
            <a:xfrm>
              <a:off x="1899969" y="2961767"/>
              <a:ext cx="587105" cy="543454"/>
            </a:xfrm>
            <a:custGeom>
              <a:avLst/>
              <a:gdLst/>
              <a:ahLst/>
              <a:cxnLst/>
              <a:rect l="l" t="t" r="r" b="b"/>
              <a:pathLst>
                <a:path w="18171" h="16820" extrusionOk="0">
                  <a:moveTo>
                    <a:pt x="2913" y="0"/>
                  </a:moveTo>
                  <a:lnTo>
                    <a:pt x="2759" y="10"/>
                  </a:lnTo>
                  <a:lnTo>
                    <a:pt x="2616" y="19"/>
                  </a:lnTo>
                  <a:lnTo>
                    <a:pt x="2472" y="39"/>
                  </a:lnTo>
                  <a:lnTo>
                    <a:pt x="2328" y="58"/>
                  </a:lnTo>
                  <a:lnTo>
                    <a:pt x="2185" y="96"/>
                  </a:lnTo>
                  <a:lnTo>
                    <a:pt x="2051" y="134"/>
                  </a:lnTo>
                  <a:lnTo>
                    <a:pt x="1907" y="182"/>
                  </a:lnTo>
                  <a:lnTo>
                    <a:pt x="1782" y="230"/>
                  </a:lnTo>
                  <a:lnTo>
                    <a:pt x="1648" y="288"/>
                  </a:lnTo>
                  <a:lnTo>
                    <a:pt x="1524" y="355"/>
                  </a:lnTo>
                  <a:lnTo>
                    <a:pt x="1399" y="422"/>
                  </a:lnTo>
                  <a:lnTo>
                    <a:pt x="1284" y="498"/>
                  </a:lnTo>
                  <a:lnTo>
                    <a:pt x="1169" y="584"/>
                  </a:lnTo>
                  <a:lnTo>
                    <a:pt x="1064" y="671"/>
                  </a:lnTo>
                  <a:lnTo>
                    <a:pt x="959" y="757"/>
                  </a:lnTo>
                  <a:lnTo>
                    <a:pt x="853" y="853"/>
                  </a:lnTo>
                  <a:lnTo>
                    <a:pt x="758" y="958"/>
                  </a:lnTo>
                  <a:lnTo>
                    <a:pt x="662" y="1063"/>
                  </a:lnTo>
                  <a:lnTo>
                    <a:pt x="576" y="1169"/>
                  </a:lnTo>
                  <a:lnTo>
                    <a:pt x="499" y="1284"/>
                  </a:lnTo>
                  <a:lnTo>
                    <a:pt x="422" y="1408"/>
                  </a:lnTo>
                  <a:lnTo>
                    <a:pt x="355" y="1523"/>
                  </a:lnTo>
                  <a:lnTo>
                    <a:pt x="288" y="1648"/>
                  </a:lnTo>
                  <a:lnTo>
                    <a:pt x="231" y="1782"/>
                  </a:lnTo>
                  <a:lnTo>
                    <a:pt x="173" y="1916"/>
                  </a:lnTo>
                  <a:lnTo>
                    <a:pt x="135" y="2050"/>
                  </a:lnTo>
                  <a:lnTo>
                    <a:pt x="87" y="2184"/>
                  </a:lnTo>
                  <a:lnTo>
                    <a:pt x="58" y="2328"/>
                  </a:lnTo>
                  <a:lnTo>
                    <a:pt x="30" y="2471"/>
                  </a:lnTo>
                  <a:lnTo>
                    <a:pt x="10" y="2615"/>
                  </a:lnTo>
                  <a:lnTo>
                    <a:pt x="1" y="2768"/>
                  </a:lnTo>
                  <a:lnTo>
                    <a:pt x="1" y="2912"/>
                  </a:lnTo>
                  <a:lnTo>
                    <a:pt x="1" y="13908"/>
                  </a:lnTo>
                  <a:lnTo>
                    <a:pt x="1" y="14051"/>
                  </a:lnTo>
                  <a:lnTo>
                    <a:pt x="10" y="14205"/>
                  </a:lnTo>
                  <a:lnTo>
                    <a:pt x="30" y="14348"/>
                  </a:lnTo>
                  <a:lnTo>
                    <a:pt x="58" y="14492"/>
                  </a:lnTo>
                  <a:lnTo>
                    <a:pt x="87" y="14636"/>
                  </a:lnTo>
                  <a:lnTo>
                    <a:pt x="135" y="14770"/>
                  </a:lnTo>
                  <a:lnTo>
                    <a:pt x="173" y="14904"/>
                  </a:lnTo>
                  <a:lnTo>
                    <a:pt x="231" y="15038"/>
                  </a:lnTo>
                  <a:lnTo>
                    <a:pt x="288" y="15172"/>
                  </a:lnTo>
                  <a:lnTo>
                    <a:pt x="355" y="15296"/>
                  </a:lnTo>
                  <a:lnTo>
                    <a:pt x="422" y="15411"/>
                  </a:lnTo>
                  <a:lnTo>
                    <a:pt x="499" y="15536"/>
                  </a:lnTo>
                  <a:lnTo>
                    <a:pt x="576" y="15651"/>
                  </a:lnTo>
                  <a:lnTo>
                    <a:pt x="662" y="15756"/>
                  </a:lnTo>
                  <a:lnTo>
                    <a:pt x="758" y="15862"/>
                  </a:lnTo>
                  <a:lnTo>
                    <a:pt x="853" y="15967"/>
                  </a:lnTo>
                  <a:lnTo>
                    <a:pt x="959" y="16063"/>
                  </a:lnTo>
                  <a:lnTo>
                    <a:pt x="1064" y="16149"/>
                  </a:lnTo>
                  <a:lnTo>
                    <a:pt x="1169" y="16235"/>
                  </a:lnTo>
                  <a:lnTo>
                    <a:pt x="1284" y="16321"/>
                  </a:lnTo>
                  <a:lnTo>
                    <a:pt x="1399" y="16398"/>
                  </a:lnTo>
                  <a:lnTo>
                    <a:pt x="1524" y="16465"/>
                  </a:lnTo>
                  <a:lnTo>
                    <a:pt x="1648" y="16532"/>
                  </a:lnTo>
                  <a:lnTo>
                    <a:pt x="1782" y="16589"/>
                  </a:lnTo>
                  <a:lnTo>
                    <a:pt x="1907" y="16637"/>
                  </a:lnTo>
                  <a:lnTo>
                    <a:pt x="2051" y="16685"/>
                  </a:lnTo>
                  <a:lnTo>
                    <a:pt x="2185" y="16724"/>
                  </a:lnTo>
                  <a:lnTo>
                    <a:pt x="2328" y="16762"/>
                  </a:lnTo>
                  <a:lnTo>
                    <a:pt x="2472" y="16781"/>
                  </a:lnTo>
                  <a:lnTo>
                    <a:pt x="2616" y="16800"/>
                  </a:lnTo>
                  <a:lnTo>
                    <a:pt x="2759" y="16810"/>
                  </a:lnTo>
                  <a:lnTo>
                    <a:pt x="2913" y="16819"/>
                  </a:lnTo>
                  <a:lnTo>
                    <a:pt x="15259" y="16819"/>
                  </a:lnTo>
                  <a:lnTo>
                    <a:pt x="15412" y="16810"/>
                  </a:lnTo>
                  <a:lnTo>
                    <a:pt x="15556" y="16800"/>
                  </a:lnTo>
                  <a:lnTo>
                    <a:pt x="15709" y="16781"/>
                  </a:lnTo>
                  <a:lnTo>
                    <a:pt x="15843" y="16762"/>
                  </a:lnTo>
                  <a:lnTo>
                    <a:pt x="15987" y="16724"/>
                  </a:lnTo>
                  <a:lnTo>
                    <a:pt x="16130" y="16685"/>
                  </a:lnTo>
                  <a:lnTo>
                    <a:pt x="16264" y="16637"/>
                  </a:lnTo>
                  <a:lnTo>
                    <a:pt x="16399" y="16589"/>
                  </a:lnTo>
                  <a:lnTo>
                    <a:pt x="16523" y="16532"/>
                  </a:lnTo>
                  <a:lnTo>
                    <a:pt x="16648" y="16465"/>
                  </a:lnTo>
                  <a:lnTo>
                    <a:pt x="16772" y="16398"/>
                  </a:lnTo>
                  <a:lnTo>
                    <a:pt x="16887" y="16321"/>
                  </a:lnTo>
                  <a:lnTo>
                    <a:pt x="17002" y="16235"/>
                  </a:lnTo>
                  <a:lnTo>
                    <a:pt x="17117" y="16149"/>
                  </a:lnTo>
                  <a:lnTo>
                    <a:pt x="17222" y="16063"/>
                  </a:lnTo>
                  <a:lnTo>
                    <a:pt x="17318" y="15967"/>
                  </a:lnTo>
                  <a:lnTo>
                    <a:pt x="17414" y="15862"/>
                  </a:lnTo>
                  <a:lnTo>
                    <a:pt x="17510" y="15756"/>
                  </a:lnTo>
                  <a:lnTo>
                    <a:pt x="17596" y="15651"/>
                  </a:lnTo>
                  <a:lnTo>
                    <a:pt x="17672" y="15536"/>
                  </a:lnTo>
                  <a:lnTo>
                    <a:pt x="17749" y="15411"/>
                  </a:lnTo>
                  <a:lnTo>
                    <a:pt x="17826" y="15296"/>
                  </a:lnTo>
                  <a:lnTo>
                    <a:pt x="17883" y="15172"/>
                  </a:lnTo>
                  <a:lnTo>
                    <a:pt x="17941" y="15038"/>
                  </a:lnTo>
                  <a:lnTo>
                    <a:pt x="17998" y="14904"/>
                  </a:lnTo>
                  <a:lnTo>
                    <a:pt x="18046" y="14770"/>
                  </a:lnTo>
                  <a:lnTo>
                    <a:pt x="18084" y="14636"/>
                  </a:lnTo>
                  <a:lnTo>
                    <a:pt x="18113" y="14492"/>
                  </a:lnTo>
                  <a:lnTo>
                    <a:pt x="18142" y="14348"/>
                  </a:lnTo>
                  <a:lnTo>
                    <a:pt x="18161" y="14205"/>
                  </a:lnTo>
                  <a:lnTo>
                    <a:pt x="18171" y="14051"/>
                  </a:lnTo>
                  <a:lnTo>
                    <a:pt x="18171" y="13908"/>
                  </a:lnTo>
                  <a:lnTo>
                    <a:pt x="18171" y="2912"/>
                  </a:lnTo>
                  <a:lnTo>
                    <a:pt x="18171" y="2768"/>
                  </a:lnTo>
                  <a:lnTo>
                    <a:pt x="18161" y="2615"/>
                  </a:lnTo>
                  <a:lnTo>
                    <a:pt x="18142" y="2471"/>
                  </a:lnTo>
                  <a:lnTo>
                    <a:pt x="18113" y="2328"/>
                  </a:lnTo>
                  <a:lnTo>
                    <a:pt x="18084" y="2184"/>
                  </a:lnTo>
                  <a:lnTo>
                    <a:pt x="18046" y="2050"/>
                  </a:lnTo>
                  <a:lnTo>
                    <a:pt x="17998" y="1916"/>
                  </a:lnTo>
                  <a:lnTo>
                    <a:pt x="17941" y="1782"/>
                  </a:lnTo>
                  <a:lnTo>
                    <a:pt x="17883" y="1648"/>
                  </a:lnTo>
                  <a:lnTo>
                    <a:pt x="17826" y="1523"/>
                  </a:lnTo>
                  <a:lnTo>
                    <a:pt x="17749" y="1408"/>
                  </a:lnTo>
                  <a:lnTo>
                    <a:pt x="17672" y="1284"/>
                  </a:lnTo>
                  <a:lnTo>
                    <a:pt x="17596" y="1169"/>
                  </a:lnTo>
                  <a:lnTo>
                    <a:pt x="17510" y="1063"/>
                  </a:lnTo>
                  <a:lnTo>
                    <a:pt x="17414" y="958"/>
                  </a:lnTo>
                  <a:lnTo>
                    <a:pt x="17318" y="853"/>
                  </a:lnTo>
                  <a:lnTo>
                    <a:pt x="17222" y="757"/>
                  </a:lnTo>
                  <a:lnTo>
                    <a:pt x="17117" y="671"/>
                  </a:lnTo>
                  <a:lnTo>
                    <a:pt x="17002" y="584"/>
                  </a:lnTo>
                  <a:lnTo>
                    <a:pt x="16887" y="498"/>
                  </a:lnTo>
                  <a:lnTo>
                    <a:pt x="16772" y="422"/>
                  </a:lnTo>
                  <a:lnTo>
                    <a:pt x="16648" y="355"/>
                  </a:lnTo>
                  <a:lnTo>
                    <a:pt x="16523" y="288"/>
                  </a:lnTo>
                  <a:lnTo>
                    <a:pt x="16399" y="230"/>
                  </a:lnTo>
                  <a:lnTo>
                    <a:pt x="16264" y="182"/>
                  </a:lnTo>
                  <a:lnTo>
                    <a:pt x="16130" y="134"/>
                  </a:lnTo>
                  <a:lnTo>
                    <a:pt x="15987" y="96"/>
                  </a:lnTo>
                  <a:lnTo>
                    <a:pt x="15843" y="58"/>
                  </a:lnTo>
                  <a:lnTo>
                    <a:pt x="15709" y="39"/>
                  </a:lnTo>
                  <a:lnTo>
                    <a:pt x="15556" y="19"/>
                  </a:lnTo>
                  <a:lnTo>
                    <a:pt x="15412" y="10"/>
                  </a:lnTo>
                  <a:lnTo>
                    <a:pt x="15259" y="0"/>
                  </a:lnTo>
                  <a:close/>
                </a:path>
              </a:pathLst>
            </a:custGeom>
            <a:solidFill>
              <a:srgbClr val="202C8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Google Shape;1386;p31">
              <a:extLst>
                <a:ext uri="{FF2B5EF4-FFF2-40B4-BE49-F238E27FC236}">
                  <a16:creationId xmlns:a16="http://schemas.microsoft.com/office/drawing/2014/main" id="{AAD1A116-1E32-D2A4-1307-A5341C8B5445}"/>
                </a:ext>
              </a:extLst>
            </p:cNvPr>
            <p:cNvSpPr/>
            <p:nvPr/>
          </p:nvSpPr>
          <p:spPr>
            <a:xfrm>
              <a:off x="1826624" y="3809116"/>
              <a:ext cx="727589" cy="48303"/>
            </a:xfrm>
            <a:custGeom>
              <a:avLst/>
              <a:gdLst/>
              <a:ahLst/>
              <a:cxnLst/>
              <a:rect l="l" t="t" r="r" b="b"/>
              <a:pathLst>
                <a:path w="22519" h="1495" extrusionOk="0">
                  <a:moveTo>
                    <a:pt x="1" y="0"/>
                  </a:moveTo>
                  <a:lnTo>
                    <a:pt x="1" y="450"/>
                  </a:lnTo>
                  <a:lnTo>
                    <a:pt x="10" y="556"/>
                  </a:lnTo>
                  <a:lnTo>
                    <a:pt x="20" y="661"/>
                  </a:lnTo>
                  <a:lnTo>
                    <a:pt x="49" y="757"/>
                  </a:lnTo>
                  <a:lnTo>
                    <a:pt x="87" y="853"/>
                  </a:lnTo>
                  <a:lnTo>
                    <a:pt x="125" y="948"/>
                  </a:lnTo>
                  <a:lnTo>
                    <a:pt x="183" y="1035"/>
                  </a:lnTo>
                  <a:lnTo>
                    <a:pt x="240" y="1111"/>
                  </a:lnTo>
                  <a:lnTo>
                    <a:pt x="307" y="1188"/>
                  </a:lnTo>
                  <a:lnTo>
                    <a:pt x="384" y="1255"/>
                  </a:lnTo>
                  <a:lnTo>
                    <a:pt x="461" y="1312"/>
                  </a:lnTo>
                  <a:lnTo>
                    <a:pt x="547" y="1370"/>
                  </a:lnTo>
                  <a:lnTo>
                    <a:pt x="633" y="1408"/>
                  </a:lnTo>
                  <a:lnTo>
                    <a:pt x="729" y="1446"/>
                  </a:lnTo>
                  <a:lnTo>
                    <a:pt x="834" y="1475"/>
                  </a:lnTo>
                  <a:lnTo>
                    <a:pt x="930" y="1485"/>
                  </a:lnTo>
                  <a:lnTo>
                    <a:pt x="1045" y="1494"/>
                  </a:lnTo>
                  <a:lnTo>
                    <a:pt x="21485" y="1494"/>
                  </a:lnTo>
                  <a:lnTo>
                    <a:pt x="21590" y="1485"/>
                  </a:lnTo>
                  <a:lnTo>
                    <a:pt x="21686" y="1475"/>
                  </a:lnTo>
                  <a:lnTo>
                    <a:pt x="21791" y="1446"/>
                  </a:lnTo>
                  <a:lnTo>
                    <a:pt x="21887" y="1408"/>
                  </a:lnTo>
                  <a:lnTo>
                    <a:pt x="21973" y="1370"/>
                  </a:lnTo>
                  <a:lnTo>
                    <a:pt x="22059" y="1312"/>
                  </a:lnTo>
                  <a:lnTo>
                    <a:pt x="22145" y="1255"/>
                  </a:lnTo>
                  <a:lnTo>
                    <a:pt x="22212" y="1188"/>
                  </a:lnTo>
                  <a:lnTo>
                    <a:pt x="22280" y="1111"/>
                  </a:lnTo>
                  <a:lnTo>
                    <a:pt x="22347" y="1035"/>
                  </a:lnTo>
                  <a:lnTo>
                    <a:pt x="22394" y="948"/>
                  </a:lnTo>
                  <a:lnTo>
                    <a:pt x="22442" y="853"/>
                  </a:lnTo>
                  <a:lnTo>
                    <a:pt x="22471" y="757"/>
                  </a:lnTo>
                  <a:lnTo>
                    <a:pt x="22500" y="661"/>
                  </a:lnTo>
                  <a:lnTo>
                    <a:pt x="22519" y="556"/>
                  </a:lnTo>
                  <a:lnTo>
                    <a:pt x="22519" y="450"/>
                  </a:lnTo>
                  <a:lnTo>
                    <a:pt x="22519" y="0"/>
                  </a:lnTo>
                  <a:close/>
                </a:path>
              </a:pathLst>
            </a:custGeom>
            <a:solidFill>
              <a:srgbClr val="696E7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Google Shape;1387;p31">
              <a:extLst>
                <a:ext uri="{FF2B5EF4-FFF2-40B4-BE49-F238E27FC236}">
                  <a16:creationId xmlns:a16="http://schemas.microsoft.com/office/drawing/2014/main" id="{57A49171-A179-8BCC-65D7-218E66F57876}"/>
                </a:ext>
              </a:extLst>
            </p:cNvPr>
            <p:cNvSpPr/>
            <p:nvPr/>
          </p:nvSpPr>
          <p:spPr>
            <a:xfrm>
              <a:off x="2165208" y="3829213"/>
              <a:ext cx="52342" cy="756700"/>
            </a:xfrm>
            <a:custGeom>
              <a:avLst/>
              <a:gdLst/>
              <a:ahLst/>
              <a:cxnLst/>
              <a:rect l="l" t="t" r="r" b="b"/>
              <a:pathLst>
                <a:path w="1620" h="23420" extrusionOk="0">
                  <a:moveTo>
                    <a:pt x="0" y="1"/>
                  </a:moveTo>
                  <a:lnTo>
                    <a:pt x="0" y="23419"/>
                  </a:lnTo>
                  <a:lnTo>
                    <a:pt x="1619" y="23419"/>
                  </a:lnTo>
                  <a:lnTo>
                    <a:pt x="1619" y="1"/>
                  </a:lnTo>
                  <a:close/>
                </a:path>
              </a:pathLst>
            </a:custGeom>
            <a:solidFill>
              <a:srgbClr val="959DA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Google Shape;1388;p31">
              <a:extLst>
                <a:ext uri="{FF2B5EF4-FFF2-40B4-BE49-F238E27FC236}">
                  <a16:creationId xmlns:a16="http://schemas.microsoft.com/office/drawing/2014/main" id="{C638248E-97AB-264B-36C5-07608F15A81D}"/>
                </a:ext>
              </a:extLst>
            </p:cNvPr>
            <p:cNvSpPr/>
            <p:nvPr/>
          </p:nvSpPr>
          <p:spPr>
            <a:xfrm>
              <a:off x="1946723" y="4506963"/>
              <a:ext cx="494246" cy="132180"/>
            </a:xfrm>
            <a:custGeom>
              <a:avLst/>
              <a:gdLst/>
              <a:ahLst/>
              <a:cxnLst/>
              <a:rect l="l" t="t" r="r" b="b"/>
              <a:pathLst>
                <a:path w="15297" h="4091" extrusionOk="0">
                  <a:moveTo>
                    <a:pt x="3879" y="1"/>
                  </a:moveTo>
                  <a:lnTo>
                    <a:pt x="3678" y="20"/>
                  </a:lnTo>
                  <a:lnTo>
                    <a:pt x="3467" y="49"/>
                  </a:lnTo>
                  <a:lnTo>
                    <a:pt x="3266" y="87"/>
                  </a:lnTo>
                  <a:lnTo>
                    <a:pt x="3065" y="125"/>
                  </a:lnTo>
                  <a:lnTo>
                    <a:pt x="2874" y="183"/>
                  </a:lnTo>
                  <a:lnTo>
                    <a:pt x="2682" y="250"/>
                  </a:lnTo>
                  <a:lnTo>
                    <a:pt x="2500" y="326"/>
                  </a:lnTo>
                  <a:lnTo>
                    <a:pt x="2318" y="403"/>
                  </a:lnTo>
                  <a:lnTo>
                    <a:pt x="2146" y="499"/>
                  </a:lnTo>
                  <a:lnTo>
                    <a:pt x="1973" y="595"/>
                  </a:lnTo>
                  <a:lnTo>
                    <a:pt x="1801" y="700"/>
                  </a:lnTo>
                  <a:lnTo>
                    <a:pt x="1648" y="815"/>
                  </a:lnTo>
                  <a:lnTo>
                    <a:pt x="1485" y="939"/>
                  </a:lnTo>
                  <a:lnTo>
                    <a:pt x="1341" y="1064"/>
                  </a:lnTo>
                  <a:lnTo>
                    <a:pt x="1197" y="1198"/>
                  </a:lnTo>
                  <a:lnTo>
                    <a:pt x="1063" y="1342"/>
                  </a:lnTo>
                  <a:lnTo>
                    <a:pt x="929" y="1495"/>
                  </a:lnTo>
                  <a:lnTo>
                    <a:pt x="814" y="1648"/>
                  </a:lnTo>
                  <a:lnTo>
                    <a:pt x="699" y="1811"/>
                  </a:lnTo>
                  <a:lnTo>
                    <a:pt x="594" y="1974"/>
                  </a:lnTo>
                  <a:lnTo>
                    <a:pt x="489" y="2146"/>
                  </a:lnTo>
                  <a:lnTo>
                    <a:pt x="402" y="2319"/>
                  </a:lnTo>
                  <a:lnTo>
                    <a:pt x="316" y="2501"/>
                  </a:lnTo>
                  <a:lnTo>
                    <a:pt x="249" y="2692"/>
                  </a:lnTo>
                  <a:lnTo>
                    <a:pt x="182" y="2874"/>
                  </a:lnTo>
                  <a:lnTo>
                    <a:pt x="125" y="3075"/>
                  </a:lnTo>
                  <a:lnTo>
                    <a:pt x="77" y="3267"/>
                  </a:lnTo>
                  <a:lnTo>
                    <a:pt x="48" y="3468"/>
                  </a:lnTo>
                  <a:lnTo>
                    <a:pt x="19" y="3679"/>
                  </a:lnTo>
                  <a:lnTo>
                    <a:pt x="0" y="3880"/>
                  </a:lnTo>
                  <a:lnTo>
                    <a:pt x="0" y="4091"/>
                  </a:lnTo>
                  <a:lnTo>
                    <a:pt x="1169" y="4091"/>
                  </a:lnTo>
                  <a:lnTo>
                    <a:pt x="1178" y="3947"/>
                  </a:lnTo>
                  <a:lnTo>
                    <a:pt x="1188" y="3794"/>
                  </a:lnTo>
                  <a:lnTo>
                    <a:pt x="1207" y="3650"/>
                  </a:lnTo>
                  <a:lnTo>
                    <a:pt x="1236" y="3506"/>
                  </a:lnTo>
                  <a:lnTo>
                    <a:pt x="1264" y="3363"/>
                  </a:lnTo>
                  <a:lnTo>
                    <a:pt x="1303" y="3229"/>
                  </a:lnTo>
                  <a:lnTo>
                    <a:pt x="1351" y="3094"/>
                  </a:lnTo>
                  <a:lnTo>
                    <a:pt x="1399" y="2960"/>
                  </a:lnTo>
                  <a:lnTo>
                    <a:pt x="1466" y="2826"/>
                  </a:lnTo>
                  <a:lnTo>
                    <a:pt x="1523" y="2702"/>
                  </a:lnTo>
                  <a:lnTo>
                    <a:pt x="1600" y="2577"/>
                  </a:lnTo>
                  <a:lnTo>
                    <a:pt x="1676" y="2462"/>
                  </a:lnTo>
                  <a:lnTo>
                    <a:pt x="1753" y="2347"/>
                  </a:lnTo>
                  <a:lnTo>
                    <a:pt x="1839" y="2242"/>
                  </a:lnTo>
                  <a:lnTo>
                    <a:pt x="1935" y="2137"/>
                  </a:lnTo>
                  <a:lnTo>
                    <a:pt x="2031" y="2031"/>
                  </a:lnTo>
                  <a:lnTo>
                    <a:pt x="2127" y="1935"/>
                  </a:lnTo>
                  <a:lnTo>
                    <a:pt x="2232" y="1840"/>
                  </a:lnTo>
                  <a:lnTo>
                    <a:pt x="2347" y="1754"/>
                  </a:lnTo>
                  <a:lnTo>
                    <a:pt x="2462" y="1677"/>
                  </a:lnTo>
                  <a:lnTo>
                    <a:pt x="2577" y="1600"/>
                  </a:lnTo>
                  <a:lnTo>
                    <a:pt x="2701" y="1524"/>
                  </a:lnTo>
                  <a:lnTo>
                    <a:pt x="2826" y="1466"/>
                  </a:lnTo>
                  <a:lnTo>
                    <a:pt x="2960" y="1409"/>
                  </a:lnTo>
                  <a:lnTo>
                    <a:pt x="3094" y="1351"/>
                  </a:lnTo>
                  <a:lnTo>
                    <a:pt x="3228" y="1303"/>
                  </a:lnTo>
                  <a:lnTo>
                    <a:pt x="3362" y="1265"/>
                  </a:lnTo>
                  <a:lnTo>
                    <a:pt x="3506" y="1236"/>
                  </a:lnTo>
                  <a:lnTo>
                    <a:pt x="3649" y="1208"/>
                  </a:lnTo>
                  <a:lnTo>
                    <a:pt x="3793" y="1188"/>
                  </a:lnTo>
                  <a:lnTo>
                    <a:pt x="3946" y="1179"/>
                  </a:lnTo>
                  <a:lnTo>
                    <a:pt x="11350" y="1179"/>
                  </a:lnTo>
                  <a:lnTo>
                    <a:pt x="11494" y="1188"/>
                  </a:lnTo>
                  <a:lnTo>
                    <a:pt x="11638" y="1208"/>
                  </a:lnTo>
                  <a:lnTo>
                    <a:pt x="11781" y="1236"/>
                  </a:lnTo>
                  <a:lnTo>
                    <a:pt x="11925" y="1265"/>
                  </a:lnTo>
                  <a:lnTo>
                    <a:pt x="12069" y="1303"/>
                  </a:lnTo>
                  <a:lnTo>
                    <a:pt x="12203" y="1351"/>
                  </a:lnTo>
                  <a:lnTo>
                    <a:pt x="12337" y="1409"/>
                  </a:lnTo>
                  <a:lnTo>
                    <a:pt x="12461" y="1466"/>
                  </a:lnTo>
                  <a:lnTo>
                    <a:pt x="12586" y="1524"/>
                  </a:lnTo>
                  <a:lnTo>
                    <a:pt x="12710" y="1600"/>
                  </a:lnTo>
                  <a:lnTo>
                    <a:pt x="12825" y="1677"/>
                  </a:lnTo>
                  <a:lnTo>
                    <a:pt x="12940" y="1754"/>
                  </a:lnTo>
                  <a:lnTo>
                    <a:pt x="13055" y="1840"/>
                  </a:lnTo>
                  <a:lnTo>
                    <a:pt x="13160" y="1935"/>
                  </a:lnTo>
                  <a:lnTo>
                    <a:pt x="13256" y="2031"/>
                  </a:lnTo>
                  <a:lnTo>
                    <a:pt x="13362" y="2137"/>
                  </a:lnTo>
                  <a:lnTo>
                    <a:pt x="13448" y="2242"/>
                  </a:lnTo>
                  <a:lnTo>
                    <a:pt x="13534" y="2347"/>
                  </a:lnTo>
                  <a:lnTo>
                    <a:pt x="13620" y="2462"/>
                  </a:lnTo>
                  <a:lnTo>
                    <a:pt x="13697" y="2577"/>
                  </a:lnTo>
                  <a:lnTo>
                    <a:pt x="13764" y="2702"/>
                  </a:lnTo>
                  <a:lnTo>
                    <a:pt x="13831" y="2826"/>
                  </a:lnTo>
                  <a:lnTo>
                    <a:pt x="13888" y="2960"/>
                  </a:lnTo>
                  <a:lnTo>
                    <a:pt x="13936" y="3094"/>
                  </a:lnTo>
                  <a:lnTo>
                    <a:pt x="13984" y="3229"/>
                  </a:lnTo>
                  <a:lnTo>
                    <a:pt x="14023" y="3363"/>
                  </a:lnTo>
                  <a:lnTo>
                    <a:pt x="14061" y="3506"/>
                  </a:lnTo>
                  <a:lnTo>
                    <a:pt x="14080" y="3650"/>
                  </a:lnTo>
                  <a:lnTo>
                    <a:pt x="14099" y="3794"/>
                  </a:lnTo>
                  <a:lnTo>
                    <a:pt x="14109" y="3947"/>
                  </a:lnTo>
                  <a:lnTo>
                    <a:pt x="14118" y="4091"/>
                  </a:lnTo>
                  <a:lnTo>
                    <a:pt x="15296" y="4091"/>
                  </a:lnTo>
                  <a:lnTo>
                    <a:pt x="15287" y="3880"/>
                  </a:lnTo>
                  <a:lnTo>
                    <a:pt x="15268" y="3679"/>
                  </a:lnTo>
                  <a:lnTo>
                    <a:pt x="15249" y="3468"/>
                  </a:lnTo>
                  <a:lnTo>
                    <a:pt x="15210" y="3267"/>
                  </a:lnTo>
                  <a:lnTo>
                    <a:pt x="15162" y="3075"/>
                  </a:lnTo>
                  <a:lnTo>
                    <a:pt x="15105" y="2874"/>
                  </a:lnTo>
                  <a:lnTo>
                    <a:pt x="15047" y="2692"/>
                  </a:lnTo>
                  <a:lnTo>
                    <a:pt x="14971" y="2501"/>
                  </a:lnTo>
                  <a:lnTo>
                    <a:pt x="14885" y="2319"/>
                  </a:lnTo>
                  <a:lnTo>
                    <a:pt x="14798" y="2146"/>
                  </a:lnTo>
                  <a:lnTo>
                    <a:pt x="14703" y="1974"/>
                  </a:lnTo>
                  <a:lnTo>
                    <a:pt x="14588" y="1811"/>
                  </a:lnTo>
                  <a:lnTo>
                    <a:pt x="14473" y="1648"/>
                  </a:lnTo>
                  <a:lnTo>
                    <a:pt x="14358" y="1495"/>
                  </a:lnTo>
                  <a:lnTo>
                    <a:pt x="14224" y="1342"/>
                  </a:lnTo>
                  <a:lnTo>
                    <a:pt x="14090" y="1198"/>
                  </a:lnTo>
                  <a:lnTo>
                    <a:pt x="13946" y="1064"/>
                  </a:lnTo>
                  <a:lnTo>
                    <a:pt x="13802" y="939"/>
                  </a:lnTo>
                  <a:lnTo>
                    <a:pt x="13649" y="815"/>
                  </a:lnTo>
                  <a:lnTo>
                    <a:pt x="13486" y="700"/>
                  </a:lnTo>
                  <a:lnTo>
                    <a:pt x="13323" y="595"/>
                  </a:lnTo>
                  <a:lnTo>
                    <a:pt x="13151" y="499"/>
                  </a:lnTo>
                  <a:lnTo>
                    <a:pt x="12969" y="403"/>
                  </a:lnTo>
                  <a:lnTo>
                    <a:pt x="12787" y="326"/>
                  </a:lnTo>
                  <a:lnTo>
                    <a:pt x="12605" y="250"/>
                  </a:lnTo>
                  <a:lnTo>
                    <a:pt x="12413" y="183"/>
                  </a:lnTo>
                  <a:lnTo>
                    <a:pt x="12222" y="125"/>
                  </a:lnTo>
                  <a:lnTo>
                    <a:pt x="12021" y="87"/>
                  </a:lnTo>
                  <a:lnTo>
                    <a:pt x="11820" y="49"/>
                  </a:lnTo>
                  <a:lnTo>
                    <a:pt x="11618" y="20"/>
                  </a:lnTo>
                  <a:lnTo>
                    <a:pt x="11408" y="1"/>
                  </a:lnTo>
                  <a:close/>
                </a:path>
              </a:pathLst>
            </a:custGeom>
            <a:solidFill>
              <a:srgbClr val="696E7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Google Shape;1389;p31">
              <a:extLst>
                <a:ext uri="{FF2B5EF4-FFF2-40B4-BE49-F238E27FC236}">
                  <a16:creationId xmlns:a16="http://schemas.microsoft.com/office/drawing/2014/main" id="{7075C468-94C0-282C-CDF6-A0EB5BB7AF18}"/>
                </a:ext>
              </a:extLst>
            </p:cNvPr>
            <p:cNvSpPr/>
            <p:nvPr/>
          </p:nvSpPr>
          <p:spPr>
            <a:xfrm>
              <a:off x="2131475" y="3821168"/>
              <a:ext cx="113279" cy="205201"/>
            </a:xfrm>
            <a:custGeom>
              <a:avLst/>
              <a:gdLst/>
              <a:ahLst/>
              <a:cxnLst/>
              <a:rect l="l" t="t" r="r" b="b"/>
              <a:pathLst>
                <a:path w="3506" h="6351" extrusionOk="0">
                  <a:moveTo>
                    <a:pt x="0" y="1"/>
                  </a:moveTo>
                  <a:lnTo>
                    <a:pt x="661" y="6351"/>
                  </a:lnTo>
                  <a:lnTo>
                    <a:pt x="2845" y="6351"/>
                  </a:lnTo>
                  <a:lnTo>
                    <a:pt x="3506" y="1"/>
                  </a:lnTo>
                  <a:close/>
                </a:path>
              </a:pathLst>
            </a:custGeom>
            <a:solidFill>
              <a:srgbClr val="696E7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Google Shape;1390;p31">
              <a:extLst>
                <a:ext uri="{FF2B5EF4-FFF2-40B4-BE49-F238E27FC236}">
                  <a16:creationId xmlns:a16="http://schemas.microsoft.com/office/drawing/2014/main" id="{F7BE7125-C2B1-C744-B65B-4782D0253103}"/>
                </a:ext>
              </a:extLst>
            </p:cNvPr>
            <p:cNvSpPr/>
            <p:nvPr/>
          </p:nvSpPr>
          <p:spPr>
            <a:xfrm>
              <a:off x="1801260" y="3705431"/>
              <a:ext cx="780190" cy="115767"/>
            </a:xfrm>
            <a:custGeom>
              <a:avLst/>
              <a:gdLst/>
              <a:ahLst/>
              <a:cxnLst/>
              <a:rect l="l" t="t" r="r" b="b"/>
              <a:pathLst>
                <a:path w="24147" h="3583" extrusionOk="0">
                  <a:moveTo>
                    <a:pt x="3171" y="0"/>
                  </a:moveTo>
                  <a:lnTo>
                    <a:pt x="3008" y="10"/>
                  </a:lnTo>
                  <a:lnTo>
                    <a:pt x="2855" y="20"/>
                  </a:lnTo>
                  <a:lnTo>
                    <a:pt x="2692" y="39"/>
                  </a:lnTo>
                  <a:lnTo>
                    <a:pt x="2539" y="67"/>
                  </a:lnTo>
                  <a:lnTo>
                    <a:pt x="2385" y="106"/>
                  </a:lnTo>
                  <a:lnTo>
                    <a:pt x="2232" y="144"/>
                  </a:lnTo>
                  <a:lnTo>
                    <a:pt x="2089" y="192"/>
                  </a:lnTo>
                  <a:lnTo>
                    <a:pt x="1945" y="249"/>
                  </a:lnTo>
                  <a:lnTo>
                    <a:pt x="1801" y="316"/>
                  </a:lnTo>
                  <a:lnTo>
                    <a:pt x="1667" y="384"/>
                  </a:lnTo>
                  <a:lnTo>
                    <a:pt x="1533" y="460"/>
                  </a:lnTo>
                  <a:lnTo>
                    <a:pt x="1399" y="546"/>
                  </a:lnTo>
                  <a:lnTo>
                    <a:pt x="1274" y="633"/>
                  </a:lnTo>
                  <a:lnTo>
                    <a:pt x="1159" y="728"/>
                  </a:lnTo>
                  <a:lnTo>
                    <a:pt x="1044" y="824"/>
                  </a:lnTo>
                  <a:lnTo>
                    <a:pt x="930" y="929"/>
                  </a:lnTo>
                  <a:lnTo>
                    <a:pt x="824" y="1044"/>
                  </a:lnTo>
                  <a:lnTo>
                    <a:pt x="728" y="1159"/>
                  </a:lnTo>
                  <a:lnTo>
                    <a:pt x="633" y="1274"/>
                  </a:lnTo>
                  <a:lnTo>
                    <a:pt x="546" y="1399"/>
                  </a:lnTo>
                  <a:lnTo>
                    <a:pt x="460" y="1533"/>
                  </a:lnTo>
                  <a:lnTo>
                    <a:pt x="384" y="1657"/>
                  </a:lnTo>
                  <a:lnTo>
                    <a:pt x="317" y="1801"/>
                  </a:lnTo>
                  <a:lnTo>
                    <a:pt x="250" y="1935"/>
                  </a:lnTo>
                  <a:lnTo>
                    <a:pt x="202" y="2079"/>
                  </a:lnTo>
                  <a:lnTo>
                    <a:pt x="144" y="2232"/>
                  </a:lnTo>
                  <a:lnTo>
                    <a:pt x="106" y="2376"/>
                  </a:lnTo>
                  <a:lnTo>
                    <a:pt x="68" y="2529"/>
                  </a:lnTo>
                  <a:lnTo>
                    <a:pt x="39" y="2692"/>
                  </a:lnTo>
                  <a:lnTo>
                    <a:pt x="20" y="2845"/>
                  </a:lnTo>
                  <a:lnTo>
                    <a:pt x="10" y="3008"/>
                  </a:lnTo>
                  <a:lnTo>
                    <a:pt x="0" y="3171"/>
                  </a:lnTo>
                  <a:lnTo>
                    <a:pt x="0" y="3583"/>
                  </a:lnTo>
                  <a:lnTo>
                    <a:pt x="24147" y="3583"/>
                  </a:lnTo>
                  <a:lnTo>
                    <a:pt x="24147" y="3171"/>
                  </a:lnTo>
                  <a:lnTo>
                    <a:pt x="24147" y="3008"/>
                  </a:lnTo>
                  <a:lnTo>
                    <a:pt x="24128" y="2845"/>
                  </a:lnTo>
                  <a:lnTo>
                    <a:pt x="24109" y="2692"/>
                  </a:lnTo>
                  <a:lnTo>
                    <a:pt x="24080" y="2529"/>
                  </a:lnTo>
                  <a:lnTo>
                    <a:pt x="24051" y="2376"/>
                  </a:lnTo>
                  <a:lnTo>
                    <a:pt x="24003" y="2232"/>
                  </a:lnTo>
                  <a:lnTo>
                    <a:pt x="23955" y="2079"/>
                  </a:lnTo>
                  <a:lnTo>
                    <a:pt x="23898" y="1935"/>
                  </a:lnTo>
                  <a:lnTo>
                    <a:pt x="23831" y="1801"/>
                  </a:lnTo>
                  <a:lnTo>
                    <a:pt x="23764" y="1657"/>
                  </a:lnTo>
                  <a:lnTo>
                    <a:pt x="23687" y="1533"/>
                  </a:lnTo>
                  <a:lnTo>
                    <a:pt x="23601" y="1399"/>
                  </a:lnTo>
                  <a:lnTo>
                    <a:pt x="23515" y="1274"/>
                  </a:lnTo>
                  <a:lnTo>
                    <a:pt x="23419" y="1159"/>
                  </a:lnTo>
                  <a:lnTo>
                    <a:pt x="23323" y="1044"/>
                  </a:lnTo>
                  <a:lnTo>
                    <a:pt x="23218" y="929"/>
                  </a:lnTo>
                  <a:lnTo>
                    <a:pt x="23112" y="824"/>
                  </a:lnTo>
                  <a:lnTo>
                    <a:pt x="22997" y="728"/>
                  </a:lnTo>
                  <a:lnTo>
                    <a:pt x="22873" y="633"/>
                  </a:lnTo>
                  <a:lnTo>
                    <a:pt x="22748" y="546"/>
                  </a:lnTo>
                  <a:lnTo>
                    <a:pt x="22624" y="460"/>
                  </a:lnTo>
                  <a:lnTo>
                    <a:pt x="22490" y="384"/>
                  </a:lnTo>
                  <a:lnTo>
                    <a:pt x="22346" y="316"/>
                  </a:lnTo>
                  <a:lnTo>
                    <a:pt x="22212" y="249"/>
                  </a:lnTo>
                  <a:lnTo>
                    <a:pt x="22068" y="192"/>
                  </a:lnTo>
                  <a:lnTo>
                    <a:pt x="21915" y="144"/>
                  </a:lnTo>
                  <a:lnTo>
                    <a:pt x="21771" y="106"/>
                  </a:lnTo>
                  <a:lnTo>
                    <a:pt x="21618" y="67"/>
                  </a:lnTo>
                  <a:lnTo>
                    <a:pt x="21455" y="39"/>
                  </a:lnTo>
                  <a:lnTo>
                    <a:pt x="21302" y="20"/>
                  </a:lnTo>
                  <a:lnTo>
                    <a:pt x="21139" y="10"/>
                  </a:lnTo>
                  <a:lnTo>
                    <a:pt x="20977" y="0"/>
                  </a:ln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Google Shape;1391;p31">
              <a:extLst>
                <a:ext uri="{FF2B5EF4-FFF2-40B4-BE49-F238E27FC236}">
                  <a16:creationId xmlns:a16="http://schemas.microsoft.com/office/drawing/2014/main" id="{C0F6F6D3-5F4A-21C8-7734-8FC9954EE9F3}"/>
                </a:ext>
              </a:extLst>
            </p:cNvPr>
            <p:cNvSpPr/>
            <p:nvPr/>
          </p:nvSpPr>
          <p:spPr>
            <a:xfrm>
              <a:off x="2279717" y="1805851"/>
              <a:ext cx="732855" cy="701935"/>
            </a:xfrm>
            <a:custGeom>
              <a:avLst/>
              <a:gdLst/>
              <a:ahLst/>
              <a:cxnLst/>
              <a:rect l="l" t="t" r="r" b="b"/>
              <a:pathLst>
                <a:path w="22682" h="21725" extrusionOk="0">
                  <a:moveTo>
                    <a:pt x="1878" y="1"/>
                  </a:moveTo>
                  <a:lnTo>
                    <a:pt x="1609" y="30"/>
                  </a:lnTo>
                  <a:lnTo>
                    <a:pt x="1341" y="78"/>
                  </a:lnTo>
                  <a:lnTo>
                    <a:pt x="1217" y="106"/>
                  </a:lnTo>
                  <a:lnTo>
                    <a:pt x="1092" y="135"/>
                  </a:lnTo>
                  <a:lnTo>
                    <a:pt x="968" y="183"/>
                  </a:lnTo>
                  <a:lnTo>
                    <a:pt x="853" y="231"/>
                  </a:lnTo>
                  <a:lnTo>
                    <a:pt x="738" y="279"/>
                  </a:lnTo>
                  <a:lnTo>
                    <a:pt x="623" y="336"/>
                  </a:lnTo>
                  <a:lnTo>
                    <a:pt x="508" y="403"/>
                  </a:lnTo>
                  <a:lnTo>
                    <a:pt x="402" y="470"/>
                  </a:lnTo>
                  <a:lnTo>
                    <a:pt x="297" y="547"/>
                  </a:lnTo>
                  <a:lnTo>
                    <a:pt x="192" y="624"/>
                  </a:lnTo>
                  <a:lnTo>
                    <a:pt x="96" y="710"/>
                  </a:lnTo>
                  <a:lnTo>
                    <a:pt x="0" y="805"/>
                  </a:lnTo>
                  <a:lnTo>
                    <a:pt x="134" y="1390"/>
                  </a:lnTo>
                  <a:lnTo>
                    <a:pt x="307" y="2070"/>
                  </a:lnTo>
                  <a:lnTo>
                    <a:pt x="527" y="2961"/>
                  </a:lnTo>
                  <a:lnTo>
                    <a:pt x="805" y="4024"/>
                  </a:lnTo>
                  <a:lnTo>
                    <a:pt x="1140" y="5231"/>
                  </a:lnTo>
                  <a:lnTo>
                    <a:pt x="1514" y="6533"/>
                  </a:lnTo>
                  <a:lnTo>
                    <a:pt x="1715" y="7223"/>
                  </a:lnTo>
                  <a:lnTo>
                    <a:pt x="1935" y="7912"/>
                  </a:lnTo>
                  <a:lnTo>
                    <a:pt x="2155" y="8621"/>
                  </a:lnTo>
                  <a:lnTo>
                    <a:pt x="2395" y="9330"/>
                  </a:lnTo>
                  <a:lnTo>
                    <a:pt x="2634" y="10039"/>
                  </a:lnTo>
                  <a:lnTo>
                    <a:pt x="2883" y="10748"/>
                  </a:lnTo>
                  <a:lnTo>
                    <a:pt x="3142" y="11437"/>
                  </a:lnTo>
                  <a:lnTo>
                    <a:pt x="3400" y="12127"/>
                  </a:lnTo>
                  <a:lnTo>
                    <a:pt x="3678" y="12788"/>
                  </a:lnTo>
                  <a:lnTo>
                    <a:pt x="3946" y="13429"/>
                  </a:lnTo>
                  <a:lnTo>
                    <a:pt x="4234" y="14052"/>
                  </a:lnTo>
                  <a:lnTo>
                    <a:pt x="4521" y="14636"/>
                  </a:lnTo>
                  <a:lnTo>
                    <a:pt x="4808" y="15182"/>
                  </a:lnTo>
                  <a:lnTo>
                    <a:pt x="4952" y="15441"/>
                  </a:lnTo>
                  <a:lnTo>
                    <a:pt x="5105" y="15690"/>
                  </a:lnTo>
                  <a:lnTo>
                    <a:pt x="5249" y="15929"/>
                  </a:lnTo>
                  <a:lnTo>
                    <a:pt x="5402" y="16159"/>
                  </a:lnTo>
                  <a:lnTo>
                    <a:pt x="5556" y="16380"/>
                  </a:lnTo>
                  <a:lnTo>
                    <a:pt x="5699" y="16581"/>
                  </a:lnTo>
                  <a:lnTo>
                    <a:pt x="5852" y="16772"/>
                  </a:lnTo>
                  <a:lnTo>
                    <a:pt x="6006" y="16945"/>
                  </a:lnTo>
                  <a:lnTo>
                    <a:pt x="6159" y="17107"/>
                  </a:lnTo>
                  <a:lnTo>
                    <a:pt x="6312" y="17251"/>
                  </a:lnTo>
                  <a:lnTo>
                    <a:pt x="6456" y="17376"/>
                  </a:lnTo>
                  <a:lnTo>
                    <a:pt x="6609" y="17491"/>
                  </a:lnTo>
                  <a:lnTo>
                    <a:pt x="6772" y="17615"/>
                  </a:lnTo>
                  <a:lnTo>
                    <a:pt x="6954" y="17730"/>
                  </a:lnTo>
                  <a:lnTo>
                    <a:pt x="7145" y="17855"/>
                  </a:lnTo>
                  <a:lnTo>
                    <a:pt x="7347" y="17969"/>
                  </a:lnTo>
                  <a:lnTo>
                    <a:pt x="7557" y="18084"/>
                  </a:lnTo>
                  <a:lnTo>
                    <a:pt x="7778" y="18190"/>
                  </a:lnTo>
                  <a:lnTo>
                    <a:pt x="8247" y="18420"/>
                  </a:lnTo>
                  <a:lnTo>
                    <a:pt x="8755" y="18640"/>
                  </a:lnTo>
                  <a:lnTo>
                    <a:pt x="9291" y="18851"/>
                  </a:lnTo>
                  <a:lnTo>
                    <a:pt x="9846" y="19052"/>
                  </a:lnTo>
                  <a:lnTo>
                    <a:pt x="10440" y="19253"/>
                  </a:lnTo>
                  <a:lnTo>
                    <a:pt x="11044" y="19445"/>
                  </a:lnTo>
                  <a:lnTo>
                    <a:pt x="11657" y="19636"/>
                  </a:lnTo>
                  <a:lnTo>
                    <a:pt x="12289" y="19818"/>
                  </a:lnTo>
                  <a:lnTo>
                    <a:pt x="12921" y="19990"/>
                  </a:lnTo>
                  <a:lnTo>
                    <a:pt x="13563" y="20153"/>
                  </a:lnTo>
                  <a:lnTo>
                    <a:pt x="14205" y="20316"/>
                  </a:lnTo>
                  <a:lnTo>
                    <a:pt x="14837" y="20469"/>
                  </a:lnTo>
                  <a:lnTo>
                    <a:pt x="16072" y="20747"/>
                  </a:lnTo>
                  <a:lnTo>
                    <a:pt x="17250" y="20996"/>
                  </a:lnTo>
                  <a:lnTo>
                    <a:pt x="18333" y="21216"/>
                  </a:lnTo>
                  <a:lnTo>
                    <a:pt x="19281" y="21389"/>
                  </a:lnTo>
                  <a:lnTo>
                    <a:pt x="20076" y="21533"/>
                  </a:lnTo>
                  <a:lnTo>
                    <a:pt x="20689" y="21638"/>
                  </a:lnTo>
                  <a:lnTo>
                    <a:pt x="21206" y="21724"/>
                  </a:lnTo>
                  <a:lnTo>
                    <a:pt x="21292" y="21475"/>
                  </a:lnTo>
                  <a:lnTo>
                    <a:pt x="21388" y="21178"/>
                  </a:lnTo>
                  <a:lnTo>
                    <a:pt x="21503" y="20776"/>
                  </a:lnTo>
                  <a:lnTo>
                    <a:pt x="21647" y="20278"/>
                  </a:lnTo>
                  <a:lnTo>
                    <a:pt x="21800" y="19703"/>
                  </a:lnTo>
                  <a:lnTo>
                    <a:pt x="21953" y="19052"/>
                  </a:lnTo>
                  <a:lnTo>
                    <a:pt x="22116" y="18343"/>
                  </a:lnTo>
                  <a:lnTo>
                    <a:pt x="22269" y="17577"/>
                  </a:lnTo>
                  <a:lnTo>
                    <a:pt x="22336" y="17184"/>
                  </a:lnTo>
                  <a:lnTo>
                    <a:pt x="22403" y="16772"/>
                  </a:lnTo>
                  <a:lnTo>
                    <a:pt x="22461" y="16351"/>
                  </a:lnTo>
                  <a:lnTo>
                    <a:pt x="22518" y="15929"/>
                  </a:lnTo>
                  <a:lnTo>
                    <a:pt x="22566" y="15498"/>
                  </a:lnTo>
                  <a:lnTo>
                    <a:pt x="22614" y="15067"/>
                  </a:lnTo>
                  <a:lnTo>
                    <a:pt x="22643" y="14627"/>
                  </a:lnTo>
                  <a:lnTo>
                    <a:pt x="22662" y="14186"/>
                  </a:lnTo>
                  <a:lnTo>
                    <a:pt x="22681" y="13736"/>
                  </a:lnTo>
                  <a:lnTo>
                    <a:pt x="22681" y="13295"/>
                  </a:lnTo>
                  <a:lnTo>
                    <a:pt x="22672" y="12855"/>
                  </a:lnTo>
                  <a:lnTo>
                    <a:pt x="22652" y="12424"/>
                  </a:lnTo>
                  <a:lnTo>
                    <a:pt x="22614" y="11983"/>
                  </a:lnTo>
                  <a:lnTo>
                    <a:pt x="22566" y="11552"/>
                  </a:lnTo>
                  <a:lnTo>
                    <a:pt x="22145" y="11600"/>
                  </a:lnTo>
                  <a:lnTo>
                    <a:pt x="21024" y="11715"/>
                  </a:lnTo>
                  <a:lnTo>
                    <a:pt x="20248" y="11782"/>
                  </a:lnTo>
                  <a:lnTo>
                    <a:pt x="19377" y="11849"/>
                  </a:lnTo>
                  <a:lnTo>
                    <a:pt x="18428" y="11907"/>
                  </a:lnTo>
                  <a:lnTo>
                    <a:pt x="17413" y="11945"/>
                  </a:lnTo>
                  <a:lnTo>
                    <a:pt x="16379" y="11974"/>
                  </a:lnTo>
                  <a:lnTo>
                    <a:pt x="15852" y="11983"/>
                  </a:lnTo>
                  <a:lnTo>
                    <a:pt x="15325" y="11983"/>
                  </a:lnTo>
                  <a:lnTo>
                    <a:pt x="14808" y="11974"/>
                  </a:lnTo>
                  <a:lnTo>
                    <a:pt x="14300" y="11964"/>
                  </a:lnTo>
                  <a:lnTo>
                    <a:pt x="13793" y="11935"/>
                  </a:lnTo>
                  <a:lnTo>
                    <a:pt x="13304" y="11907"/>
                  </a:lnTo>
                  <a:lnTo>
                    <a:pt x="12835" y="11859"/>
                  </a:lnTo>
                  <a:lnTo>
                    <a:pt x="12385" y="11801"/>
                  </a:lnTo>
                  <a:lnTo>
                    <a:pt x="11954" y="11744"/>
                  </a:lnTo>
                  <a:lnTo>
                    <a:pt x="11551" y="11657"/>
                  </a:lnTo>
                  <a:lnTo>
                    <a:pt x="11178" y="11571"/>
                  </a:lnTo>
                  <a:lnTo>
                    <a:pt x="10996" y="11523"/>
                  </a:lnTo>
                  <a:lnTo>
                    <a:pt x="10833" y="11466"/>
                  </a:lnTo>
                  <a:lnTo>
                    <a:pt x="10670" y="11408"/>
                  </a:lnTo>
                  <a:lnTo>
                    <a:pt x="10527" y="11351"/>
                  </a:lnTo>
                  <a:lnTo>
                    <a:pt x="10383" y="11284"/>
                  </a:lnTo>
                  <a:lnTo>
                    <a:pt x="10249" y="11217"/>
                  </a:lnTo>
                  <a:lnTo>
                    <a:pt x="10115" y="11131"/>
                  </a:lnTo>
                  <a:lnTo>
                    <a:pt x="9961" y="11035"/>
                  </a:lnTo>
                  <a:lnTo>
                    <a:pt x="9818" y="10930"/>
                  </a:lnTo>
                  <a:lnTo>
                    <a:pt x="9665" y="10815"/>
                  </a:lnTo>
                  <a:lnTo>
                    <a:pt x="9348" y="10546"/>
                  </a:lnTo>
                  <a:lnTo>
                    <a:pt x="9023" y="10250"/>
                  </a:lnTo>
                  <a:lnTo>
                    <a:pt x="8697" y="9914"/>
                  </a:lnTo>
                  <a:lnTo>
                    <a:pt x="8362" y="9550"/>
                  </a:lnTo>
                  <a:lnTo>
                    <a:pt x="8017" y="9167"/>
                  </a:lnTo>
                  <a:lnTo>
                    <a:pt x="7672" y="8746"/>
                  </a:lnTo>
                  <a:lnTo>
                    <a:pt x="7318" y="8315"/>
                  </a:lnTo>
                  <a:lnTo>
                    <a:pt x="6973" y="7865"/>
                  </a:lnTo>
                  <a:lnTo>
                    <a:pt x="6628" y="7405"/>
                  </a:lnTo>
                  <a:lnTo>
                    <a:pt x="6274" y="6926"/>
                  </a:lnTo>
                  <a:lnTo>
                    <a:pt x="5929" y="6437"/>
                  </a:lnTo>
                  <a:lnTo>
                    <a:pt x="5594" y="5949"/>
                  </a:lnTo>
                  <a:lnTo>
                    <a:pt x="4933" y="4972"/>
                  </a:lnTo>
                  <a:lnTo>
                    <a:pt x="4310" y="4014"/>
                  </a:lnTo>
                  <a:lnTo>
                    <a:pt x="3736" y="3104"/>
                  </a:lnTo>
                  <a:lnTo>
                    <a:pt x="3209" y="2261"/>
                  </a:lnTo>
                  <a:lnTo>
                    <a:pt x="2759" y="1514"/>
                  </a:lnTo>
                  <a:lnTo>
                    <a:pt x="2117" y="413"/>
                  </a:lnTo>
                  <a:lnTo>
                    <a:pt x="1878" y="1"/>
                  </a:lnTo>
                  <a:close/>
                </a:path>
              </a:pathLst>
            </a:custGeom>
            <a:solidFill>
              <a:srgbClr val="C693E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Google Shape;1392;p31">
              <a:extLst>
                <a:ext uri="{FF2B5EF4-FFF2-40B4-BE49-F238E27FC236}">
                  <a16:creationId xmlns:a16="http://schemas.microsoft.com/office/drawing/2014/main" id="{5C364083-897E-EF86-4D94-76A71817FC9C}"/>
                </a:ext>
              </a:extLst>
            </p:cNvPr>
            <p:cNvSpPr/>
            <p:nvPr/>
          </p:nvSpPr>
          <p:spPr>
            <a:xfrm>
              <a:off x="2910712" y="4519952"/>
              <a:ext cx="99709" cy="108982"/>
            </a:xfrm>
            <a:custGeom>
              <a:avLst/>
              <a:gdLst/>
              <a:ahLst/>
              <a:cxnLst/>
              <a:rect l="l" t="t" r="r" b="b"/>
              <a:pathLst>
                <a:path w="3086" h="3373" extrusionOk="0">
                  <a:moveTo>
                    <a:pt x="1782" y="1"/>
                  </a:moveTo>
                  <a:lnTo>
                    <a:pt x="1390" y="997"/>
                  </a:lnTo>
                  <a:lnTo>
                    <a:pt x="1313" y="1083"/>
                  </a:lnTo>
                  <a:lnTo>
                    <a:pt x="1112" y="1284"/>
                  </a:lnTo>
                  <a:lnTo>
                    <a:pt x="834" y="1591"/>
                  </a:lnTo>
                  <a:lnTo>
                    <a:pt x="681" y="1763"/>
                  </a:lnTo>
                  <a:lnTo>
                    <a:pt x="528" y="1945"/>
                  </a:lnTo>
                  <a:lnTo>
                    <a:pt x="384" y="2137"/>
                  </a:lnTo>
                  <a:lnTo>
                    <a:pt x="250" y="2328"/>
                  </a:lnTo>
                  <a:lnTo>
                    <a:pt x="145" y="2520"/>
                  </a:lnTo>
                  <a:lnTo>
                    <a:pt x="97" y="2616"/>
                  </a:lnTo>
                  <a:lnTo>
                    <a:pt x="58" y="2702"/>
                  </a:lnTo>
                  <a:lnTo>
                    <a:pt x="30" y="2788"/>
                  </a:lnTo>
                  <a:lnTo>
                    <a:pt x="11" y="2874"/>
                  </a:lnTo>
                  <a:lnTo>
                    <a:pt x="1" y="2951"/>
                  </a:lnTo>
                  <a:lnTo>
                    <a:pt x="1" y="3028"/>
                  </a:lnTo>
                  <a:lnTo>
                    <a:pt x="11" y="3095"/>
                  </a:lnTo>
                  <a:lnTo>
                    <a:pt x="30" y="3152"/>
                  </a:lnTo>
                  <a:lnTo>
                    <a:pt x="68" y="3210"/>
                  </a:lnTo>
                  <a:lnTo>
                    <a:pt x="116" y="3258"/>
                  </a:lnTo>
                  <a:lnTo>
                    <a:pt x="164" y="3296"/>
                  </a:lnTo>
                  <a:lnTo>
                    <a:pt x="221" y="3325"/>
                  </a:lnTo>
                  <a:lnTo>
                    <a:pt x="288" y="3344"/>
                  </a:lnTo>
                  <a:lnTo>
                    <a:pt x="355" y="3363"/>
                  </a:lnTo>
                  <a:lnTo>
                    <a:pt x="432" y="3372"/>
                  </a:lnTo>
                  <a:lnTo>
                    <a:pt x="671" y="3372"/>
                  </a:lnTo>
                  <a:lnTo>
                    <a:pt x="844" y="3344"/>
                  </a:lnTo>
                  <a:lnTo>
                    <a:pt x="1035" y="3296"/>
                  </a:lnTo>
                  <a:lnTo>
                    <a:pt x="1227" y="3229"/>
                  </a:lnTo>
                  <a:lnTo>
                    <a:pt x="1419" y="3152"/>
                  </a:lnTo>
                  <a:lnTo>
                    <a:pt x="1620" y="3066"/>
                  </a:lnTo>
                  <a:lnTo>
                    <a:pt x="1821" y="2961"/>
                  </a:lnTo>
                  <a:lnTo>
                    <a:pt x="2012" y="2855"/>
                  </a:lnTo>
                  <a:lnTo>
                    <a:pt x="2194" y="2731"/>
                  </a:lnTo>
                  <a:lnTo>
                    <a:pt x="2367" y="2616"/>
                  </a:lnTo>
                  <a:lnTo>
                    <a:pt x="2530" y="2491"/>
                  </a:lnTo>
                  <a:lnTo>
                    <a:pt x="2673" y="2367"/>
                  </a:lnTo>
                  <a:lnTo>
                    <a:pt x="2798" y="2242"/>
                  </a:lnTo>
                  <a:lnTo>
                    <a:pt x="2865" y="2156"/>
                  </a:lnTo>
                  <a:lnTo>
                    <a:pt x="2932" y="2079"/>
                  </a:lnTo>
                  <a:lnTo>
                    <a:pt x="2980" y="1984"/>
                  </a:lnTo>
                  <a:lnTo>
                    <a:pt x="3018" y="1897"/>
                  </a:lnTo>
                  <a:lnTo>
                    <a:pt x="3047" y="1792"/>
                  </a:lnTo>
                  <a:lnTo>
                    <a:pt x="3076" y="1696"/>
                  </a:lnTo>
                  <a:lnTo>
                    <a:pt x="3085" y="1591"/>
                  </a:lnTo>
                  <a:lnTo>
                    <a:pt x="3085" y="1486"/>
                  </a:lnTo>
                  <a:lnTo>
                    <a:pt x="3056" y="87"/>
                  </a:lnTo>
                  <a:lnTo>
                    <a:pt x="1782" y="1"/>
                  </a:lnTo>
                  <a:close/>
                </a:path>
              </a:pathLst>
            </a:custGeom>
            <a:solidFill>
              <a:srgbClr val="43434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1393;p31">
              <a:extLst>
                <a:ext uri="{FF2B5EF4-FFF2-40B4-BE49-F238E27FC236}">
                  <a16:creationId xmlns:a16="http://schemas.microsoft.com/office/drawing/2014/main" id="{1653808E-8F9E-928B-FAA8-444E693889B7}"/>
                </a:ext>
              </a:extLst>
            </p:cNvPr>
            <p:cNvSpPr/>
            <p:nvPr/>
          </p:nvSpPr>
          <p:spPr>
            <a:xfrm>
              <a:off x="3236307" y="4527093"/>
              <a:ext cx="119773" cy="96898"/>
            </a:xfrm>
            <a:custGeom>
              <a:avLst/>
              <a:gdLst/>
              <a:ahLst/>
              <a:cxnLst/>
              <a:rect l="l" t="t" r="r" b="b"/>
              <a:pathLst>
                <a:path w="3707" h="2999" extrusionOk="0">
                  <a:moveTo>
                    <a:pt x="1351" y="0"/>
                  </a:moveTo>
                  <a:lnTo>
                    <a:pt x="0" y="106"/>
                  </a:lnTo>
                  <a:lnTo>
                    <a:pt x="201" y="1686"/>
                  </a:lnTo>
                  <a:lnTo>
                    <a:pt x="240" y="1772"/>
                  </a:lnTo>
                  <a:lnTo>
                    <a:pt x="278" y="1858"/>
                  </a:lnTo>
                  <a:lnTo>
                    <a:pt x="316" y="1935"/>
                  </a:lnTo>
                  <a:lnTo>
                    <a:pt x="364" y="2012"/>
                  </a:lnTo>
                  <a:lnTo>
                    <a:pt x="422" y="2079"/>
                  </a:lnTo>
                  <a:lnTo>
                    <a:pt x="489" y="2146"/>
                  </a:lnTo>
                  <a:lnTo>
                    <a:pt x="556" y="2203"/>
                  </a:lnTo>
                  <a:lnTo>
                    <a:pt x="623" y="2261"/>
                  </a:lnTo>
                  <a:lnTo>
                    <a:pt x="766" y="2357"/>
                  </a:lnTo>
                  <a:lnTo>
                    <a:pt x="939" y="2452"/>
                  </a:lnTo>
                  <a:lnTo>
                    <a:pt x="1130" y="2538"/>
                  </a:lnTo>
                  <a:lnTo>
                    <a:pt x="1341" y="2634"/>
                  </a:lnTo>
                  <a:lnTo>
                    <a:pt x="1561" y="2711"/>
                  </a:lnTo>
                  <a:lnTo>
                    <a:pt x="1782" y="2788"/>
                  </a:lnTo>
                  <a:lnTo>
                    <a:pt x="2012" y="2855"/>
                  </a:lnTo>
                  <a:lnTo>
                    <a:pt x="2251" y="2912"/>
                  </a:lnTo>
                  <a:lnTo>
                    <a:pt x="2471" y="2960"/>
                  </a:lnTo>
                  <a:lnTo>
                    <a:pt x="2692" y="2989"/>
                  </a:lnTo>
                  <a:lnTo>
                    <a:pt x="2902" y="2998"/>
                  </a:lnTo>
                  <a:lnTo>
                    <a:pt x="3094" y="2998"/>
                  </a:lnTo>
                  <a:lnTo>
                    <a:pt x="3266" y="2970"/>
                  </a:lnTo>
                  <a:lnTo>
                    <a:pt x="3352" y="2950"/>
                  </a:lnTo>
                  <a:lnTo>
                    <a:pt x="3419" y="2931"/>
                  </a:lnTo>
                  <a:lnTo>
                    <a:pt x="3487" y="2902"/>
                  </a:lnTo>
                  <a:lnTo>
                    <a:pt x="3544" y="2864"/>
                  </a:lnTo>
                  <a:lnTo>
                    <a:pt x="3592" y="2826"/>
                  </a:lnTo>
                  <a:lnTo>
                    <a:pt x="3640" y="2778"/>
                  </a:lnTo>
                  <a:lnTo>
                    <a:pt x="3669" y="2720"/>
                  </a:lnTo>
                  <a:lnTo>
                    <a:pt x="3697" y="2663"/>
                  </a:lnTo>
                  <a:lnTo>
                    <a:pt x="3707" y="2606"/>
                  </a:lnTo>
                  <a:lnTo>
                    <a:pt x="3707" y="2548"/>
                  </a:lnTo>
                  <a:lnTo>
                    <a:pt x="3697" y="2481"/>
                  </a:lnTo>
                  <a:lnTo>
                    <a:pt x="3678" y="2414"/>
                  </a:lnTo>
                  <a:lnTo>
                    <a:pt x="3649" y="2347"/>
                  </a:lnTo>
                  <a:lnTo>
                    <a:pt x="3611" y="2280"/>
                  </a:lnTo>
                  <a:lnTo>
                    <a:pt x="3515" y="2146"/>
                  </a:lnTo>
                  <a:lnTo>
                    <a:pt x="3391" y="2012"/>
                  </a:lnTo>
                  <a:lnTo>
                    <a:pt x="3247" y="1868"/>
                  </a:lnTo>
                  <a:lnTo>
                    <a:pt x="3084" y="1724"/>
                  </a:lnTo>
                  <a:lnTo>
                    <a:pt x="2902" y="1581"/>
                  </a:lnTo>
                  <a:lnTo>
                    <a:pt x="2701" y="1447"/>
                  </a:lnTo>
                  <a:lnTo>
                    <a:pt x="2510" y="1312"/>
                  </a:lnTo>
                  <a:lnTo>
                    <a:pt x="2299" y="1178"/>
                  </a:lnTo>
                  <a:lnTo>
                    <a:pt x="1906" y="939"/>
                  </a:lnTo>
                  <a:lnTo>
                    <a:pt x="1542" y="728"/>
                  </a:lnTo>
                  <a:lnTo>
                    <a:pt x="1351" y="0"/>
                  </a:lnTo>
                  <a:close/>
                </a:path>
              </a:pathLst>
            </a:custGeom>
            <a:solidFill>
              <a:srgbClr val="43434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Google Shape;1394;p31">
              <a:extLst>
                <a:ext uri="{FF2B5EF4-FFF2-40B4-BE49-F238E27FC236}">
                  <a16:creationId xmlns:a16="http://schemas.microsoft.com/office/drawing/2014/main" id="{004E1789-5AEA-FBF6-302F-F710544451D4}"/>
                </a:ext>
              </a:extLst>
            </p:cNvPr>
            <p:cNvSpPr/>
            <p:nvPr/>
          </p:nvSpPr>
          <p:spPr>
            <a:xfrm>
              <a:off x="2809515" y="3439578"/>
              <a:ext cx="237705" cy="1096181"/>
            </a:xfrm>
            <a:custGeom>
              <a:avLst/>
              <a:gdLst/>
              <a:ahLst/>
              <a:cxnLst/>
              <a:rect l="l" t="t" r="r" b="b"/>
              <a:pathLst>
                <a:path w="7357" h="33927" extrusionOk="0">
                  <a:moveTo>
                    <a:pt x="7357" y="1"/>
                  </a:moveTo>
                  <a:lnTo>
                    <a:pt x="1" y="710"/>
                  </a:lnTo>
                  <a:lnTo>
                    <a:pt x="4790" y="33764"/>
                  </a:lnTo>
                  <a:lnTo>
                    <a:pt x="4953" y="33831"/>
                  </a:lnTo>
                  <a:lnTo>
                    <a:pt x="5125" y="33888"/>
                  </a:lnTo>
                  <a:lnTo>
                    <a:pt x="5298" y="33917"/>
                  </a:lnTo>
                  <a:lnTo>
                    <a:pt x="5480" y="33926"/>
                  </a:lnTo>
                  <a:lnTo>
                    <a:pt x="5652" y="33907"/>
                  </a:lnTo>
                  <a:lnTo>
                    <a:pt x="5834" y="33879"/>
                  </a:lnTo>
                  <a:lnTo>
                    <a:pt x="6016" y="33831"/>
                  </a:lnTo>
                  <a:lnTo>
                    <a:pt x="6198" y="33764"/>
                  </a:lnTo>
                  <a:lnTo>
                    <a:pt x="7357" y="1"/>
                  </a:lnTo>
                  <a:close/>
                </a:path>
              </a:pathLst>
            </a:custGeom>
            <a:solidFill>
              <a:srgbClr val="FFAF8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Google Shape;1395;p31">
              <a:extLst>
                <a:ext uri="{FF2B5EF4-FFF2-40B4-BE49-F238E27FC236}">
                  <a16:creationId xmlns:a16="http://schemas.microsoft.com/office/drawing/2014/main" id="{FF2F4F4A-6B52-00D0-2ADC-A751608EBA5F}"/>
                </a:ext>
              </a:extLst>
            </p:cNvPr>
            <p:cNvSpPr/>
            <p:nvPr/>
          </p:nvSpPr>
          <p:spPr>
            <a:xfrm>
              <a:off x="3058663" y="3301547"/>
              <a:ext cx="274215" cy="1234210"/>
            </a:xfrm>
            <a:custGeom>
              <a:avLst/>
              <a:gdLst/>
              <a:ahLst/>
              <a:cxnLst/>
              <a:rect l="l" t="t" r="r" b="b"/>
              <a:pathLst>
                <a:path w="8487" h="38199" extrusionOk="0">
                  <a:moveTo>
                    <a:pt x="8486" y="1"/>
                  </a:moveTo>
                  <a:lnTo>
                    <a:pt x="0" y="1917"/>
                  </a:lnTo>
                  <a:lnTo>
                    <a:pt x="5498" y="38036"/>
                  </a:lnTo>
                  <a:lnTo>
                    <a:pt x="5728" y="38112"/>
                  </a:lnTo>
                  <a:lnTo>
                    <a:pt x="5939" y="38160"/>
                  </a:lnTo>
                  <a:lnTo>
                    <a:pt x="6034" y="38179"/>
                  </a:lnTo>
                  <a:lnTo>
                    <a:pt x="6130" y="38189"/>
                  </a:lnTo>
                  <a:lnTo>
                    <a:pt x="6216" y="38198"/>
                  </a:lnTo>
                  <a:lnTo>
                    <a:pt x="6303" y="38189"/>
                  </a:lnTo>
                  <a:lnTo>
                    <a:pt x="6389" y="38179"/>
                  </a:lnTo>
                  <a:lnTo>
                    <a:pt x="6465" y="38170"/>
                  </a:lnTo>
                  <a:lnTo>
                    <a:pt x="6542" y="38141"/>
                  </a:lnTo>
                  <a:lnTo>
                    <a:pt x="6609" y="38112"/>
                  </a:lnTo>
                  <a:lnTo>
                    <a:pt x="6676" y="38074"/>
                  </a:lnTo>
                  <a:lnTo>
                    <a:pt x="6734" y="38036"/>
                  </a:lnTo>
                  <a:lnTo>
                    <a:pt x="6791" y="37988"/>
                  </a:lnTo>
                  <a:lnTo>
                    <a:pt x="6849" y="37930"/>
                  </a:lnTo>
                  <a:lnTo>
                    <a:pt x="8486" y="1"/>
                  </a:lnTo>
                  <a:close/>
                </a:path>
              </a:pathLst>
            </a:custGeom>
            <a:solidFill>
              <a:srgbClr val="FFAF8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Google Shape;1396;p31">
              <a:extLst>
                <a:ext uri="{FF2B5EF4-FFF2-40B4-BE49-F238E27FC236}">
                  <a16:creationId xmlns:a16="http://schemas.microsoft.com/office/drawing/2014/main" id="{3E4BF852-1349-C92E-5CA6-F8122C0356E8}"/>
                </a:ext>
              </a:extLst>
            </p:cNvPr>
            <p:cNvSpPr/>
            <p:nvPr/>
          </p:nvSpPr>
          <p:spPr>
            <a:xfrm>
              <a:off x="2701210" y="2163014"/>
              <a:ext cx="708720" cy="1512399"/>
            </a:xfrm>
            <a:custGeom>
              <a:avLst/>
              <a:gdLst/>
              <a:ahLst/>
              <a:cxnLst/>
              <a:rect l="l" t="t" r="r" b="b"/>
              <a:pathLst>
                <a:path w="21935" h="46809" extrusionOk="0">
                  <a:moveTo>
                    <a:pt x="11954" y="0"/>
                  </a:moveTo>
                  <a:lnTo>
                    <a:pt x="11580" y="19"/>
                  </a:lnTo>
                  <a:lnTo>
                    <a:pt x="11207" y="48"/>
                  </a:lnTo>
                  <a:lnTo>
                    <a:pt x="10833" y="86"/>
                  </a:lnTo>
                  <a:lnTo>
                    <a:pt x="10460" y="144"/>
                  </a:lnTo>
                  <a:lnTo>
                    <a:pt x="10096" y="220"/>
                  </a:lnTo>
                  <a:lnTo>
                    <a:pt x="9732" y="316"/>
                  </a:lnTo>
                  <a:lnTo>
                    <a:pt x="9378" y="422"/>
                  </a:lnTo>
                  <a:lnTo>
                    <a:pt x="9014" y="546"/>
                  </a:lnTo>
                  <a:lnTo>
                    <a:pt x="8669" y="690"/>
                  </a:lnTo>
                  <a:lnTo>
                    <a:pt x="8324" y="843"/>
                  </a:lnTo>
                  <a:lnTo>
                    <a:pt x="7989" y="1015"/>
                  </a:lnTo>
                  <a:lnTo>
                    <a:pt x="7653" y="1207"/>
                  </a:lnTo>
                  <a:lnTo>
                    <a:pt x="7328" y="1418"/>
                  </a:lnTo>
                  <a:lnTo>
                    <a:pt x="7012" y="1638"/>
                  </a:lnTo>
                  <a:lnTo>
                    <a:pt x="6705" y="1877"/>
                  </a:lnTo>
                  <a:lnTo>
                    <a:pt x="6408" y="2126"/>
                  </a:lnTo>
                  <a:lnTo>
                    <a:pt x="6111" y="2404"/>
                  </a:lnTo>
                  <a:lnTo>
                    <a:pt x="5834" y="2692"/>
                  </a:lnTo>
                  <a:lnTo>
                    <a:pt x="5565" y="2988"/>
                  </a:lnTo>
                  <a:lnTo>
                    <a:pt x="5307" y="3314"/>
                  </a:lnTo>
                  <a:lnTo>
                    <a:pt x="5058" y="3649"/>
                  </a:lnTo>
                  <a:lnTo>
                    <a:pt x="4828" y="4004"/>
                  </a:lnTo>
                  <a:lnTo>
                    <a:pt x="4608" y="4368"/>
                  </a:lnTo>
                  <a:lnTo>
                    <a:pt x="4397" y="4760"/>
                  </a:lnTo>
                  <a:lnTo>
                    <a:pt x="4205" y="5163"/>
                  </a:lnTo>
                  <a:lnTo>
                    <a:pt x="4023" y="5584"/>
                  </a:lnTo>
                  <a:lnTo>
                    <a:pt x="3851" y="6015"/>
                  </a:lnTo>
                  <a:lnTo>
                    <a:pt x="3707" y="6475"/>
                  </a:lnTo>
                  <a:lnTo>
                    <a:pt x="3573" y="6944"/>
                  </a:lnTo>
                  <a:lnTo>
                    <a:pt x="3458" y="7423"/>
                  </a:lnTo>
                  <a:lnTo>
                    <a:pt x="3353" y="7931"/>
                  </a:lnTo>
                  <a:lnTo>
                    <a:pt x="3248" y="8572"/>
                  </a:lnTo>
                  <a:lnTo>
                    <a:pt x="3133" y="9348"/>
                  </a:lnTo>
                  <a:lnTo>
                    <a:pt x="3018" y="10249"/>
                  </a:lnTo>
                  <a:lnTo>
                    <a:pt x="2903" y="11274"/>
                  </a:lnTo>
                  <a:lnTo>
                    <a:pt x="2769" y="12404"/>
                  </a:lnTo>
                  <a:lnTo>
                    <a:pt x="2644" y="13630"/>
                  </a:lnTo>
                  <a:lnTo>
                    <a:pt x="2376" y="16321"/>
                  </a:lnTo>
                  <a:lnTo>
                    <a:pt x="2098" y="19281"/>
                  </a:lnTo>
                  <a:lnTo>
                    <a:pt x="1811" y="22413"/>
                  </a:lnTo>
                  <a:lnTo>
                    <a:pt x="1543" y="25650"/>
                  </a:lnTo>
                  <a:lnTo>
                    <a:pt x="1265" y="28888"/>
                  </a:lnTo>
                  <a:lnTo>
                    <a:pt x="1016" y="32058"/>
                  </a:lnTo>
                  <a:lnTo>
                    <a:pt x="776" y="35075"/>
                  </a:lnTo>
                  <a:lnTo>
                    <a:pt x="365" y="40314"/>
                  </a:lnTo>
                  <a:lnTo>
                    <a:pt x="96" y="43944"/>
                  </a:lnTo>
                  <a:lnTo>
                    <a:pt x="1" y="45305"/>
                  </a:lnTo>
                  <a:lnTo>
                    <a:pt x="288" y="45458"/>
                  </a:lnTo>
                  <a:lnTo>
                    <a:pt x="585" y="45601"/>
                  </a:lnTo>
                  <a:lnTo>
                    <a:pt x="891" y="45736"/>
                  </a:lnTo>
                  <a:lnTo>
                    <a:pt x="1217" y="45870"/>
                  </a:lnTo>
                  <a:lnTo>
                    <a:pt x="1552" y="45985"/>
                  </a:lnTo>
                  <a:lnTo>
                    <a:pt x="1887" y="46090"/>
                  </a:lnTo>
                  <a:lnTo>
                    <a:pt x="2242" y="46186"/>
                  </a:lnTo>
                  <a:lnTo>
                    <a:pt x="2596" y="46282"/>
                  </a:lnTo>
                  <a:lnTo>
                    <a:pt x="2960" y="46368"/>
                  </a:lnTo>
                  <a:lnTo>
                    <a:pt x="3334" y="46435"/>
                  </a:lnTo>
                  <a:lnTo>
                    <a:pt x="3717" y="46502"/>
                  </a:lnTo>
                  <a:lnTo>
                    <a:pt x="4100" y="46569"/>
                  </a:lnTo>
                  <a:lnTo>
                    <a:pt x="4493" y="46617"/>
                  </a:lnTo>
                  <a:lnTo>
                    <a:pt x="4895" y="46665"/>
                  </a:lnTo>
                  <a:lnTo>
                    <a:pt x="5297" y="46703"/>
                  </a:lnTo>
                  <a:lnTo>
                    <a:pt x="5709" y="46741"/>
                  </a:lnTo>
                  <a:lnTo>
                    <a:pt x="6111" y="46760"/>
                  </a:lnTo>
                  <a:lnTo>
                    <a:pt x="6533" y="46789"/>
                  </a:lnTo>
                  <a:lnTo>
                    <a:pt x="7366" y="46808"/>
                  </a:lnTo>
                  <a:lnTo>
                    <a:pt x="8209" y="46808"/>
                  </a:lnTo>
                  <a:lnTo>
                    <a:pt x="9061" y="46799"/>
                  </a:lnTo>
                  <a:lnTo>
                    <a:pt x="9904" y="46760"/>
                  </a:lnTo>
                  <a:lnTo>
                    <a:pt x="10747" y="46713"/>
                  </a:lnTo>
                  <a:lnTo>
                    <a:pt x="11571" y="46655"/>
                  </a:lnTo>
                  <a:lnTo>
                    <a:pt x="12395" y="46578"/>
                  </a:lnTo>
                  <a:lnTo>
                    <a:pt x="13190" y="46492"/>
                  </a:lnTo>
                  <a:lnTo>
                    <a:pt x="13965" y="46406"/>
                  </a:lnTo>
                  <a:lnTo>
                    <a:pt x="14722" y="46301"/>
                  </a:lnTo>
                  <a:lnTo>
                    <a:pt x="15440" y="46205"/>
                  </a:lnTo>
                  <a:lnTo>
                    <a:pt x="16130" y="46100"/>
                  </a:lnTo>
                  <a:lnTo>
                    <a:pt x="16781" y="45994"/>
                  </a:lnTo>
                  <a:lnTo>
                    <a:pt x="17950" y="45783"/>
                  </a:lnTo>
                  <a:lnTo>
                    <a:pt x="18908" y="45601"/>
                  </a:lnTo>
                  <a:lnTo>
                    <a:pt x="19645" y="45448"/>
                  </a:lnTo>
                  <a:lnTo>
                    <a:pt x="20268" y="45305"/>
                  </a:lnTo>
                  <a:lnTo>
                    <a:pt x="21915" y="16139"/>
                  </a:lnTo>
                  <a:lnTo>
                    <a:pt x="21925" y="15574"/>
                  </a:lnTo>
                  <a:lnTo>
                    <a:pt x="21934" y="15028"/>
                  </a:lnTo>
                  <a:lnTo>
                    <a:pt x="21925" y="14482"/>
                  </a:lnTo>
                  <a:lnTo>
                    <a:pt x="21925" y="13955"/>
                  </a:lnTo>
                  <a:lnTo>
                    <a:pt x="21906" y="13429"/>
                  </a:lnTo>
                  <a:lnTo>
                    <a:pt x="21887" y="12921"/>
                  </a:lnTo>
                  <a:lnTo>
                    <a:pt x="21858" y="12432"/>
                  </a:lnTo>
                  <a:lnTo>
                    <a:pt x="21829" y="11944"/>
                  </a:lnTo>
                  <a:lnTo>
                    <a:pt x="21791" y="11465"/>
                  </a:lnTo>
                  <a:lnTo>
                    <a:pt x="21743" y="11005"/>
                  </a:lnTo>
                  <a:lnTo>
                    <a:pt x="21695" y="10546"/>
                  </a:lnTo>
                  <a:lnTo>
                    <a:pt x="21647" y="10105"/>
                  </a:lnTo>
                  <a:lnTo>
                    <a:pt x="21590" y="9674"/>
                  </a:lnTo>
                  <a:lnTo>
                    <a:pt x="21523" y="9253"/>
                  </a:lnTo>
                  <a:lnTo>
                    <a:pt x="21456" y="8841"/>
                  </a:lnTo>
                  <a:lnTo>
                    <a:pt x="21379" y="8438"/>
                  </a:lnTo>
                  <a:lnTo>
                    <a:pt x="21274" y="7940"/>
                  </a:lnTo>
                  <a:lnTo>
                    <a:pt x="21149" y="7452"/>
                  </a:lnTo>
                  <a:lnTo>
                    <a:pt x="21015" y="6973"/>
                  </a:lnTo>
                  <a:lnTo>
                    <a:pt x="20862" y="6523"/>
                  </a:lnTo>
                  <a:lnTo>
                    <a:pt x="20689" y="6082"/>
                  </a:lnTo>
                  <a:lnTo>
                    <a:pt x="20507" y="5651"/>
                  </a:lnTo>
                  <a:lnTo>
                    <a:pt x="20306" y="5239"/>
                  </a:lnTo>
                  <a:lnTo>
                    <a:pt x="20095" y="4847"/>
                  </a:lnTo>
                  <a:lnTo>
                    <a:pt x="19866" y="4463"/>
                  </a:lnTo>
                  <a:lnTo>
                    <a:pt x="19636" y="4100"/>
                  </a:lnTo>
                  <a:lnTo>
                    <a:pt x="19387" y="3745"/>
                  </a:lnTo>
                  <a:lnTo>
                    <a:pt x="19118" y="3410"/>
                  </a:lnTo>
                  <a:lnTo>
                    <a:pt x="18850" y="3094"/>
                  </a:lnTo>
                  <a:lnTo>
                    <a:pt x="18563" y="2787"/>
                  </a:lnTo>
                  <a:lnTo>
                    <a:pt x="18276" y="2500"/>
                  </a:lnTo>
                  <a:lnTo>
                    <a:pt x="17969" y="2232"/>
                  </a:lnTo>
                  <a:lnTo>
                    <a:pt x="17663" y="1973"/>
                  </a:lnTo>
                  <a:lnTo>
                    <a:pt x="17337" y="1734"/>
                  </a:lnTo>
                  <a:lnTo>
                    <a:pt x="17011" y="1504"/>
                  </a:lnTo>
                  <a:lnTo>
                    <a:pt x="16686" y="1293"/>
                  </a:lnTo>
                  <a:lnTo>
                    <a:pt x="16341" y="1102"/>
                  </a:lnTo>
                  <a:lnTo>
                    <a:pt x="15996" y="929"/>
                  </a:lnTo>
                  <a:lnTo>
                    <a:pt x="15642" y="766"/>
                  </a:lnTo>
                  <a:lnTo>
                    <a:pt x="15287" y="613"/>
                  </a:lnTo>
                  <a:lnTo>
                    <a:pt x="14923" y="479"/>
                  </a:lnTo>
                  <a:lnTo>
                    <a:pt x="14559" y="364"/>
                  </a:lnTo>
                  <a:lnTo>
                    <a:pt x="14195" y="268"/>
                  </a:lnTo>
                  <a:lnTo>
                    <a:pt x="13822" y="182"/>
                  </a:lnTo>
                  <a:lnTo>
                    <a:pt x="13448" y="115"/>
                  </a:lnTo>
                  <a:lnTo>
                    <a:pt x="13075" y="67"/>
                  </a:lnTo>
                  <a:lnTo>
                    <a:pt x="12701" y="29"/>
                  </a:lnTo>
                  <a:lnTo>
                    <a:pt x="12328" y="10"/>
                  </a:lnTo>
                  <a:lnTo>
                    <a:pt x="11954" y="0"/>
                  </a:lnTo>
                  <a:close/>
                </a:path>
              </a:pathLst>
            </a:custGeom>
            <a:solidFill>
              <a:srgbClr val="7030A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" name="Google Shape;1397;p31">
              <a:extLst>
                <a:ext uri="{FF2B5EF4-FFF2-40B4-BE49-F238E27FC236}">
                  <a16:creationId xmlns:a16="http://schemas.microsoft.com/office/drawing/2014/main" id="{122DCCD7-8B9D-460C-8A38-1D7BD4FABED8}"/>
                </a:ext>
              </a:extLst>
            </p:cNvPr>
            <p:cNvSpPr/>
            <p:nvPr/>
          </p:nvSpPr>
          <p:spPr>
            <a:xfrm>
              <a:off x="3205354" y="1483713"/>
              <a:ext cx="533535" cy="1294532"/>
            </a:xfrm>
            <a:custGeom>
              <a:avLst/>
              <a:gdLst/>
              <a:ahLst/>
              <a:cxnLst/>
              <a:rect l="l" t="t" r="r" b="b"/>
              <a:pathLst>
                <a:path w="16513" h="40066" extrusionOk="0">
                  <a:moveTo>
                    <a:pt x="11350" y="0"/>
                  </a:moveTo>
                  <a:lnTo>
                    <a:pt x="11197" y="10"/>
                  </a:lnTo>
                  <a:lnTo>
                    <a:pt x="11044" y="29"/>
                  </a:lnTo>
                  <a:lnTo>
                    <a:pt x="10900" y="48"/>
                  </a:lnTo>
                  <a:lnTo>
                    <a:pt x="10756" y="77"/>
                  </a:lnTo>
                  <a:lnTo>
                    <a:pt x="10613" y="115"/>
                  </a:lnTo>
                  <a:lnTo>
                    <a:pt x="10469" y="153"/>
                  </a:lnTo>
                  <a:lnTo>
                    <a:pt x="10335" y="201"/>
                  </a:lnTo>
                  <a:lnTo>
                    <a:pt x="10191" y="259"/>
                  </a:lnTo>
                  <a:lnTo>
                    <a:pt x="10067" y="326"/>
                  </a:lnTo>
                  <a:lnTo>
                    <a:pt x="9933" y="402"/>
                  </a:lnTo>
                  <a:lnTo>
                    <a:pt x="9808" y="479"/>
                  </a:lnTo>
                  <a:lnTo>
                    <a:pt x="9875" y="1054"/>
                  </a:lnTo>
                  <a:lnTo>
                    <a:pt x="9952" y="1724"/>
                  </a:lnTo>
                  <a:lnTo>
                    <a:pt x="10038" y="2596"/>
                  </a:lnTo>
                  <a:lnTo>
                    <a:pt x="10134" y="3649"/>
                  </a:lnTo>
                  <a:lnTo>
                    <a:pt x="10239" y="4837"/>
                  </a:lnTo>
                  <a:lnTo>
                    <a:pt x="10325" y="6140"/>
                  </a:lnTo>
                  <a:lnTo>
                    <a:pt x="10373" y="6820"/>
                  </a:lnTo>
                  <a:lnTo>
                    <a:pt x="10402" y="7509"/>
                  </a:lnTo>
                  <a:lnTo>
                    <a:pt x="10440" y="8218"/>
                  </a:lnTo>
                  <a:lnTo>
                    <a:pt x="10460" y="8927"/>
                  </a:lnTo>
                  <a:lnTo>
                    <a:pt x="10479" y="9636"/>
                  </a:lnTo>
                  <a:lnTo>
                    <a:pt x="10479" y="10344"/>
                  </a:lnTo>
                  <a:lnTo>
                    <a:pt x="10479" y="11044"/>
                  </a:lnTo>
                  <a:lnTo>
                    <a:pt x="10469" y="11733"/>
                  </a:lnTo>
                  <a:lnTo>
                    <a:pt x="10440" y="12404"/>
                  </a:lnTo>
                  <a:lnTo>
                    <a:pt x="10402" y="13055"/>
                  </a:lnTo>
                  <a:lnTo>
                    <a:pt x="10354" y="13687"/>
                  </a:lnTo>
                  <a:lnTo>
                    <a:pt x="10287" y="14291"/>
                  </a:lnTo>
                  <a:lnTo>
                    <a:pt x="10211" y="14856"/>
                  </a:lnTo>
                  <a:lnTo>
                    <a:pt x="10163" y="15134"/>
                  </a:lnTo>
                  <a:lnTo>
                    <a:pt x="10115" y="15392"/>
                  </a:lnTo>
                  <a:lnTo>
                    <a:pt x="10057" y="15641"/>
                  </a:lnTo>
                  <a:lnTo>
                    <a:pt x="10000" y="15890"/>
                  </a:lnTo>
                  <a:lnTo>
                    <a:pt x="9933" y="16120"/>
                  </a:lnTo>
                  <a:lnTo>
                    <a:pt x="9866" y="16331"/>
                  </a:lnTo>
                  <a:lnTo>
                    <a:pt x="9789" y="16542"/>
                  </a:lnTo>
                  <a:lnTo>
                    <a:pt x="9712" y="16733"/>
                  </a:lnTo>
                  <a:lnTo>
                    <a:pt x="9626" y="16915"/>
                  </a:lnTo>
                  <a:lnTo>
                    <a:pt x="9540" y="17078"/>
                  </a:lnTo>
                  <a:lnTo>
                    <a:pt x="9473" y="17183"/>
                  </a:lnTo>
                  <a:lnTo>
                    <a:pt x="9396" y="17289"/>
                  </a:lnTo>
                  <a:lnTo>
                    <a:pt x="9320" y="17394"/>
                  </a:lnTo>
                  <a:lnTo>
                    <a:pt x="9224" y="17499"/>
                  </a:lnTo>
                  <a:lnTo>
                    <a:pt x="9013" y="17720"/>
                  </a:lnTo>
                  <a:lnTo>
                    <a:pt x="8764" y="17930"/>
                  </a:lnTo>
                  <a:lnTo>
                    <a:pt x="8486" y="18151"/>
                  </a:lnTo>
                  <a:lnTo>
                    <a:pt x="8190" y="18371"/>
                  </a:lnTo>
                  <a:lnTo>
                    <a:pt x="7864" y="18591"/>
                  </a:lnTo>
                  <a:lnTo>
                    <a:pt x="7510" y="18812"/>
                  </a:lnTo>
                  <a:lnTo>
                    <a:pt x="7146" y="19032"/>
                  </a:lnTo>
                  <a:lnTo>
                    <a:pt x="6762" y="19243"/>
                  </a:lnTo>
                  <a:lnTo>
                    <a:pt x="6370" y="19463"/>
                  </a:lnTo>
                  <a:lnTo>
                    <a:pt x="5958" y="19674"/>
                  </a:lnTo>
                  <a:lnTo>
                    <a:pt x="5546" y="19875"/>
                  </a:lnTo>
                  <a:lnTo>
                    <a:pt x="5134" y="20085"/>
                  </a:lnTo>
                  <a:lnTo>
                    <a:pt x="4291" y="20469"/>
                  </a:lnTo>
                  <a:lnTo>
                    <a:pt x="3468" y="20833"/>
                  </a:lnTo>
                  <a:lnTo>
                    <a:pt x="2682" y="21168"/>
                  </a:lnTo>
                  <a:lnTo>
                    <a:pt x="1954" y="21465"/>
                  </a:lnTo>
                  <a:lnTo>
                    <a:pt x="1312" y="21723"/>
                  </a:lnTo>
                  <a:lnTo>
                    <a:pt x="364" y="22078"/>
                  </a:lnTo>
                  <a:lnTo>
                    <a:pt x="0" y="22212"/>
                  </a:lnTo>
                  <a:lnTo>
                    <a:pt x="2989" y="31148"/>
                  </a:lnTo>
                  <a:lnTo>
                    <a:pt x="5038" y="37288"/>
                  </a:lnTo>
                  <a:lnTo>
                    <a:pt x="5967" y="40065"/>
                  </a:lnTo>
                  <a:lnTo>
                    <a:pt x="6063" y="39443"/>
                  </a:lnTo>
                  <a:lnTo>
                    <a:pt x="6178" y="38830"/>
                  </a:lnTo>
                  <a:lnTo>
                    <a:pt x="6293" y="38207"/>
                  </a:lnTo>
                  <a:lnTo>
                    <a:pt x="6437" y="37594"/>
                  </a:lnTo>
                  <a:lnTo>
                    <a:pt x="6580" y="36972"/>
                  </a:lnTo>
                  <a:lnTo>
                    <a:pt x="6753" y="36359"/>
                  </a:lnTo>
                  <a:lnTo>
                    <a:pt x="6925" y="35746"/>
                  </a:lnTo>
                  <a:lnTo>
                    <a:pt x="7117" y="35142"/>
                  </a:lnTo>
                  <a:lnTo>
                    <a:pt x="7318" y="34529"/>
                  </a:lnTo>
                  <a:lnTo>
                    <a:pt x="7529" y="33926"/>
                  </a:lnTo>
                  <a:lnTo>
                    <a:pt x="7759" y="33332"/>
                  </a:lnTo>
                  <a:lnTo>
                    <a:pt x="7998" y="32729"/>
                  </a:lnTo>
                  <a:lnTo>
                    <a:pt x="8247" y="32135"/>
                  </a:lnTo>
                  <a:lnTo>
                    <a:pt x="8506" y="31550"/>
                  </a:lnTo>
                  <a:lnTo>
                    <a:pt x="8774" y="30966"/>
                  </a:lnTo>
                  <a:lnTo>
                    <a:pt x="9061" y="30382"/>
                  </a:lnTo>
                  <a:lnTo>
                    <a:pt x="9349" y="29807"/>
                  </a:lnTo>
                  <a:lnTo>
                    <a:pt x="9655" y="29233"/>
                  </a:lnTo>
                  <a:lnTo>
                    <a:pt x="9962" y="28667"/>
                  </a:lnTo>
                  <a:lnTo>
                    <a:pt x="10287" y="28102"/>
                  </a:lnTo>
                  <a:lnTo>
                    <a:pt x="10613" y="27547"/>
                  </a:lnTo>
                  <a:lnTo>
                    <a:pt x="10948" y="27001"/>
                  </a:lnTo>
                  <a:lnTo>
                    <a:pt x="11302" y="26455"/>
                  </a:lnTo>
                  <a:lnTo>
                    <a:pt x="11657" y="25918"/>
                  </a:lnTo>
                  <a:lnTo>
                    <a:pt x="12021" y="25392"/>
                  </a:lnTo>
                  <a:lnTo>
                    <a:pt x="12385" y="24865"/>
                  </a:lnTo>
                  <a:lnTo>
                    <a:pt x="12768" y="24357"/>
                  </a:lnTo>
                  <a:lnTo>
                    <a:pt x="13151" y="23840"/>
                  </a:lnTo>
                  <a:lnTo>
                    <a:pt x="13544" y="23342"/>
                  </a:lnTo>
                  <a:lnTo>
                    <a:pt x="13936" y="22853"/>
                  </a:lnTo>
                  <a:lnTo>
                    <a:pt x="14348" y="22365"/>
                  </a:lnTo>
                  <a:lnTo>
                    <a:pt x="14751" y="21886"/>
                  </a:lnTo>
                  <a:lnTo>
                    <a:pt x="15009" y="21589"/>
                  </a:lnTo>
                  <a:lnTo>
                    <a:pt x="15249" y="21292"/>
                  </a:lnTo>
                  <a:lnTo>
                    <a:pt x="15469" y="20995"/>
                  </a:lnTo>
                  <a:lnTo>
                    <a:pt x="15670" y="20708"/>
                  </a:lnTo>
                  <a:lnTo>
                    <a:pt x="15842" y="20421"/>
                  </a:lnTo>
                  <a:lnTo>
                    <a:pt x="15996" y="20152"/>
                  </a:lnTo>
                  <a:lnTo>
                    <a:pt x="16120" y="19875"/>
                  </a:lnTo>
                  <a:lnTo>
                    <a:pt x="16226" y="19616"/>
                  </a:lnTo>
                  <a:lnTo>
                    <a:pt x="16293" y="19386"/>
                  </a:lnTo>
                  <a:lnTo>
                    <a:pt x="16350" y="19147"/>
                  </a:lnTo>
                  <a:lnTo>
                    <a:pt x="16408" y="18888"/>
                  </a:lnTo>
                  <a:lnTo>
                    <a:pt x="16446" y="18620"/>
                  </a:lnTo>
                  <a:lnTo>
                    <a:pt x="16475" y="18333"/>
                  </a:lnTo>
                  <a:lnTo>
                    <a:pt x="16494" y="18045"/>
                  </a:lnTo>
                  <a:lnTo>
                    <a:pt x="16503" y="17739"/>
                  </a:lnTo>
                  <a:lnTo>
                    <a:pt x="16513" y="17423"/>
                  </a:lnTo>
                  <a:lnTo>
                    <a:pt x="16503" y="17097"/>
                  </a:lnTo>
                  <a:lnTo>
                    <a:pt x="16494" y="16752"/>
                  </a:lnTo>
                  <a:lnTo>
                    <a:pt x="16475" y="16407"/>
                  </a:lnTo>
                  <a:lnTo>
                    <a:pt x="16446" y="16053"/>
                  </a:lnTo>
                  <a:lnTo>
                    <a:pt x="16408" y="15699"/>
                  </a:lnTo>
                  <a:lnTo>
                    <a:pt x="16369" y="15325"/>
                  </a:lnTo>
                  <a:lnTo>
                    <a:pt x="16264" y="14568"/>
                  </a:lnTo>
                  <a:lnTo>
                    <a:pt x="16139" y="13783"/>
                  </a:lnTo>
                  <a:lnTo>
                    <a:pt x="15986" y="12988"/>
                  </a:lnTo>
                  <a:lnTo>
                    <a:pt x="15823" y="12174"/>
                  </a:lnTo>
                  <a:lnTo>
                    <a:pt x="15641" y="11350"/>
                  </a:lnTo>
                  <a:lnTo>
                    <a:pt x="15440" y="10526"/>
                  </a:lnTo>
                  <a:lnTo>
                    <a:pt x="15229" y="9703"/>
                  </a:lnTo>
                  <a:lnTo>
                    <a:pt x="15009" y="8879"/>
                  </a:lnTo>
                  <a:lnTo>
                    <a:pt x="14789" y="8065"/>
                  </a:lnTo>
                  <a:lnTo>
                    <a:pt x="14559" y="7270"/>
                  </a:lnTo>
                  <a:lnTo>
                    <a:pt x="14320" y="6484"/>
                  </a:lnTo>
                  <a:lnTo>
                    <a:pt x="14090" y="5728"/>
                  </a:lnTo>
                  <a:lnTo>
                    <a:pt x="13860" y="5000"/>
                  </a:lnTo>
                  <a:lnTo>
                    <a:pt x="13419" y="3640"/>
                  </a:lnTo>
                  <a:lnTo>
                    <a:pt x="13007" y="2452"/>
                  </a:lnTo>
                  <a:lnTo>
                    <a:pt x="12663" y="1456"/>
                  </a:lnTo>
                  <a:lnTo>
                    <a:pt x="12385" y="709"/>
                  </a:lnTo>
                  <a:lnTo>
                    <a:pt x="12145" y="58"/>
                  </a:lnTo>
                  <a:lnTo>
                    <a:pt x="11820" y="19"/>
                  </a:lnTo>
                  <a:lnTo>
                    <a:pt x="11666" y="10"/>
                  </a:lnTo>
                  <a:lnTo>
                    <a:pt x="11504" y="0"/>
                  </a:lnTo>
                  <a:close/>
                </a:path>
              </a:pathLst>
            </a:custGeom>
            <a:solidFill>
              <a:srgbClr val="C693E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Google Shape;1398;p31">
              <a:extLst>
                <a:ext uri="{FF2B5EF4-FFF2-40B4-BE49-F238E27FC236}">
                  <a16:creationId xmlns:a16="http://schemas.microsoft.com/office/drawing/2014/main" id="{AD5C67D7-CE53-1BEA-421D-107B324D80A6}"/>
                </a:ext>
              </a:extLst>
            </p:cNvPr>
            <p:cNvSpPr/>
            <p:nvPr/>
          </p:nvSpPr>
          <p:spPr>
            <a:xfrm>
              <a:off x="1497346" y="3314859"/>
              <a:ext cx="329627" cy="67819"/>
            </a:xfrm>
            <a:custGeom>
              <a:avLst/>
              <a:gdLst/>
              <a:ahLst/>
              <a:cxnLst/>
              <a:rect l="l" t="t" r="r" b="b"/>
              <a:pathLst>
                <a:path w="10202" h="2099" extrusionOk="0">
                  <a:moveTo>
                    <a:pt x="1993" y="1"/>
                  </a:moveTo>
                  <a:lnTo>
                    <a:pt x="1792" y="20"/>
                  </a:lnTo>
                  <a:lnTo>
                    <a:pt x="1591" y="49"/>
                  </a:lnTo>
                  <a:lnTo>
                    <a:pt x="1399" y="97"/>
                  </a:lnTo>
                  <a:lnTo>
                    <a:pt x="1217" y="164"/>
                  </a:lnTo>
                  <a:lnTo>
                    <a:pt x="1045" y="250"/>
                  </a:lnTo>
                  <a:lnTo>
                    <a:pt x="872" y="346"/>
                  </a:lnTo>
                  <a:lnTo>
                    <a:pt x="719" y="461"/>
                  </a:lnTo>
                  <a:lnTo>
                    <a:pt x="585" y="595"/>
                  </a:lnTo>
                  <a:lnTo>
                    <a:pt x="451" y="729"/>
                  </a:lnTo>
                  <a:lnTo>
                    <a:pt x="336" y="882"/>
                  </a:lnTo>
                  <a:lnTo>
                    <a:pt x="240" y="1054"/>
                  </a:lnTo>
                  <a:lnTo>
                    <a:pt x="154" y="1227"/>
                  </a:lnTo>
                  <a:lnTo>
                    <a:pt x="87" y="1409"/>
                  </a:lnTo>
                  <a:lnTo>
                    <a:pt x="39" y="1600"/>
                  </a:lnTo>
                  <a:lnTo>
                    <a:pt x="10" y="1802"/>
                  </a:lnTo>
                  <a:lnTo>
                    <a:pt x="1" y="2003"/>
                  </a:lnTo>
                  <a:lnTo>
                    <a:pt x="1" y="2098"/>
                  </a:lnTo>
                  <a:lnTo>
                    <a:pt x="10201" y="2098"/>
                  </a:lnTo>
                  <a:lnTo>
                    <a:pt x="10201" y="2003"/>
                  </a:lnTo>
                  <a:lnTo>
                    <a:pt x="10192" y="1802"/>
                  </a:lnTo>
                  <a:lnTo>
                    <a:pt x="10163" y="1600"/>
                  </a:lnTo>
                  <a:lnTo>
                    <a:pt x="10115" y="1409"/>
                  </a:lnTo>
                  <a:lnTo>
                    <a:pt x="10048" y="1227"/>
                  </a:lnTo>
                  <a:lnTo>
                    <a:pt x="9962" y="1054"/>
                  </a:lnTo>
                  <a:lnTo>
                    <a:pt x="9866" y="882"/>
                  </a:lnTo>
                  <a:lnTo>
                    <a:pt x="9751" y="729"/>
                  </a:lnTo>
                  <a:lnTo>
                    <a:pt x="9617" y="595"/>
                  </a:lnTo>
                  <a:lnTo>
                    <a:pt x="9474" y="461"/>
                  </a:lnTo>
                  <a:lnTo>
                    <a:pt x="9320" y="346"/>
                  </a:lnTo>
                  <a:lnTo>
                    <a:pt x="9157" y="250"/>
                  </a:lnTo>
                  <a:lnTo>
                    <a:pt x="8985" y="164"/>
                  </a:lnTo>
                  <a:lnTo>
                    <a:pt x="8803" y="97"/>
                  </a:lnTo>
                  <a:lnTo>
                    <a:pt x="8612" y="49"/>
                  </a:lnTo>
                  <a:lnTo>
                    <a:pt x="8410" y="20"/>
                  </a:lnTo>
                  <a:lnTo>
                    <a:pt x="820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" name="Google Shape;1399;p31">
              <a:extLst>
                <a:ext uri="{FF2B5EF4-FFF2-40B4-BE49-F238E27FC236}">
                  <a16:creationId xmlns:a16="http://schemas.microsoft.com/office/drawing/2014/main" id="{F51365D6-3D4A-2AE4-3612-D8894202F9B8}"/>
                </a:ext>
              </a:extLst>
            </p:cNvPr>
            <p:cNvSpPr/>
            <p:nvPr/>
          </p:nvSpPr>
          <p:spPr>
            <a:xfrm>
              <a:off x="1417506" y="3147134"/>
              <a:ext cx="249466" cy="235540"/>
            </a:xfrm>
            <a:custGeom>
              <a:avLst/>
              <a:gdLst/>
              <a:ahLst/>
              <a:cxnLst/>
              <a:rect l="l" t="t" r="r" b="b"/>
              <a:pathLst>
                <a:path w="7721" h="7290" extrusionOk="0">
                  <a:moveTo>
                    <a:pt x="1849" y="0"/>
                  </a:moveTo>
                  <a:lnTo>
                    <a:pt x="1" y="7289"/>
                  </a:lnTo>
                  <a:lnTo>
                    <a:pt x="5872" y="7289"/>
                  </a:lnTo>
                  <a:lnTo>
                    <a:pt x="7721" y="0"/>
                  </a:lnTo>
                  <a:close/>
                </a:path>
              </a:pathLst>
            </a:custGeom>
            <a:solidFill>
              <a:srgbClr val="CCCCC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" name="Google Shape;1400;p31">
              <a:extLst>
                <a:ext uri="{FF2B5EF4-FFF2-40B4-BE49-F238E27FC236}">
                  <a16:creationId xmlns:a16="http://schemas.microsoft.com/office/drawing/2014/main" id="{BF191192-1FD1-5909-9C55-830458284CFB}"/>
                </a:ext>
              </a:extLst>
            </p:cNvPr>
            <p:cNvSpPr/>
            <p:nvPr/>
          </p:nvSpPr>
          <p:spPr>
            <a:xfrm>
              <a:off x="1043671" y="2522309"/>
              <a:ext cx="1036731" cy="669722"/>
            </a:xfrm>
            <a:custGeom>
              <a:avLst/>
              <a:gdLst/>
              <a:ahLst/>
              <a:cxnLst/>
              <a:rect l="l" t="t" r="r" b="b"/>
              <a:pathLst>
                <a:path w="32087" h="20728" extrusionOk="0">
                  <a:moveTo>
                    <a:pt x="1533" y="0"/>
                  </a:moveTo>
                  <a:lnTo>
                    <a:pt x="1370" y="10"/>
                  </a:lnTo>
                  <a:lnTo>
                    <a:pt x="1226" y="29"/>
                  </a:lnTo>
                  <a:lnTo>
                    <a:pt x="1073" y="67"/>
                  </a:lnTo>
                  <a:lnTo>
                    <a:pt x="939" y="125"/>
                  </a:lnTo>
                  <a:lnTo>
                    <a:pt x="805" y="182"/>
                  </a:lnTo>
                  <a:lnTo>
                    <a:pt x="671" y="259"/>
                  </a:lnTo>
                  <a:lnTo>
                    <a:pt x="556" y="345"/>
                  </a:lnTo>
                  <a:lnTo>
                    <a:pt x="450" y="450"/>
                  </a:lnTo>
                  <a:lnTo>
                    <a:pt x="345" y="556"/>
                  </a:lnTo>
                  <a:lnTo>
                    <a:pt x="259" y="671"/>
                  </a:lnTo>
                  <a:lnTo>
                    <a:pt x="182" y="805"/>
                  </a:lnTo>
                  <a:lnTo>
                    <a:pt x="125" y="939"/>
                  </a:lnTo>
                  <a:lnTo>
                    <a:pt x="67" y="1073"/>
                  </a:lnTo>
                  <a:lnTo>
                    <a:pt x="29" y="1226"/>
                  </a:lnTo>
                  <a:lnTo>
                    <a:pt x="10" y="1370"/>
                  </a:lnTo>
                  <a:lnTo>
                    <a:pt x="0" y="1533"/>
                  </a:lnTo>
                  <a:lnTo>
                    <a:pt x="2184" y="19195"/>
                  </a:lnTo>
                  <a:lnTo>
                    <a:pt x="2194" y="19348"/>
                  </a:lnTo>
                  <a:lnTo>
                    <a:pt x="2213" y="19501"/>
                  </a:lnTo>
                  <a:lnTo>
                    <a:pt x="2251" y="19645"/>
                  </a:lnTo>
                  <a:lnTo>
                    <a:pt x="2309" y="19789"/>
                  </a:lnTo>
                  <a:lnTo>
                    <a:pt x="2366" y="19923"/>
                  </a:lnTo>
                  <a:lnTo>
                    <a:pt x="2443" y="20047"/>
                  </a:lnTo>
                  <a:lnTo>
                    <a:pt x="2539" y="20162"/>
                  </a:lnTo>
                  <a:lnTo>
                    <a:pt x="2634" y="20277"/>
                  </a:lnTo>
                  <a:lnTo>
                    <a:pt x="2740" y="20373"/>
                  </a:lnTo>
                  <a:lnTo>
                    <a:pt x="2855" y="20459"/>
                  </a:lnTo>
                  <a:lnTo>
                    <a:pt x="2989" y="20536"/>
                  </a:lnTo>
                  <a:lnTo>
                    <a:pt x="3123" y="20603"/>
                  </a:lnTo>
                  <a:lnTo>
                    <a:pt x="3257" y="20651"/>
                  </a:lnTo>
                  <a:lnTo>
                    <a:pt x="3410" y="20689"/>
                  </a:lnTo>
                  <a:lnTo>
                    <a:pt x="3554" y="20718"/>
                  </a:lnTo>
                  <a:lnTo>
                    <a:pt x="3717" y="20727"/>
                  </a:lnTo>
                  <a:lnTo>
                    <a:pt x="30564" y="20727"/>
                  </a:lnTo>
                  <a:lnTo>
                    <a:pt x="30717" y="20718"/>
                  </a:lnTo>
                  <a:lnTo>
                    <a:pt x="30871" y="20689"/>
                  </a:lnTo>
                  <a:lnTo>
                    <a:pt x="31014" y="20651"/>
                  </a:lnTo>
                  <a:lnTo>
                    <a:pt x="31158" y="20603"/>
                  </a:lnTo>
                  <a:lnTo>
                    <a:pt x="31292" y="20536"/>
                  </a:lnTo>
                  <a:lnTo>
                    <a:pt x="31416" y="20459"/>
                  </a:lnTo>
                  <a:lnTo>
                    <a:pt x="31531" y="20373"/>
                  </a:lnTo>
                  <a:lnTo>
                    <a:pt x="31646" y="20277"/>
                  </a:lnTo>
                  <a:lnTo>
                    <a:pt x="31742" y="20162"/>
                  </a:lnTo>
                  <a:lnTo>
                    <a:pt x="31828" y="20047"/>
                  </a:lnTo>
                  <a:lnTo>
                    <a:pt x="31905" y="19923"/>
                  </a:lnTo>
                  <a:lnTo>
                    <a:pt x="31972" y="19789"/>
                  </a:lnTo>
                  <a:lnTo>
                    <a:pt x="32020" y="19645"/>
                  </a:lnTo>
                  <a:lnTo>
                    <a:pt x="32058" y="19501"/>
                  </a:lnTo>
                  <a:lnTo>
                    <a:pt x="32087" y="19348"/>
                  </a:lnTo>
                  <a:lnTo>
                    <a:pt x="32087" y="19195"/>
                  </a:lnTo>
                  <a:lnTo>
                    <a:pt x="29903" y="1533"/>
                  </a:lnTo>
                  <a:lnTo>
                    <a:pt x="29903" y="1370"/>
                  </a:lnTo>
                  <a:lnTo>
                    <a:pt x="29874" y="1226"/>
                  </a:lnTo>
                  <a:lnTo>
                    <a:pt x="29836" y="1073"/>
                  </a:lnTo>
                  <a:lnTo>
                    <a:pt x="29788" y="939"/>
                  </a:lnTo>
                  <a:lnTo>
                    <a:pt x="29721" y="805"/>
                  </a:lnTo>
                  <a:lnTo>
                    <a:pt x="29645" y="671"/>
                  </a:lnTo>
                  <a:lnTo>
                    <a:pt x="29558" y="556"/>
                  </a:lnTo>
                  <a:lnTo>
                    <a:pt x="29463" y="450"/>
                  </a:lnTo>
                  <a:lnTo>
                    <a:pt x="29348" y="345"/>
                  </a:lnTo>
                  <a:lnTo>
                    <a:pt x="29233" y="259"/>
                  </a:lnTo>
                  <a:lnTo>
                    <a:pt x="29108" y="182"/>
                  </a:lnTo>
                  <a:lnTo>
                    <a:pt x="28974" y="125"/>
                  </a:lnTo>
                  <a:lnTo>
                    <a:pt x="28830" y="67"/>
                  </a:lnTo>
                  <a:lnTo>
                    <a:pt x="28687" y="29"/>
                  </a:lnTo>
                  <a:lnTo>
                    <a:pt x="28533" y="10"/>
                  </a:lnTo>
                  <a:lnTo>
                    <a:pt x="28380" y="0"/>
                  </a:lnTo>
                  <a:close/>
                </a:path>
              </a:pathLst>
            </a:custGeom>
            <a:solidFill>
              <a:srgbClr val="B7B7B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" name="Google Shape;1401;p31">
              <a:extLst>
                <a:ext uri="{FF2B5EF4-FFF2-40B4-BE49-F238E27FC236}">
                  <a16:creationId xmlns:a16="http://schemas.microsoft.com/office/drawing/2014/main" id="{CD053535-4A98-2A69-4BB8-560FC93EBF7B}"/>
                </a:ext>
              </a:extLst>
            </p:cNvPr>
            <p:cNvSpPr/>
            <p:nvPr/>
          </p:nvSpPr>
          <p:spPr>
            <a:xfrm>
              <a:off x="1463000" y="2794333"/>
              <a:ext cx="178610" cy="159708"/>
            </a:xfrm>
            <a:custGeom>
              <a:avLst/>
              <a:gdLst/>
              <a:ahLst/>
              <a:cxnLst/>
              <a:rect l="l" t="t" r="r" b="b"/>
              <a:pathLst>
                <a:path w="5528" h="4943" extrusionOk="0">
                  <a:moveTo>
                    <a:pt x="844" y="0"/>
                  </a:moveTo>
                  <a:lnTo>
                    <a:pt x="757" y="10"/>
                  </a:lnTo>
                  <a:lnTo>
                    <a:pt x="671" y="20"/>
                  </a:lnTo>
                  <a:lnTo>
                    <a:pt x="594" y="39"/>
                  </a:lnTo>
                  <a:lnTo>
                    <a:pt x="518" y="67"/>
                  </a:lnTo>
                  <a:lnTo>
                    <a:pt x="441" y="106"/>
                  </a:lnTo>
                  <a:lnTo>
                    <a:pt x="374" y="154"/>
                  </a:lnTo>
                  <a:lnTo>
                    <a:pt x="307" y="202"/>
                  </a:lnTo>
                  <a:lnTo>
                    <a:pt x="250" y="249"/>
                  </a:lnTo>
                  <a:lnTo>
                    <a:pt x="192" y="317"/>
                  </a:lnTo>
                  <a:lnTo>
                    <a:pt x="144" y="374"/>
                  </a:lnTo>
                  <a:lnTo>
                    <a:pt x="96" y="451"/>
                  </a:lnTo>
                  <a:lnTo>
                    <a:pt x="68" y="527"/>
                  </a:lnTo>
                  <a:lnTo>
                    <a:pt x="39" y="604"/>
                  </a:lnTo>
                  <a:lnTo>
                    <a:pt x="10" y="680"/>
                  </a:lnTo>
                  <a:lnTo>
                    <a:pt x="1" y="767"/>
                  </a:lnTo>
                  <a:lnTo>
                    <a:pt x="1" y="853"/>
                  </a:lnTo>
                  <a:lnTo>
                    <a:pt x="585" y="4100"/>
                  </a:lnTo>
                  <a:lnTo>
                    <a:pt x="585" y="4186"/>
                  </a:lnTo>
                  <a:lnTo>
                    <a:pt x="604" y="4263"/>
                  </a:lnTo>
                  <a:lnTo>
                    <a:pt x="623" y="4349"/>
                  </a:lnTo>
                  <a:lnTo>
                    <a:pt x="652" y="4426"/>
                  </a:lnTo>
                  <a:lnTo>
                    <a:pt x="690" y="4502"/>
                  </a:lnTo>
                  <a:lnTo>
                    <a:pt x="729" y="4569"/>
                  </a:lnTo>
                  <a:lnTo>
                    <a:pt x="776" y="4636"/>
                  </a:lnTo>
                  <a:lnTo>
                    <a:pt x="834" y="4694"/>
                  </a:lnTo>
                  <a:lnTo>
                    <a:pt x="891" y="4751"/>
                  </a:lnTo>
                  <a:lnTo>
                    <a:pt x="958" y="4799"/>
                  </a:lnTo>
                  <a:lnTo>
                    <a:pt x="1025" y="4847"/>
                  </a:lnTo>
                  <a:lnTo>
                    <a:pt x="1102" y="4876"/>
                  </a:lnTo>
                  <a:lnTo>
                    <a:pt x="1179" y="4904"/>
                  </a:lnTo>
                  <a:lnTo>
                    <a:pt x="1265" y="4933"/>
                  </a:lnTo>
                  <a:lnTo>
                    <a:pt x="1351" y="4943"/>
                  </a:lnTo>
                  <a:lnTo>
                    <a:pt x="4761" y="4943"/>
                  </a:lnTo>
                  <a:lnTo>
                    <a:pt x="4847" y="4933"/>
                  </a:lnTo>
                  <a:lnTo>
                    <a:pt x="4933" y="4904"/>
                  </a:lnTo>
                  <a:lnTo>
                    <a:pt x="5010" y="4876"/>
                  </a:lnTo>
                  <a:lnTo>
                    <a:pt x="5077" y="4847"/>
                  </a:lnTo>
                  <a:lnTo>
                    <a:pt x="5154" y="4799"/>
                  </a:lnTo>
                  <a:lnTo>
                    <a:pt x="5221" y="4751"/>
                  </a:lnTo>
                  <a:lnTo>
                    <a:pt x="5278" y="4694"/>
                  </a:lnTo>
                  <a:lnTo>
                    <a:pt x="5336" y="4636"/>
                  </a:lnTo>
                  <a:lnTo>
                    <a:pt x="5384" y="4569"/>
                  </a:lnTo>
                  <a:lnTo>
                    <a:pt x="5422" y="4502"/>
                  </a:lnTo>
                  <a:lnTo>
                    <a:pt x="5460" y="4426"/>
                  </a:lnTo>
                  <a:lnTo>
                    <a:pt x="5489" y="4349"/>
                  </a:lnTo>
                  <a:lnTo>
                    <a:pt x="5508" y="4263"/>
                  </a:lnTo>
                  <a:lnTo>
                    <a:pt x="5518" y="4186"/>
                  </a:lnTo>
                  <a:lnTo>
                    <a:pt x="5527" y="4100"/>
                  </a:lnTo>
                  <a:lnTo>
                    <a:pt x="4933" y="853"/>
                  </a:lnTo>
                  <a:lnTo>
                    <a:pt x="4933" y="767"/>
                  </a:lnTo>
                  <a:lnTo>
                    <a:pt x="4924" y="680"/>
                  </a:lnTo>
                  <a:lnTo>
                    <a:pt x="4895" y="604"/>
                  </a:lnTo>
                  <a:lnTo>
                    <a:pt x="4876" y="527"/>
                  </a:lnTo>
                  <a:lnTo>
                    <a:pt x="4838" y="451"/>
                  </a:lnTo>
                  <a:lnTo>
                    <a:pt x="4790" y="374"/>
                  </a:lnTo>
                  <a:lnTo>
                    <a:pt x="4742" y="317"/>
                  </a:lnTo>
                  <a:lnTo>
                    <a:pt x="4684" y="249"/>
                  </a:lnTo>
                  <a:lnTo>
                    <a:pt x="4627" y="202"/>
                  </a:lnTo>
                  <a:lnTo>
                    <a:pt x="4560" y="154"/>
                  </a:lnTo>
                  <a:lnTo>
                    <a:pt x="4493" y="106"/>
                  </a:lnTo>
                  <a:lnTo>
                    <a:pt x="4416" y="67"/>
                  </a:lnTo>
                  <a:lnTo>
                    <a:pt x="4340" y="39"/>
                  </a:lnTo>
                  <a:lnTo>
                    <a:pt x="4263" y="20"/>
                  </a:lnTo>
                  <a:lnTo>
                    <a:pt x="4177" y="10"/>
                  </a:lnTo>
                  <a:lnTo>
                    <a:pt x="409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" name="Google Shape;1402;p31">
              <a:extLst>
                <a:ext uri="{FF2B5EF4-FFF2-40B4-BE49-F238E27FC236}">
                  <a16:creationId xmlns:a16="http://schemas.microsoft.com/office/drawing/2014/main" id="{7BD4E3C4-A5FB-7226-A9E5-787373C91CA8}"/>
                </a:ext>
              </a:extLst>
            </p:cNvPr>
            <p:cNvSpPr/>
            <p:nvPr/>
          </p:nvSpPr>
          <p:spPr>
            <a:xfrm>
              <a:off x="832618" y="3466202"/>
              <a:ext cx="1738601" cy="37480"/>
            </a:xfrm>
            <a:custGeom>
              <a:avLst/>
              <a:gdLst/>
              <a:ahLst/>
              <a:cxnLst/>
              <a:rect l="l" t="t" r="r" b="b"/>
              <a:pathLst>
                <a:path w="53810" h="1160" extrusionOk="0">
                  <a:moveTo>
                    <a:pt x="0" y="1"/>
                  </a:moveTo>
                  <a:lnTo>
                    <a:pt x="0" y="1159"/>
                  </a:lnTo>
                  <a:lnTo>
                    <a:pt x="53810" y="1159"/>
                  </a:lnTo>
                  <a:lnTo>
                    <a:pt x="5381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" name="Google Shape;1403;p31">
              <a:extLst>
                <a:ext uri="{FF2B5EF4-FFF2-40B4-BE49-F238E27FC236}">
                  <a16:creationId xmlns:a16="http://schemas.microsoft.com/office/drawing/2014/main" id="{4E1F9B47-79EF-B9E7-62EA-6221822B2F13}"/>
                </a:ext>
              </a:extLst>
            </p:cNvPr>
            <p:cNvSpPr/>
            <p:nvPr/>
          </p:nvSpPr>
          <p:spPr>
            <a:xfrm>
              <a:off x="607315" y="3437123"/>
              <a:ext cx="450595" cy="1240995"/>
            </a:xfrm>
            <a:custGeom>
              <a:avLst/>
              <a:gdLst/>
              <a:ahLst/>
              <a:cxnLst/>
              <a:rect l="l" t="t" r="r" b="b"/>
              <a:pathLst>
                <a:path w="13946" h="38409" extrusionOk="0">
                  <a:moveTo>
                    <a:pt x="10306" y="0"/>
                  </a:moveTo>
                  <a:lnTo>
                    <a:pt x="0" y="38408"/>
                  </a:lnTo>
                  <a:lnTo>
                    <a:pt x="1312" y="38408"/>
                  </a:lnTo>
                  <a:lnTo>
                    <a:pt x="13946" y="345"/>
                  </a:lnTo>
                  <a:lnTo>
                    <a:pt x="103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Google Shape;1404;p31">
              <a:extLst>
                <a:ext uri="{FF2B5EF4-FFF2-40B4-BE49-F238E27FC236}">
                  <a16:creationId xmlns:a16="http://schemas.microsoft.com/office/drawing/2014/main" id="{C06DE77D-2453-33CB-A0BA-A26C2A36EBB2}"/>
                </a:ext>
              </a:extLst>
            </p:cNvPr>
            <p:cNvSpPr/>
            <p:nvPr/>
          </p:nvSpPr>
          <p:spPr>
            <a:xfrm>
              <a:off x="2320881" y="3437123"/>
              <a:ext cx="450304" cy="1240995"/>
            </a:xfrm>
            <a:custGeom>
              <a:avLst/>
              <a:gdLst/>
              <a:ahLst/>
              <a:cxnLst/>
              <a:rect l="l" t="t" r="r" b="b"/>
              <a:pathLst>
                <a:path w="13937" h="38409" extrusionOk="0">
                  <a:moveTo>
                    <a:pt x="3640" y="0"/>
                  </a:moveTo>
                  <a:lnTo>
                    <a:pt x="0" y="345"/>
                  </a:lnTo>
                  <a:lnTo>
                    <a:pt x="12634" y="38408"/>
                  </a:lnTo>
                  <a:lnTo>
                    <a:pt x="13936" y="38408"/>
                  </a:lnTo>
                  <a:lnTo>
                    <a:pt x="364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" name="Google Shape;1405;p31">
              <a:extLst>
                <a:ext uri="{FF2B5EF4-FFF2-40B4-BE49-F238E27FC236}">
                  <a16:creationId xmlns:a16="http://schemas.microsoft.com/office/drawing/2014/main" id="{7436C2FB-1518-E3F5-0AC8-BC991154E0E7}"/>
                </a:ext>
              </a:extLst>
            </p:cNvPr>
            <p:cNvSpPr/>
            <p:nvPr/>
          </p:nvSpPr>
          <p:spPr>
            <a:xfrm>
              <a:off x="746575" y="3378317"/>
              <a:ext cx="1915628" cy="96284"/>
            </a:xfrm>
            <a:custGeom>
              <a:avLst/>
              <a:gdLst/>
              <a:ahLst/>
              <a:cxnLst/>
              <a:rect l="l" t="t" r="r" b="b"/>
              <a:pathLst>
                <a:path w="59289" h="2980" extrusionOk="0">
                  <a:moveTo>
                    <a:pt x="0" y="0"/>
                  </a:moveTo>
                  <a:lnTo>
                    <a:pt x="0" y="2979"/>
                  </a:lnTo>
                  <a:lnTo>
                    <a:pt x="59289" y="2979"/>
                  </a:lnTo>
                  <a:lnTo>
                    <a:pt x="59289" y="0"/>
                  </a:lnTo>
                  <a:close/>
                </a:path>
              </a:pathLst>
            </a:custGeom>
            <a:solidFill>
              <a:srgbClr val="43434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" name="Google Shape;1406;p31">
              <a:extLst>
                <a:ext uri="{FF2B5EF4-FFF2-40B4-BE49-F238E27FC236}">
                  <a16:creationId xmlns:a16="http://schemas.microsoft.com/office/drawing/2014/main" id="{8C40A562-768E-CEF1-4E5E-4B52CD51A9A6}"/>
                </a:ext>
              </a:extLst>
            </p:cNvPr>
            <p:cNvSpPr/>
            <p:nvPr/>
          </p:nvSpPr>
          <p:spPr>
            <a:xfrm>
              <a:off x="3101669" y="1759129"/>
              <a:ext cx="167463" cy="301775"/>
            </a:xfrm>
            <a:custGeom>
              <a:avLst/>
              <a:gdLst/>
              <a:ahLst/>
              <a:cxnLst/>
              <a:rect l="l" t="t" r="r" b="b"/>
              <a:pathLst>
                <a:path w="5183" h="9340" extrusionOk="0">
                  <a:moveTo>
                    <a:pt x="2223" y="1"/>
                  </a:moveTo>
                  <a:lnTo>
                    <a:pt x="2070" y="10"/>
                  </a:lnTo>
                  <a:lnTo>
                    <a:pt x="1926" y="29"/>
                  </a:lnTo>
                  <a:lnTo>
                    <a:pt x="1782" y="58"/>
                  </a:lnTo>
                  <a:lnTo>
                    <a:pt x="1648" y="96"/>
                  </a:lnTo>
                  <a:lnTo>
                    <a:pt x="1514" y="144"/>
                  </a:lnTo>
                  <a:lnTo>
                    <a:pt x="1389" y="202"/>
                  </a:lnTo>
                  <a:lnTo>
                    <a:pt x="1265" y="259"/>
                  </a:lnTo>
                  <a:lnTo>
                    <a:pt x="1150" y="336"/>
                  </a:lnTo>
                  <a:lnTo>
                    <a:pt x="1045" y="403"/>
                  </a:lnTo>
                  <a:lnTo>
                    <a:pt x="939" y="489"/>
                  </a:lnTo>
                  <a:lnTo>
                    <a:pt x="738" y="652"/>
                  </a:lnTo>
                  <a:lnTo>
                    <a:pt x="566" y="824"/>
                  </a:lnTo>
                  <a:lnTo>
                    <a:pt x="422" y="997"/>
                  </a:lnTo>
                  <a:lnTo>
                    <a:pt x="288" y="1160"/>
                  </a:lnTo>
                  <a:lnTo>
                    <a:pt x="192" y="1313"/>
                  </a:lnTo>
                  <a:lnTo>
                    <a:pt x="106" y="1437"/>
                  </a:lnTo>
                  <a:lnTo>
                    <a:pt x="49" y="1543"/>
                  </a:lnTo>
                  <a:lnTo>
                    <a:pt x="1" y="1629"/>
                  </a:lnTo>
                  <a:lnTo>
                    <a:pt x="2587" y="9339"/>
                  </a:lnTo>
                  <a:lnTo>
                    <a:pt x="2625" y="9330"/>
                  </a:lnTo>
                  <a:lnTo>
                    <a:pt x="2750" y="9282"/>
                  </a:lnTo>
                  <a:lnTo>
                    <a:pt x="2836" y="9234"/>
                  </a:lnTo>
                  <a:lnTo>
                    <a:pt x="2941" y="9176"/>
                  </a:lnTo>
                  <a:lnTo>
                    <a:pt x="3056" y="9090"/>
                  </a:lnTo>
                  <a:lnTo>
                    <a:pt x="3190" y="8985"/>
                  </a:lnTo>
                  <a:lnTo>
                    <a:pt x="3334" y="8851"/>
                  </a:lnTo>
                  <a:lnTo>
                    <a:pt x="3487" y="8688"/>
                  </a:lnTo>
                  <a:lnTo>
                    <a:pt x="3659" y="8496"/>
                  </a:lnTo>
                  <a:lnTo>
                    <a:pt x="3832" y="8267"/>
                  </a:lnTo>
                  <a:lnTo>
                    <a:pt x="4014" y="8008"/>
                  </a:lnTo>
                  <a:lnTo>
                    <a:pt x="4205" y="7701"/>
                  </a:lnTo>
                  <a:lnTo>
                    <a:pt x="4397" y="7357"/>
                  </a:lnTo>
                  <a:lnTo>
                    <a:pt x="4598" y="6964"/>
                  </a:lnTo>
                  <a:lnTo>
                    <a:pt x="4703" y="6734"/>
                  </a:lnTo>
                  <a:lnTo>
                    <a:pt x="4799" y="6485"/>
                  </a:lnTo>
                  <a:lnTo>
                    <a:pt x="4885" y="6246"/>
                  </a:lnTo>
                  <a:lnTo>
                    <a:pt x="4962" y="5987"/>
                  </a:lnTo>
                  <a:lnTo>
                    <a:pt x="5029" y="5728"/>
                  </a:lnTo>
                  <a:lnTo>
                    <a:pt x="5077" y="5470"/>
                  </a:lnTo>
                  <a:lnTo>
                    <a:pt x="5115" y="5211"/>
                  </a:lnTo>
                  <a:lnTo>
                    <a:pt x="5154" y="4943"/>
                  </a:lnTo>
                  <a:lnTo>
                    <a:pt x="5173" y="4684"/>
                  </a:lnTo>
                  <a:lnTo>
                    <a:pt x="5182" y="4416"/>
                  </a:lnTo>
                  <a:lnTo>
                    <a:pt x="5182" y="4148"/>
                  </a:lnTo>
                  <a:lnTo>
                    <a:pt x="5173" y="3889"/>
                  </a:lnTo>
                  <a:lnTo>
                    <a:pt x="5154" y="3631"/>
                  </a:lnTo>
                  <a:lnTo>
                    <a:pt x="5125" y="3372"/>
                  </a:lnTo>
                  <a:lnTo>
                    <a:pt x="5077" y="3114"/>
                  </a:lnTo>
                  <a:lnTo>
                    <a:pt x="5029" y="2864"/>
                  </a:lnTo>
                  <a:lnTo>
                    <a:pt x="4972" y="2625"/>
                  </a:lnTo>
                  <a:lnTo>
                    <a:pt x="4895" y="2386"/>
                  </a:lnTo>
                  <a:lnTo>
                    <a:pt x="4818" y="2146"/>
                  </a:lnTo>
                  <a:lnTo>
                    <a:pt x="4723" y="1926"/>
                  </a:lnTo>
                  <a:lnTo>
                    <a:pt x="4627" y="1706"/>
                  </a:lnTo>
                  <a:lnTo>
                    <a:pt x="4512" y="1504"/>
                  </a:lnTo>
                  <a:lnTo>
                    <a:pt x="4397" y="1303"/>
                  </a:lnTo>
                  <a:lnTo>
                    <a:pt x="4263" y="1121"/>
                  </a:lnTo>
                  <a:lnTo>
                    <a:pt x="4129" y="939"/>
                  </a:lnTo>
                  <a:lnTo>
                    <a:pt x="3976" y="776"/>
                  </a:lnTo>
                  <a:lnTo>
                    <a:pt x="3813" y="633"/>
                  </a:lnTo>
                  <a:lnTo>
                    <a:pt x="3650" y="499"/>
                  </a:lnTo>
                  <a:lnTo>
                    <a:pt x="3468" y="374"/>
                  </a:lnTo>
                  <a:lnTo>
                    <a:pt x="3286" y="269"/>
                  </a:lnTo>
                  <a:lnTo>
                    <a:pt x="3085" y="173"/>
                  </a:lnTo>
                  <a:lnTo>
                    <a:pt x="2884" y="106"/>
                  </a:lnTo>
                  <a:lnTo>
                    <a:pt x="2711" y="58"/>
                  </a:lnTo>
                  <a:lnTo>
                    <a:pt x="2539" y="20"/>
                  </a:lnTo>
                  <a:lnTo>
                    <a:pt x="2376" y="10"/>
                  </a:lnTo>
                  <a:lnTo>
                    <a:pt x="2223" y="1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" name="Google Shape;1407;p31">
              <a:extLst>
                <a:ext uri="{FF2B5EF4-FFF2-40B4-BE49-F238E27FC236}">
                  <a16:creationId xmlns:a16="http://schemas.microsoft.com/office/drawing/2014/main" id="{BB7AFBC7-7CEE-604A-9F59-FFF437187A36}"/>
                </a:ext>
              </a:extLst>
            </p:cNvPr>
            <p:cNvSpPr/>
            <p:nvPr/>
          </p:nvSpPr>
          <p:spPr>
            <a:xfrm>
              <a:off x="3034527" y="1952865"/>
              <a:ext cx="151986" cy="289078"/>
            </a:xfrm>
            <a:custGeom>
              <a:avLst/>
              <a:gdLst/>
              <a:ahLst/>
              <a:cxnLst/>
              <a:rect l="l" t="t" r="r" b="b"/>
              <a:pathLst>
                <a:path w="4704" h="8947" extrusionOk="0">
                  <a:moveTo>
                    <a:pt x="3563" y="1"/>
                  </a:moveTo>
                  <a:lnTo>
                    <a:pt x="3487" y="10"/>
                  </a:lnTo>
                  <a:lnTo>
                    <a:pt x="3410" y="29"/>
                  </a:lnTo>
                  <a:lnTo>
                    <a:pt x="3333" y="48"/>
                  </a:lnTo>
                  <a:lnTo>
                    <a:pt x="3257" y="77"/>
                  </a:lnTo>
                  <a:lnTo>
                    <a:pt x="3180" y="115"/>
                  </a:lnTo>
                  <a:lnTo>
                    <a:pt x="3103" y="163"/>
                  </a:lnTo>
                  <a:lnTo>
                    <a:pt x="3036" y="211"/>
                  </a:lnTo>
                  <a:lnTo>
                    <a:pt x="2960" y="269"/>
                  </a:lnTo>
                  <a:lnTo>
                    <a:pt x="1628" y="1447"/>
                  </a:lnTo>
                  <a:lnTo>
                    <a:pt x="1648" y="1533"/>
                  </a:lnTo>
                  <a:lnTo>
                    <a:pt x="1667" y="1648"/>
                  </a:lnTo>
                  <a:lnTo>
                    <a:pt x="1676" y="1801"/>
                  </a:lnTo>
                  <a:lnTo>
                    <a:pt x="1686" y="2002"/>
                  </a:lnTo>
                  <a:lnTo>
                    <a:pt x="1686" y="2242"/>
                  </a:lnTo>
                  <a:lnTo>
                    <a:pt x="1667" y="2520"/>
                  </a:lnTo>
                  <a:lnTo>
                    <a:pt x="1638" y="2836"/>
                  </a:lnTo>
                  <a:lnTo>
                    <a:pt x="1581" y="3200"/>
                  </a:lnTo>
                  <a:lnTo>
                    <a:pt x="1504" y="3592"/>
                  </a:lnTo>
                  <a:lnTo>
                    <a:pt x="1446" y="3803"/>
                  </a:lnTo>
                  <a:lnTo>
                    <a:pt x="1389" y="4023"/>
                  </a:lnTo>
                  <a:lnTo>
                    <a:pt x="1322" y="4253"/>
                  </a:lnTo>
                  <a:lnTo>
                    <a:pt x="1245" y="4493"/>
                  </a:lnTo>
                  <a:lnTo>
                    <a:pt x="1159" y="4732"/>
                  </a:lnTo>
                  <a:lnTo>
                    <a:pt x="1063" y="4991"/>
                  </a:lnTo>
                  <a:lnTo>
                    <a:pt x="948" y="5249"/>
                  </a:lnTo>
                  <a:lnTo>
                    <a:pt x="833" y="5527"/>
                  </a:lnTo>
                  <a:lnTo>
                    <a:pt x="699" y="5805"/>
                  </a:lnTo>
                  <a:lnTo>
                    <a:pt x="556" y="6092"/>
                  </a:lnTo>
                  <a:lnTo>
                    <a:pt x="402" y="6389"/>
                  </a:lnTo>
                  <a:lnTo>
                    <a:pt x="230" y="6686"/>
                  </a:lnTo>
                  <a:lnTo>
                    <a:pt x="182" y="6791"/>
                  </a:lnTo>
                  <a:lnTo>
                    <a:pt x="134" y="6887"/>
                  </a:lnTo>
                  <a:lnTo>
                    <a:pt x="96" y="6993"/>
                  </a:lnTo>
                  <a:lnTo>
                    <a:pt x="58" y="7107"/>
                  </a:lnTo>
                  <a:lnTo>
                    <a:pt x="38" y="7213"/>
                  </a:lnTo>
                  <a:lnTo>
                    <a:pt x="19" y="7328"/>
                  </a:lnTo>
                  <a:lnTo>
                    <a:pt x="10" y="7433"/>
                  </a:lnTo>
                  <a:lnTo>
                    <a:pt x="0" y="7548"/>
                  </a:lnTo>
                  <a:lnTo>
                    <a:pt x="10" y="7653"/>
                  </a:lnTo>
                  <a:lnTo>
                    <a:pt x="19" y="7768"/>
                  </a:lnTo>
                  <a:lnTo>
                    <a:pt x="38" y="7874"/>
                  </a:lnTo>
                  <a:lnTo>
                    <a:pt x="67" y="7979"/>
                  </a:lnTo>
                  <a:lnTo>
                    <a:pt x="106" y="8084"/>
                  </a:lnTo>
                  <a:lnTo>
                    <a:pt x="153" y="8190"/>
                  </a:lnTo>
                  <a:lnTo>
                    <a:pt x="201" y="8286"/>
                  </a:lnTo>
                  <a:lnTo>
                    <a:pt x="268" y="8381"/>
                  </a:lnTo>
                  <a:lnTo>
                    <a:pt x="355" y="8487"/>
                  </a:lnTo>
                  <a:lnTo>
                    <a:pt x="460" y="8592"/>
                  </a:lnTo>
                  <a:lnTo>
                    <a:pt x="594" y="8688"/>
                  </a:lnTo>
                  <a:lnTo>
                    <a:pt x="738" y="8774"/>
                  </a:lnTo>
                  <a:lnTo>
                    <a:pt x="901" y="8841"/>
                  </a:lnTo>
                  <a:lnTo>
                    <a:pt x="1083" y="8899"/>
                  </a:lnTo>
                  <a:lnTo>
                    <a:pt x="1284" y="8927"/>
                  </a:lnTo>
                  <a:lnTo>
                    <a:pt x="1389" y="8937"/>
                  </a:lnTo>
                  <a:lnTo>
                    <a:pt x="1494" y="8946"/>
                  </a:lnTo>
                  <a:lnTo>
                    <a:pt x="1609" y="8946"/>
                  </a:lnTo>
                  <a:lnTo>
                    <a:pt x="1724" y="8937"/>
                  </a:lnTo>
                  <a:lnTo>
                    <a:pt x="1849" y="8927"/>
                  </a:lnTo>
                  <a:lnTo>
                    <a:pt x="1973" y="8899"/>
                  </a:lnTo>
                  <a:lnTo>
                    <a:pt x="2098" y="8879"/>
                  </a:lnTo>
                  <a:lnTo>
                    <a:pt x="2232" y="8841"/>
                  </a:lnTo>
                  <a:lnTo>
                    <a:pt x="2366" y="8793"/>
                  </a:lnTo>
                  <a:lnTo>
                    <a:pt x="2500" y="8745"/>
                  </a:lnTo>
                  <a:lnTo>
                    <a:pt x="2634" y="8688"/>
                  </a:lnTo>
                  <a:lnTo>
                    <a:pt x="2778" y="8621"/>
                  </a:lnTo>
                  <a:lnTo>
                    <a:pt x="2922" y="8544"/>
                  </a:lnTo>
                  <a:lnTo>
                    <a:pt x="3075" y="8458"/>
                  </a:lnTo>
                  <a:lnTo>
                    <a:pt x="3218" y="8362"/>
                  </a:lnTo>
                  <a:lnTo>
                    <a:pt x="3372" y="8257"/>
                  </a:lnTo>
                  <a:lnTo>
                    <a:pt x="3525" y="8142"/>
                  </a:lnTo>
                  <a:lnTo>
                    <a:pt x="3678" y="8017"/>
                  </a:lnTo>
                  <a:lnTo>
                    <a:pt x="3764" y="7950"/>
                  </a:lnTo>
                  <a:lnTo>
                    <a:pt x="3831" y="7874"/>
                  </a:lnTo>
                  <a:lnTo>
                    <a:pt x="3975" y="7720"/>
                  </a:lnTo>
                  <a:lnTo>
                    <a:pt x="4090" y="7548"/>
                  </a:lnTo>
                  <a:lnTo>
                    <a:pt x="4186" y="7366"/>
                  </a:lnTo>
                  <a:lnTo>
                    <a:pt x="4272" y="7175"/>
                  </a:lnTo>
                  <a:lnTo>
                    <a:pt x="4329" y="6973"/>
                  </a:lnTo>
                  <a:lnTo>
                    <a:pt x="4368" y="6772"/>
                  </a:lnTo>
                  <a:lnTo>
                    <a:pt x="4377" y="6562"/>
                  </a:lnTo>
                  <a:lnTo>
                    <a:pt x="4387" y="6102"/>
                  </a:lnTo>
                  <a:lnTo>
                    <a:pt x="4387" y="5565"/>
                  </a:lnTo>
                  <a:lnTo>
                    <a:pt x="4387" y="4952"/>
                  </a:lnTo>
                  <a:lnTo>
                    <a:pt x="4397" y="4292"/>
                  </a:lnTo>
                  <a:lnTo>
                    <a:pt x="4435" y="3564"/>
                  </a:lnTo>
                  <a:lnTo>
                    <a:pt x="4454" y="3190"/>
                  </a:lnTo>
                  <a:lnTo>
                    <a:pt x="4483" y="2807"/>
                  </a:lnTo>
                  <a:lnTo>
                    <a:pt x="4521" y="2424"/>
                  </a:lnTo>
                  <a:lnTo>
                    <a:pt x="4569" y="2022"/>
                  </a:lnTo>
                  <a:lnTo>
                    <a:pt x="4617" y="1629"/>
                  </a:lnTo>
                  <a:lnTo>
                    <a:pt x="4684" y="1227"/>
                  </a:lnTo>
                  <a:lnTo>
                    <a:pt x="4693" y="1131"/>
                  </a:lnTo>
                  <a:lnTo>
                    <a:pt x="4703" y="1045"/>
                  </a:lnTo>
                  <a:lnTo>
                    <a:pt x="4693" y="958"/>
                  </a:lnTo>
                  <a:lnTo>
                    <a:pt x="4684" y="872"/>
                  </a:lnTo>
                  <a:lnTo>
                    <a:pt x="4674" y="796"/>
                  </a:lnTo>
                  <a:lnTo>
                    <a:pt x="4646" y="719"/>
                  </a:lnTo>
                  <a:lnTo>
                    <a:pt x="4617" y="642"/>
                  </a:lnTo>
                  <a:lnTo>
                    <a:pt x="4588" y="575"/>
                  </a:lnTo>
                  <a:lnTo>
                    <a:pt x="4550" y="499"/>
                  </a:lnTo>
                  <a:lnTo>
                    <a:pt x="4502" y="441"/>
                  </a:lnTo>
                  <a:lnTo>
                    <a:pt x="4454" y="374"/>
                  </a:lnTo>
                  <a:lnTo>
                    <a:pt x="4406" y="317"/>
                  </a:lnTo>
                  <a:lnTo>
                    <a:pt x="4291" y="221"/>
                  </a:lnTo>
                  <a:lnTo>
                    <a:pt x="4157" y="135"/>
                  </a:lnTo>
                  <a:lnTo>
                    <a:pt x="4023" y="68"/>
                  </a:lnTo>
                  <a:lnTo>
                    <a:pt x="3870" y="29"/>
                  </a:lnTo>
                  <a:lnTo>
                    <a:pt x="3803" y="10"/>
                  </a:lnTo>
                  <a:lnTo>
                    <a:pt x="3716" y="1"/>
                  </a:lnTo>
                  <a:close/>
                </a:path>
              </a:pathLst>
            </a:custGeom>
            <a:solidFill>
              <a:srgbClr val="FF966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" name="Google Shape;1408;p31">
              <a:extLst>
                <a:ext uri="{FF2B5EF4-FFF2-40B4-BE49-F238E27FC236}">
                  <a16:creationId xmlns:a16="http://schemas.microsoft.com/office/drawing/2014/main" id="{C527A679-2289-8320-5290-C5A57336686D}"/>
                </a:ext>
              </a:extLst>
            </p:cNvPr>
            <p:cNvSpPr/>
            <p:nvPr/>
          </p:nvSpPr>
          <p:spPr>
            <a:xfrm>
              <a:off x="2978500" y="1785754"/>
              <a:ext cx="221614" cy="325588"/>
            </a:xfrm>
            <a:custGeom>
              <a:avLst/>
              <a:gdLst/>
              <a:ahLst/>
              <a:cxnLst/>
              <a:rect l="l" t="t" r="r" b="b"/>
              <a:pathLst>
                <a:path w="6859" h="10077" extrusionOk="0">
                  <a:moveTo>
                    <a:pt x="2817" y="0"/>
                  </a:moveTo>
                  <a:lnTo>
                    <a:pt x="2596" y="10"/>
                  </a:lnTo>
                  <a:lnTo>
                    <a:pt x="2376" y="20"/>
                  </a:lnTo>
                  <a:lnTo>
                    <a:pt x="2156" y="48"/>
                  </a:lnTo>
                  <a:lnTo>
                    <a:pt x="1935" y="77"/>
                  </a:lnTo>
                  <a:lnTo>
                    <a:pt x="1725" y="125"/>
                  </a:lnTo>
                  <a:lnTo>
                    <a:pt x="1523" y="182"/>
                  </a:lnTo>
                  <a:lnTo>
                    <a:pt x="1322" y="259"/>
                  </a:lnTo>
                  <a:lnTo>
                    <a:pt x="1131" y="345"/>
                  </a:lnTo>
                  <a:lnTo>
                    <a:pt x="958" y="451"/>
                  </a:lnTo>
                  <a:lnTo>
                    <a:pt x="786" y="575"/>
                  </a:lnTo>
                  <a:lnTo>
                    <a:pt x="709" y="642"/>
                  </a:lnTo>
                  <a:lnTo>
                    <a:pt x="633" y="719"/>
                  </a:lnTo>
                  <a:lnTo>
                    <a:pt x="556" y="795"/>
                  </a:lnTo>
                  <a:lnTo>
                    <a:pt x="489" y="882"/>
                  </a:lnTo>
                  <a:lnTo>
                    <a:pt x="422" y="968"/>
                  </a:lnTo>
                  <a:lnTo>
                    <a:pt x="365" y="1064"/>
                  </a:lnTo>
                  <a:lnTo>
                    <a:pt x="307" y="1159"/>
                  </a:lnTo>
                  <a:lnTo>
                    <a:pt x="250" y="1265"/>
                  </a:lnTo>
                  <a:lnTo>
                    <a:pt x="202" y="1380"/>
                  </a:lnTo>
                  <a:lnTo>
                    <a:pt x="154" y="1495"/>
                  </a:lnTo>
                  <a:lnTo>
                    <a:pt x="115" y="1619"/>
                  </a:lnTo>
                  <a:lnTo>
                    <a:pt x="87" y="1744"/>
                  </a:lnTo>
                  <a:lnTo>
                    <a:pt x="58" y="1878"/>
                  </a:lnTo>
                  <a:lnTo>
                    <a:pt x="29" y="2021"/>
                  </a:lnTo>
                  <a:lnTo>
                    <a:pt x="10" y="2165"/>
                  </a:lnTo>
                  <a:lnTo>
                    <a:pt x="1" y="2328"/>
                  </a:lnTo>
                  <a:lnTo>
                    <a:pt x="1" y="2634"/>
                  </a:lnTo>
                  <a:lnTo>
                    <a:pt x="10" y="2998"/>
                  </a:lnTo>
                  <a:lnTo>
                    <a:pt x="39" y="3468"/>
                  </a:lnTo>
                  <a:lnTo>
                    <a:pt x="68" y="4033"/>
                  </a:lnTo>
                  <a:lnTo>
                    <a:pt x="125" y="4655"/>
                  </a:lnTo>
                  <a:lnTo>
                    <a:pt x="192" y="5326"/>
                  </a:lnTo>
                  <a:lnTo>
                    <a:pt x="288" y="6025"/>
                  </a:lnTo>
                  <a:lnTo>
                    <a:pt x="336" y="6379"/>
                  </a:lnTo>
                  <a:lnTo>
                    <a:pt x="403" y="6734"/>
                  </a:lnTo>
                  <a:lnTo>
                    <a:pt x="470" y="7079"/>
                  </a:lnTo>
                  <a:lnTo>
                    <a:pt x="547" y="7414"/>
                  </a:lnTo>
                  <a:lnTo>
                    <a:pt x="633" y="7749"/>
                  </a:lnTo>
                  <a:lnTo>
                    <a:pt x="728" y="8065"/>
                  </a:lnTo>
                  <a:lnTo>
                    <a:pt x="824" y="8372"/>
                  </a:lnTo>
                  <a:lnTo>
                    <a:pt x="939" y="8659"/>
                  </a:lnTo>
                  <a:lnTo>
                    <a:pt x="1054" y="8927"/>
                  </a:lnTo>
                  <a:lnTo>
                    <a:pt x="1188" y="9176"/>
                  </a:lnTo>
                  <a:lnTo>
                    <a:pt x="1322" y="9396"/>
                  </a:lnTo>
                  <a:lnTo>
                    <a:pt x="1399" y="9492"/>
                  </a:lnTo>
                  <a:lnTo>
                    <a:pt x="1476" y="9588"/>
                  </a:lnTo>
                  <a:lnTo>
                    <a:pt x="1552" y="9674"/>
                  </a:lnTo>
                  <a:lnTo>
                    <a:pt x="1638" y="9751"/>
                  </a:lnTo>
                  <a:lnTo>
                    <a:pt x="1725" y="9827"/>
                  </a:lnTo>
                  <a:lnTo>
                    <a:pt x="1811" y="9885"/>
                  </a:lnTo>
                  <a:lnTo>
                    <a:pt x="1907" y="9933"/>
                  </a:lnTo>
                  <a:lnTo>
                    <a:pt x="1993" y="9981"/>
                  </a:lnTo>
                  <a:lnTo>
                    <a:pt x="2089" y="10019"/>
                  </a:lnTo>
                  <a:lnTo>
                    <a:pt x="2194" y="10038"/>
                  </a:lnTo>
                  <a:lnTo>
                    <a:pt x="2309" y="10057"/>
                  </a:lnTo>
                  <a:lnTo>
                    <a:pt x="2433" y="10067"/>
                  </a:lnTo>
                  <a:lnTo>
                    <a:pt x="2567" y="10077"/>
                  </a:lnTo>
                  <a:lnTo>
                    <a:pt x="2702" y="10077"/>
                  </a:lnTo>
                  <a:lnTo>
                    <a:pt x="2855" y="10067"/>
                  </a:lnTo>
                  <a:lnTo>
                    <a:pt x="2998" y="10048"/>
                  </a:lnTo>
                  <a:lnTo>
                    <a:pt x="3152" y="10019"/>
                  </a:lnTo>
                  <a:lnTo>
                    <a:pt x="3315" y="9990"/>
                  </a:lnTo>
                  <a:lnTo>
                    <a:pt x="3477" y="9942"/>
                  </a:lnTo>
                  <a:lnTo>
                    <a:pt x="3640" y="9885"/>
                  </a:lnTo>
                  <a:lnTo>
                    <a:pt x="3803" y="9827"/>
                  </a:lnTo>
                  <a:lnTo>
                    <a:pt x="3975" y="9751"/>
                  </a:lnTo>
                  <a:lnTo>
                    <a:pt x="4148" y="9665"/>
                  </a:lnTo>
                  <a:lnTo>
                    <a:pt x="4311" y="9559"/>
                  </a:lnTo>
                  <a:lnTo>
                    <a:pt x="4483" y="9454"/>
                  </a:lnTo>
                  <a:lnTo>
                    <a:pt x="4646" y="9329"/>
                  </a:lnTo>
                  <a:lnTo>
                    <a:pt x="4809" y="9186"/>
                  </a:lnTo>
                  <a:lnTo>
                    <a:pt x="4972" y="9033"/>
                  </a:lnTo>
                  <a:lnTo>
                    <a:pt x="5134" y="8870"/>
                  </a:lnTo>
                  <a:lnTo>
                    <a:pt x="5288" y="8688"/>
                  </a:lnTo>
                  <a:lnTo>
                    <a:pt x="5441" y="8496"/>
                  </a:lnTo>
                  <a:lnTo>
                    <a:pt x="5585" y="8285"/>
                  </a:lnTo>
                  <a:lnTo>
                    <a:pt x="5719" y="8056"/>
                  </a:lnTo>
                  <a:lnTo>
                    <a:pt x="5853" y="7816"/>
                  </a:lnTo>
                  <a:lnTo>
                    <a:pt x="5977" y="7548"/>
                  </a:lnTo>
                  <a:lnTo>
                    <a:pt x="6102" y="7270"/>
                  </a:lnTo>
                  <a:lnTo>
                    <a:pt x="6207" y="6973"/>
                  </a:lnTo>
                  <a:lnTo>
                    <a:pt x="6313" y="6667"/>
                  </a:lnTo>
                  <a:lnTo>
                    <a:pt x="6399" y="6331"/>
                  </a:lnTo>
                  <a:lnTo>
                    <a:pt x="6485" y="5977"/>
                  </a:lnTo>
                  <a:lnTo>
                    <a:pt x="6552" y="5604"/>
                  </a:lnTo>
                  <a:lnTo>
                    <a:pt x="6609" y="5211"/>
                  </a:lnTo>
                  <a:lnTo>
                    <a:pt x="6676" y="4904"/>
                  </a:lnTo>
                  <a:lnTo>
                    <a:pt x="6724" y="4607"/>
                  </a:lnTo>
                  <a:lnTo>
                    <a:pt x="6772" y="4320"/>
                  </a:lnTo>
                  <a:lnTo>
                    <a:pt x="6811" y="4042"/>
                  </a:lnTo>
                  <a:lnTo>
                    <a:pt x="6830" y="3774"/>
                  </a:lnTo>
                  <a:lnTo>
                    <a:pt x="6849" y="3516"/>
                  </a:lnTo>
                  <a:lnTo>
                    <a:pt x="6858" y="3266"/>
                  </a:lnTo>
                  <a:lnTo>
                    <a:pt x="6858" y="3027"/>
                  </a:lnTo>
                  <a:lnTo>
                    <a:pt x="6849" y="2807"/>
                  </a:lnTo>
                  <a:lnTo>
                    <a:pt x="6839" y="2586"/>
                  </a:lnTo>
                  <a:lnTo>
                    <a:pt x="6811" y="2376"/>
                  </a:lnTo>
                  <a:lnTo>
                    <a:pt x="6782" y="2175"/>
                  </a:lnTo>
                  <a:lnTo>
                    <a:pt x="6744" y="1993"/>
                  </a:lnTo>
                  <a:lnTo>
                    <a:pt x="6705" y="1811"/>
                  </a:lnTo>
                  <a:lnTo>
                    <a:pt x="6657" y="1638"/>
                  </a:lnTo>
                  <a:lnTo>
                    <a:pt x="6600" y="1485"/>
                  </a:lnTo>
                  <a:lnTo>
                    <a:pt x="6542" y="1332"/>
                  </a:lnTo>
                  <a:lnTo>
                    <a:pt x="6485" y="1188"/>
                  </a:lnTo>
                  <a:lnTo>
                    <a:pt x="6418" y="1064"/>
                  </a:lnTo>
                  <a:lnTo>
                    <a:pt x="6341" y="939"/>
                  </a:lnTo>
                  <a:lnTo>
                    <a:pt x="6265" y="834"/>
                  </a:lnTo>
                  <a:lnTo>
                    <a:pt x="6188" y="728"/>
                  </a:lnTo>
                  <a:lnTo>
                    <a:pt x="6111" y="633"/>
                  </a:lnTo>
                  <a:lnTo>
                    <a:pt x="6025" y="556"/>
                  </a:lnTo>
                  <a:lnTo>
                    <a:pt x="5939" y="479"/>
                  </a:lnTo>
                  <a:lnTo>
                    <a:pt x="5853" y="422"/>
                  </a:lnTo>
                  <a:lnTo>
                    <a:pt x="5757" y="364"/>
                  </a:lnTo>
                  <a:lnTo>
                    <a:pt x="5671" y="326"/>
                  </a:lnTo>
                  <a:lnTo>
                    <a:pt x="5575" y="288"/>
                  </a:lnTo>
                  <a:lnTo>
                    <a:pt x="5489" y="269"/>
                  </a:lnTo>
                  <a:lnTo>
                    <a:pt x="5393" y="249"/>
                  </a:lnTo>
                  <a:lnTo>
                    <a:pt x="5307" y="249"/>
                  </a:lnTo>
                  <a:lnTo>
                    <a:pt x="5087" y="230"/>
                  </a:lnTo>
                  <a:lnTo>
                    <a:pt x="4809" y="201"/>
                  </a:lnTo>
                  <a:lnTo>
                    <a:pt x="4100" y="96"/>
                  </a:lnTo>
                  <a:lnTo>
                    <a:pt x="3688" y="48"/>
                  </a:lnTo>
                  <a:lnTo>
                    <a:pt x="3257" y="20"/>
                  </a:lnTo>
                  <a:lnTo>
                    <a:pt x="3037" y="10"/>
                  </a:lnTo>
                  <a:lnTo>
                    <a:pt x="2817" y="0"/>
                  </a:lnTo>
                  <a:close/>
                </a:path>
              </a:pathLst>
            </a:custGeom>
            <a:solidFill>
              <a:srgbClr val="FFAF8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" name="Google Shape;1409;p31">
              <a:extLst>
                <a:ext uri="{FF2B5EF4-FFF2-40B4-BE49-F238E27FC236}">
                  <a16:creationId xmlns:a16="http://schemas.microsoft.com/office/drawing/2014/main" id="{FBB9A376-5E60-2C85-0035-BA8BD101C709}"/>
                </a:ext>
              </a:extLst>
            </p:cNvPr>
            <p:cNvSpPr/>
            <p:nvPr/>
          </p:nvSpPr>
          <p:spPr>
            <a:xfrm>
              <a:off x="2988420" y="1885723"/>
              <a:ext cx="44265" cy="22294"/>
            </a:xfrm>
            <a:custGeom>
              <a:avLst/>
              <a:gdLst/>
              <a:ahLst/>
              <a:cxnLst/>
              <a:rect l="l" t="t" r="r" b="b"/>
              <a:pathLst>
                <a:path w="1370" h="690" extrusionOk="0">
                  <a:moveTo>
                    <a:pt x="747" y="0"/>
                  </a:moveTo>
                  <a:lnTo>
                    <a:pt x="651" y="19"/>
                  </a:lnTo>
                  <a:lnTo>
                    <a:pt x="546" y="58"/>
                  </a:lnTo>
                  <a:lnTo>
                    <a:pt x="460" y="96"/>
                  </a:lnTo>
                  <a:lnTo>
                    <a:pt x="364" y="144"/>
                  </a:lnTo>
                  <a:lnTo>
                    <a:pt x="278" y="201"/>
                  </a:lnTo>
                  <a:lnTo>
                    <a:pt x="201" y="278"/>
                  </a:lnTo>
                  <a:lnTo>
                    <a:pt x="134" y="354"/>
                  </a:lnTo>
                  <a:lnTo>
                    <a:pt x="77" y="450"/>
                  </a:lnTo>
                  <a:lnTo>
                    <a:pt x="29" y="556"/>
                  </a:lnTo>
                  <a:lnTo>
                    <a:pt x="0" y="671"/>
                  </a:lnTo>
                  <a:lnTo>
                    <a:pt x="125" y="690"/>
                  </a:lnTo>
                  <a:lnTo>
                    <a:pt x="326" y="690"/>
                  </a:lnTo>
                  <a:lnTo>
                    <a:pt x="421" y="680"/>
                  </a:lnTo>
                  <a:lnTo>
                    <a:pt x="594" y="651"/>
                  </a:lnTo>
                  <a:lnTo>
                    <a:pt x="747" y="604"/>
                  </a:lnTo>
                  <a:lnTo>
                    <a:pt x="900" y="536"/>
                  </a:lnTo>
                  <a:lnTo>
                    <a:pt x="1054" y="450"/>
                  </a:lnTo>
                  <a:lnTo>
                    <a:pt x="1207" y="335"/>
                  </a:lnTo>
                  <a:lnTo>
                    <a:pt x="1284" y="268"/>
                  </a:lnTo>
                  <a:lnTo>
                    <a:pt x="1370" y="172"/>
                  </a:lnTo>
                  <a:lnTo>
                    <a:pt x="1322" y="134"/>
                  </a:lnTo>
                  <a:lnTo>
                    <a:pt x="1264" y="105"/>
                  </a:lnTo>
                  <a:lnTo>
                    <a:pt x="1169" y="48"/>
                  </a:lnTo>
                  <a:lnTo>
                    <a:pt x="1063" y="19"/>
                  </a:lnTo>
                  <a:lnTo>
                    <a:pt x="958" y="0"/>
                  </a:lnTo>
                  <a:close/>
                </a:path>
              </a:pathLst>
            </a:custGeom>
            <a:solidFill>
              <a:srgbClr val="5A2D1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" name="Google Shape;1410;p31">
              <a:extLst>
                <a:ext uri="{FF2B5EF4-FFF2-40B4-BE49-F238E27FC236}">
                  <a16:creationId xmlns:a16="http://schemas.microsoft.com/office/drawing/2014/main" id="{5E0BDC0E-E1C1-751A-CE91-5A74AF2255F1}"/>
                </a:ext>
              </a:extLst>
            </p:cNvPr>
            <p:cNvSpPr/>
            <p:nvPr/>
          </p:nvSpPr>
          <p:spPr>
            <a:xfrm>
              <a:off x="3037306" y="1919455"/>
              <a:ext cx="31599" cy="81712"/>
            </a:xfrm>
            <a:custGeom>
              <a:avLst/>
              <a:gdLst/>
              <a:ahLst/>
              <a:cxnLst/>
              <a:rect l="l" t="t" r="r" b="b"/>
              <a:pathLst>
                <a:path w="978" h="2529" extrusionOk="0">
                  <a:moveTo>
                    <a:pt x="680" y="0"/>
                  </a:moveTo>
                  <a:lnTo>
                    <a:pt x="10" y="2031"/>
                  </a:lnTo>
                  <a:lnTo>
                    <a:pt x="0" y="2107"/>
                  </a:lnTo>
                  <a:lnTo>
                    <a:pt x="10" y="2174"/>
                  </a:lnTo>
                  <a:lnTo>
                    <a:pt x="29" y="2232"/>
                  </a:lnTo>
                  <a:lnTo>
                    <a:pt x="58" y="2289"/>
                  </a:lnTo>
                  <a:lnTo>
                    <a:pt x="87" y="2337"/>
                  </a:lnTo>
                  <a:lnTo>
                    <a:pt x="134" y="2375"/>
                  </a:lnTo>
                  <a:lnTo>
                    <a:pt x="173" y="2404"/>
                  </a:lnTo>
                  <a:lnTo>
                    <a:pt x="230" y="2433"/>
                  </a:lnTo>
                  <a:lnTo>
                    <a:pt x="336" y="2481"/>
                  </a:lnTo>
                  <a:lnTo>
                    <a:pt x="451" y="2510"/>
                  </a:lnTo>
                  <a:lnTo>
                    <a:pt x="556" y="2519"/>
                  </a:lnTo>
                  <a:lnTo>
                    <a:pt x="642" y="2529"/>
                  </a:lnTo>
                  <a:lnTo>
                    <a:pt x="719" y="2519"/>
                  </a:lnTo>
                  <a:lnTo>
                    <a:pt x="786" y="2490"/>
                  </a:lnTo>
                  <a:lnTo>
                    <a:pt x="843" y="2462"/>
                  </a:lnTo>
                  <a:lnTo>
                    <a:pt x="891" y="2414"/>
                  </a:lnTo>
                  <a:lnTo>
                    <a:pt x="929" y="2356"/>
                  </a:lnTo>
                  <a:lnTo>
                    <a:pt x="958" y="2289"/>
                  </a:lnTo>
                  <a:lnTo>
                    <a:pt x="977" y="2222"/>
                  </a:lnTo>
                  <a:lnTo>
                    <a:pt x="977" y="2146"/>
                  </a:lnTo>
                  <a:lnTo>
                    <a:pt x="680" y="0"/>
                  </a:lnTo>
                  <a:close/>
                </a:path>
              </a:pathLst>
            </a:custGeom>
            <a:solidFill>
              <a:srgbClr val="FF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" name="Google Shape;1411;p31">
              <a:extLst>
                <a:ext uri="{FF2B5EF4-FFF2-40B4-BE49-F238E27FC236}">
                  <a16:creationId xmlns:a16="http://schemas.microsoft.com/office/drawing/2014/main" id="{7F14AD76-B160-DD77-7F05-485D1B871BE9}"/>
                </a:ext>
              </a:extLst>
            </p:cNvPr>
            <p:cNvSpPr/>
            <p:nvPr/>
          </p:nvSpPr>
          <p:spPr>
            <a:xfrm>
              <a:off x="3095174" y="1885723"/>
              <a:ext cx="46753" cy="22294"/>
            </a:xfrm>
            <a:custGeom>
              <a:avLst/>
              <a:gdLst/>
              <a:ahLst/>
              <a:cxnLst/>
              <a:rect l="l" t="t" r="r" b="b"/>
              <a:pathLst>
                <a:path w="1447" h="690" extrusionOk="0">
                  <a:moveTo>
                    <a:pt x="432" y="0"/>
                  </a:moveTo>
                  <a:lnTo>
                    <a:pt x="326" y="19"/>
                  </a:lnTo>
                  <a:lnTo>
                    <a:pt x="221" y="58"/>
                  </a:lnTo>
                  <a:lnTo>
                    <a:pt x="106" y="105"/>
                  </a:lnTo>
                  <a:lnTo>
                    <a:pt x="58" y="134"/>
                  </a:lnTo>
                  <a:lnTo>
                    <a:pt x="0" y="172"/>
                  </a:lnTo>
                  <a:lnTo>
                    <a:pt x="87" y="268"/>
                  </a:lnTo>
                  <a:lnTo>
                    <a:pt x="173" y="345"/>
                  </a:lnTo>
                  <a:lnTo>
                    <a:pt x="259" y="402"/>
                  </a:lnTo>
                  <a:lnTo>
                    <a:pt x="345" y="460"/>
                  </a:lnTo>
                  <a:lnTo>
                    <a:pt x="432" y="508"/>
                  </a:lnTo>
                  <a:lnTo>
                    <a:pt x="508" y="546"/>
                  </a:lnTo>
                  <a:lnTo>
                    <a:pt x="681" y="604"/>
                  </a:lnTo>
                  <a:lnTo>
                    <a:pt x="843" y="651"/>
                  </a:lnTo>
                  <a:lnTo>
                    <a:pt x="1025" y="671"/>
                  </a:lnTo>
                  <a:lnTo>
                    <a:pt x="1112" y="680"/>
                  </a:lnTo>
                  <a:lnTo>
                    <a:pt x="1217" y="680"/>
                  </a:lnTo>
                  <a:lnTo>
                    <a:pt x="1265" y="690"/>
                  </a:lnTo>
                  <a:lnTo>
                    <a:pt x="1294" y="680"/>
                  </a:lnTo>
                  <a:lnTo>
                    <a:pt x="1322" y="690"/>
                  </a:lnTo>
                  <a:lnTo>
                    <a:pt x="1447" y="680"/>
                  </a:lnTo>
                  <a:lnTo>
                    <a:pt x="1437" y="623"/>
                  </a:lnTo>
                  <a:lnTo>
                    <a:pt x="1418" y="556"/>
                  </a:lnTo>
                  <a:lnTo>
                    <a:pt x="1399" y="498"/>
                  </a:lnTo>
                  <a:lnTo>
                    <a:pt x="1370" y="441"/>
                  </a:lnTo>
                  <a:lnTo>
                    <a:pt x="1341" y="393"/>
                  </a:lnTo>
                  <a:lnTo>
                    <a:pt x="1303" y="345"/>
                  </a:lnTo>
                  <a:lnTo>
                    <a:pt x="1226" y="259"/>
                  </a:lnTo>
                  <a:lnTo>
                    <a:pt x="1140" y="192"/>
                  </a:lnTo>
                  <a:lnTo>
                    <a:pt x="1054" y="125"/>
                  </a:lnTo>
                  <a:lnTo>
                    <a:pt x="949" y="77"/>
                  </a:lnTo>
                  <a:lnTo>
                    <a:pt x="853" y="48"/>
                  </a:lnTo>
                  <a:lnTo>
                    <a:pt x="748" y="19"/>
                  </a:lnTo>
                  <a:lnTo>
                    <a:pt x="642" y="0"/>
                  </a:lnTo>
                  <a:close/>
                </a:path>
              </a:pathLst>
            </a:custGeom>
            <a:solidFill>
              <a:srgbClr val="5A2D1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" name="Google Shape;1412;p31">
              <a:extLst>
                <a:ext uri="{FF2B5EF4-FFF2-40B4-BE49-F238E27FC236}">
                  <a16:creationId xmlns:a16="http://schemas.microsoft.com/office/drawing/2014/main" id="{D206F9C1-D7AC-C824-BCF1-16FE625A9ACE}"/>
                </a:ext>
              </a:extLst>
            </p:cNvPr>
            <p:cNvSpPr/>
            <p:nvPr/>
          </p:nvSpPr>
          <p:spPr>
            <a:xfrm>
              <a:off x="3015011" y="1923462"/>
              <a:ext cx="14895" cy="30662"/>
            </a:xfrm>
            <a:custGeom>
              <a:avLst/>
              <a:gdLst/>
              <a:ahLst/>
              <a:cxnLst/>
              <a:rect l="l" t="t" r="r" b="b"/>
              <a:pathLst>
                <a:path w="461" h="949" extrusionOk="0">
                  <a:moveTo>
                    <a:pt x="231" y="1"/>
                  </a:moveTo>
                  <a:lnTo>
                    <a:pt x="192" y="10"/>
                  </a:lnTo>
                  <a:lnTo>
                    <a:pt x="144" y="39"/>
                  </a:lnTo>
                  <a:lnTo>
                    <a:pt x="106" y="77"/>
                  </a:lnTo>
                  <a:lnTo>
                    <a:pt x="68" y="135"/>
                  </a:lnTo>
                  <a:lnTo>
                    <a:pt x="39" y="211"/>
                  </a:lnTo>
                  <a:lnTo>
                    <a:pt x="20" y="288"/>
                  </a:lnTo>
                  <a:lnTo>
                    <a:pt x="10" y="374"/>
                  </a:lnTo>
                  <a:lnTo>
                    <a:pt x="1" y="470"/>
                  </a:lnTo>
                  <a:lnTo>
                    <a:pt x="10" y="566"/>
                  </a:lnTo>
                  <a:lnTo>
                    <a:pt x="20" y="662"/>
                  </a:lnTo>
                  <a:lnTo>
                    <a:pt x="39" y="738"/>
                  </a:lnTo>
                  <a:lnTo>
                    <a:pt x="68" y="805"/>
                  </a:lnTo>
                  <a:lnTo>
                    <a:pt x="106" y="863"/>
                  </a:lnTo>
                  <a:lnTo>
                    <a:pt x="144" y="911"/>
                  </a:lnTo>
                  <a:lnTo>
                    <a:pt x="192" y="939"/>
                  </a:lnTo>
                  <a:lnTo>
                    <a:pt x="231" y="949"/>
                  </a:lnTo>
                  <a:lnTo>
                    <a:pt x="279" y="939"/>
                  </a:lnTo>
                  <a:lnTo>
                    <a:pt x="326" y="911"/>
                  </a:lnTo>
                  <a:lnTo>
                    <a:pt x="365" y="863"/>
                  </a:lnTo>
                  <a:lnTo>
                    <a:pt x="393" y="805"/>
                  </a:lnTo>
                  <a:lnTo>
                    <a:pt x="422" y="738"/>
                  </a:lnTo>
                  <a:lnTo>
                    <a:pt x="451" y="662"/>
                  </a:lnTo>
                  <a:lnTo>
                    <a:pt x="461" y="566"/>
                  </a:lnTo>
                  <a:lnTo>
                    <a:pt x="461" y="470"/>
                  </a:lnTo>
                  <a:lnTo>
                    <a:pt x="461" y="374"/>
                  </a:lnTo>
                  <a:lnTo>
                    <a:pt x="451" y="288"/>
                  </a:lnTo>
                  <a:lnTo>
                    <a:pt x="422" y="211"/>
                  </a:lnTo>
                  <a:lnTo>
                    <a:pt x="393" y="135"/>
                  </a:lnTo>
                  <a:lnTo>
                    <a:pt x="365" y="77"/>
                  </a:lnTo>
                  <a:lnTo>
                    <a:pt x="326" y="39"/>
                  </a:lnTo>
                  <a:lnTo>
                    <a:pt x="279" y="10"/>
                  </a:lnTo>
                  <a:lnTo>
                    <a:pt x="231" y="1"/>
                  </a:lnTo>
                  <a:close/>
                </a:path>
              </a:pathLst>
            </a:custGeom>
            <a:solidFill>
              <a:srgbClr val="5A2D1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" name="Google Shape;1413;p31">
              <a:extLst>
                <a:ext uri="{FF2B5EF4-FFF2-40B4-BE49-F238E27FC236}">
                  <a16:creationId xmlns:a16="http://schemas.microsoft.com/office/drawing/2014/main" id="{C9C4FA4D-43FF-BEAB-6363-FF50985B77BA}"/>
                </a:ext>
              </a:extLst>
            </p:cNvPr>
            <p:cNvSpPr/>
            <p:nvPr/>
          </p:nvSpPr>
          <p:spPr>
            <a:xfrm>
              <a:off x="3094237" y="1923462"/>
              <a:ext cx="14895" cy="30662"/>
            </a:xfrm>
            <a:custGeom>
              <a:avLst/>
              <a:gdLst/>
              <a:ahLst/>
              <a:cxnLst/>
              <a:rect l="l" t="t" r="r" b="b"/>
              <a:pathLst>
                <a:path w="461" h="949" extrusionOk="0">
                  <a:moveTo>
                    <a:pt x="231" y="1"/>
                  </a:moveTo>
                  <a:lnTo>
                    <a:pt x="183" y="10"/>
                  </a:lnTo>
                  <a:lnTo>
                    <a:pt x="135" y="39"/>
                  </a:lnTo>
                  <a:lnTo>
                    <a:pt x="97" y="77"/>
                  </a:lnTo>
                  <a:lnTo>
                    <a:pt x="68" y="135"/>
                  </a:lnTo>
                  <a:lnTo>
                    <a:pt x="39" y="211"/>
                  </a:lnTo>
                  <a:lnTo>
                    <a:pt x="20" y="288"/>
                  </a:lnTo>
                  <a:lnTo>
                    <a:pt x="1" y="374"/>
                  </a:lnTo>
                  <a:lnTo>
                    <a:pt x="1" y="470"/>
                  </a:lnTo>
                  <a:lnTo>
                    <a:pt x="1" y="566"/>
                  </a:lnTo>
                  <a:lnTo>
                    <a:pt x="20" y="662"/>
                  </a:lnTo>
                  <a:lnTo>
                    <a:pt x="39" y="738"/>
                  </a:lnTo>
                  <a:lnTo>
                    <a:pt x="68" y="805"/>
                  </a:lnTo>
                  <a:lnTo>
                    <a:pt x="97" y="863"/>
                  </a:lnTo>
                  <a:lnTo>
                    <a:pt x="135" y="911"/>
                  </a:lnTo>
                  <a:lnTo>
                    <a:pt x="183" y="939"/>
                  </a:lnTo>
                  <a:lnTo>
                    <a:pt x="231" y="949"/>
                  </a:lnTo>
                  <a:lnTo>
                    <a:pt x="279" y="939"/>
                  </a:lnTo>
                  <a:lnTo>
                    <a:pt x="317" y="911"/>
                  </a:lnTo>
                  <a:lnTo>
                    <a:pt x="355" y="863"/>
                  </a:lnTo>
                  <a:lnTo>
                    <a:pt x="393" y="805"/>
                  </a:lnTo>
                  <a:lnTo>
                    <a:pt x="422" y="738"/>
                  </a:lnTo>
                  <a:lnTo>
                    <a:pt x="441" y="662"/>
                  </a:lnTo>
                  <a:lnTo>
                    <a:pt x="451" y="566"/>
                  </a:lnTo>
                  <a:lnTo>
                    <a:pt x="461" y="470"/>
                  </a:lnTo>
                  <a:lnTo>
                    <a:pt x="451" y="374"/>
                  </a:lnTo>
                  <a:lnTo>
                    <a:pt x="441" y="288"/>
                  </a:lnTo>
                  <a:lnTo>
                    <a:pt x="422" y="211"/>
                  </a:lnTo>
                  <a:lnTo>
                    <a:pt x="393" y="135"/>
                  </a:lnTo>
                  <a:lnTo>
                    <a:pt x="355" y="77"/>
                  </a:lnTo>
                  <a:lnTo>
                    <a:pt x="317" y="39"/>
                  </a:lnTo>
                  <a:lnTo>
                    <a:pt x="279" y="10"/>
                  </a:lnTo>
                  <a:lnTo>
                    <a:pt x="231" y="1"/>
                  </a:lnTo>
                  <a:close/>
                </a:path>
              </a:pathLst>
            </a:custGeom>
            <a:solidFill>
              <a:srgbClr val="5A2D1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" name="Google Shape;1414;p31">
              <a:extLst>
                <a:ext uri="{FF2B5EF4-FFF2-40B4-BE49-F238E27FC236}">
                  <a16:creationId xmlns:a16="http://schemas.microsoft.com/office/drawing/2014/main" id="{C3FF768B-2E09-765C-5C87-178254920729}"/>
                </a:ext>
              </a:extLst>
            </p:cNvPr>
            <p:cNvSpPr/>
            <p:nvPr/>
          </p:nvSpPr>
          <p:spPr>
            <a:xfrm>
              <a:off x="3029874" y="2017841"/>
              <a:ext cx="65331" cy="32536"/>
            </a:xfrm>
            <a:custGeom>
              <a:avLst/>
              <a:gdLst/>
              <a:ahLst/>
              <a:cxnLst/>
              <a:rect l="l" t="t" r="r" b="b"/>
              <a:pathLst>
                <a:path w="2022" h="1007" extrusionOk="0">
                  <a:moveTo>
                    <a:pt x="1" y="1"/>
                  </a:moveTo>
                  <a:lnTo>
                    <a:pt x="10" y="97"/>
                  </a:lnTo>
                  <a:lnTo>
                    <a:pt x="29" y="202"/>
                  </a:lnTo>
                  <a:lnTo>
                    <a:pt x="48" y="298"/>
                  </a:lnTo>
                  <a:lnTo>
                    <a:pt x="87" y="394"/>
                  </a:lnTo>
                  <a:lnTo>
                    <a:pt x="125" y="480"/>
                  </a:lnTo>
                  <a:lnTo>
                    <a:pt x="173" y="566"/>
                  </a:lnTo>
                  <a:lnTo>
                    <a:pt x="240" y="643"/>
                  </a:lnTo>
                  <a:lnTo>
                    <a:pt x="297" y="710"/>
                  </a:lnTo>
                  <a:lnTo>
                    <a:pt x="374" y="777"/>
                  </a:lnTo>
                  <a:lnTo>
                    <a:pt x="451" y="834"/>
                  </a:lnTo>
                  <a:lnTo>
                    <a:pt x="537" y="882"/>
                  </a:lnTo>
                  <a:lnTo>
                    <a:pt x="623" y="930"/>
                  </a:lnTo>
                  <a:lnTo>
                    <a:pt x="719" y="959"/>
                  </a:lnTo>
                  <a:lnTo>
                    <a:pt x="815" y="987"/>
                  </a:lnTo>
                  <a:lnTo>
                    <a:pt x="910" y="1007"/>
                  </a:lnTo>
                  <a:lnTo>
                    <a:pt x="1121" y="1007"/>
                  </a:lnTo>
                  <a:lnTo>
                    <a:pt x="1217" y="987"/>
                  </a:lnTo>
                  <a:lnTo>
                    <a:pt x="1313" y="959"/>
                  </a:lnTo>
                  <a:lnTo>
                    <a:pt x="1408" y="930"/>
                  </a:lnTo>
                  <a:lnTo>
                    <a:pt x="1495" y="882"/>
                  </a:lnTo>
                  <a:lnTo>
                    <a:pt x="1581" y="834"/>
                  </a:lnTo>
                  <a:lnTo>
                    <a:pt x="1658" y="777"/>
                  </a:lnTo>
                  <a:lnTo>
                    <a:pt x="1725" y="710"/>
                  </a:lnTo>
                  <a:lnTo>
                    <a:pt x="1792" y="643"/>
                  </a:lnTo>
                  <a:lnTo>
                    <a:pt x="1849" y="566"/>
                  </a:lnTo>
                  <a:lnTo>
                    <a:pt x="1907" y="480"/>
                  </a:lnTo>
                  <a:lnTo>
                    <a:pt x="1945" y="394"/>
                  </a:lnTo>
                  <a:lnTo>
                    <a:pt x="1983" y="298"/>
                  </a:lnTo>
                  <a:lnTo>
                    <a:pt x="2002" y="202"/>
                  </a:lnTo>
                  <a:lnTo>
                    <a:pt x="2021" y="97"/>
                  </a:lnTo>
                  <a:lnTo>
                    <a:pt x="2021" y="1"/>
                  </a:lnTo>
                  <a:close/>
                </a:path>
              </a:pathLst>
            </a:custGeom>
            <a:solidFill>
              <a:srgbClr val="F9F8F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1415;p31">
              <a:extLst>
                <a:ext uri="{FF2B5EF4-FFF2-40B4-BE49-F238E27FC236}">
                  <a16:creationId xmlns:a16="http://schemas.microsoft.com/office/drawing/2014/main" id="{9047D4E1-9BCF-3D41-CC91-C8FA8C71FA35}"/>
                </a:ext>
              </a:extLst>
            </p:cNvPr>
            <p:cNvSpPr/>
            <p:nvPr/>
          </p:nvSpPr>
          <p:spPr>
            <a:xfrm>
              <a:off x="2850388" y="1697868"/>
              <a:ext cx="342292" cy="214474"/>
            </a:xfrm>
            <a:custGeom>
              <a:avLst/>
              <a:gdLst/>
              <a:ahLst/>
              <a:cxnLst/>
              <a:rect l="l" t="t" r="r" b="b"/>
              <a:pathLst>
                <a:path w="10594" h="6638" extrusionOk="0">
                  <a:moveTo>
                    <a:pt x="3975" y="0"/>
                  </a:moveTo>
                  <a:lnTo>
                    <a:pt x="3630" y="19"/>
                  </a:lnTo>
                  <a:lnTo>
                    <a:pt x="3458" y="38"/>
                  </a:lnTo>
                  <a:lnTo>
                    <a:pt x="3295" y="58"/>
                  </a:lnTo>
                  <a:lnTo>
                    <a:pt x="3123" y="96"/>
                  </a:lnTo>
                  <a:lnTo>
                    <a:pt x="2950" y="125"/>
                  </a:lnTo>
                  <a:lnTo>
                    <a:pt x="2682" y="201"/>
                  </a:lnTo>
                  <a:lnTo>
                    <a:pt x="2414" y="297"/>
                  </a:lnTo>
                  <a:lnTo>
                    <a:pt x="2165" y="402"/>
                  </a:lnTo>
                  <a:lnTo>
                    <a:pt x="1916" y="527"/>
                  </a:lnTo>
                  <a:lnTo>
                    <a:pt x="1686" y="671"/>
                  </a:lnTo>
                  <a:lnTo>
                    <a:pt x="1466" y="833"/>
                  </a:lnTo>
                  <a:lnTo>
                    <a:pt x="1265" y="1006"/>
                  </a:lnTo>
                  <a:lnTo>
                    <a:pt x="1063" y="1188"/>
                  </a:lnTo>
                  <a:lnTo>
                    <a:pt x="891" y="1379"/>
                  </a:lnTo>
                  <a:lnTo>
                    <a:pt x="719" y="1581"/>
                  </a:lnTo>
                  <a:lnTo>
                    <a:pt x="575" y="1791"/>
                  </a:lnTo>
                  <a:lnTo>
                    <a:pt x="441" y="2012"/>
                  </a:lnTo>
                  <a:lnTo>
                    <a:pt x="326" y="2241"/>
                  </a:lnTo>
                  <a:lnTo>
                    <a:pt x="221" y="2471"/>
                  </a:lnTo>
                  <a:lnTo>
                    <a:pt x="144" y="2711"/>
                  </a:lnTo>
                  <a:lnTo>
                    <a:pt x="77" y="2950"/>
                  </a:lnTo>
                  <a:lnTo>
                    <a:pt x="29" y="3190"/>
                  </a:lnTo>
                  <a:lnTo>
                    <a:pt x="10" y="3439"/>
                  </a:lnTo>
                  <a:lnTo>
                    <a:pt x="0" y="3678"/>
                  </a:lnTo>
                  <a:lnTo>
                    <a:pt x="19" y="3918"/>
                  </a:lnTo>
                  <a:lnTo>
                    <a:pt x="58" y="4157"/>
                  </a:lnTo>
                  <a:lnTo>
                    <a:pt x="86" y="4282"/>
                  </a:lnTo>
                  <a:lnTo>
                    <a:pt x="125" y="4397"/>
                  </a:lnTo>
                  <a:lnTo>
                    <a:pt x="163" y="4511"/>
                  </a:lnTo>
                  <a:lnTo>
                    <a:pt x="201" y="4626"/>
                  </a:lnTo>
                  <a:lnTo>
                    <a:pt x="259" y="4741"/>
                  </a:lnTo>
                  <a:lnTo>
                    <a:pt x="316" y="4847"/>
                  </a:lnTo>
                  <a:lnTo>
                    <a:pt x="374" y="4962"/>
                  </a:lnTo>
                  <a:lnTo>
                    <a:pt x="441" y="5067"/>
                  </a:lnTo>
                  <a:lnTo>
                    <a:pt x="517" y="5172"/>
                  </a:lnTo>
                  <a:lnTo>
                    <a:pt x="604" y="5278"/>
                  </a:lnTo>
                  <a:lnTo>
                    <a:pt x="690" y="5383"/>
                  </a:lnTo>
                  <a:lnTo>
                    <a:pt x="786" y="5479"/>
                  </a:lnTo>
                  <a:lnTo>
                    <a:pt x="891" y="5575"/>
                  </a:lnTo>
                  <a:lnTo>
                    <a:pt x="996" y="5670"/>
                  </a:lnTo>
                  <a:lnTo>
                    <a:pt x="1111" y="5757"/>
                  </a:lnTo>
                  <a:lnTo>
                    <a:pt x="1236" y="5843"/>
                  </a:lnTo>
                  <a:lnTo>
                    <a:pt x="1360" y="5929"/>
                  </a:lnTo>
                  <a:lnTo>
                    <a:pt x="1494" y="6015"/>
                  </a:lnTo>
                  <a:lnTo>
                    <a:pt x="1638" y="6092"/>
                  </a:lnTo>
                  <a:lnTo>
                    <a:pt x="1791" y="6168"/>
                  </a:lnTo>
                  <a:lnTo>
                    <a:pt x="1945" y="6236"/>
                  </a:lnTo>
                  <a:lnTo>
                    <a:pt x="2107" y="6303"/>
                  </a:lnTo>
                  <a:lnTo>
                    <a:pt x="2318" y="6379"/>
                  </a:lnTo>
                  <a:lnTo>
                    <a:pt x="2519" y="6446"/>
                  </a:lnTo>
                  <a:lnTo>
                    <a:pt x="2730" y="6494"/>
                  </a:lnTo>
                  <a:lnTo>
                    <a:pt x="2931" y="6542"/>
                  </a:lnTo>
                  <a:lnTo>
                    <a:pt x="3142" y="6580"/>
                  </a:lnTo>
                  <a:lnTo>
                    <a:pt x="3343" y="6609"/>
                  </a:lnTo>
                  <a:lnTo>
                    <a:pt x="3544" y="6628"/>
                  </a:lnTo>
                  <a:lnTo>
                    <a:pt x="3745" y="6638"/>
                  </a:lnTo>
                  <a:lnTo>
                    <a:pt x="4138" y="6638"/>
                  </a:lnTo>
                  <a:lnTo>
                    <a:pt x="4339" y="6628"/>
                  </a:lnTo>
                  <a:lnTo>
                    <a:pt x="4531" y="6599"/>
                  </a:lnTo>
                  <a:lnTo>
                    <a:pt x="4732" y="6580"/>
                  </a:lnTo>
                  <a:lnTo>
                    <a:pt x="4923" y="6542"/>
                  </a:lnTo>
                  <a:lnTo>
                    <a:pt x="5115" y="6504"/>
                  </a:lnTo>
                  <a:lnTo>
                    <a:pt x="5297" y="6465"/>
                  </a:lnTo>
                  <a:lnTo>
                    <a:pt x="5488" y="6408"/>
                  </a:lnTo>
                  <a:lnTo>
                    <a:pt x="5670" y="6350"/>
                  </a:lnTo>
                  <a:lnTo>
                    <a:pt x="6034" y="6226"/>
                  </a:lnTo>
                  <a:lnTo>
                    <a:pt x="6389" y="6082"/>
                  </a:lnTo>
                  <a:lnTo>
                    <a:pt x="6734" y="5919"/>
                  </a:lnTo>
                  <a:lnTo>
                    <a:pt x="7069" y="5737"/>
                  </a:lnTo>
                  <a:lnTo>
                    <a:pt x="7395" y="5555"/>
                  </a:lnTo>
                  <a:lnTo>
                    <a:pt x="7711" y="5354"/>
                  </a:lnTo>
                  <a:lnTo>
                    <a:pt x="8008" y="5153"/>
                  </a:lnTo>
                  <a:lnTo>
                    <a:pt x="8295" y="4942"/>
                  </a:lnTo>
                  <a:lnTo>
                    <a:pt x="8573" y="4732"/>
                  </a:lnTo>
                  <a:lnTo>
                    <a:pt x="8831" y="4511"/>
                  </a:lnTo>
                  <a:lnTo>
                    <a:pt x="9080" y="4301"/>
                  </a:lnTo>
                  <a:lnTo>
                    <a:pt x="9301" y="4100"/>
                  </a:lnTo>
                  <a:lnTo>
                    <a:pt x="9521" y="3898"/>
                  </a:lnTo>
                  <a:lnTo>
                    <a:pt x="9894" y="3525"/>
                  </a:lnTo>
                  <a:lnTo>
                    <a:pt x="10191" y="3199"/>
                  </a:lnTo>
                  <a:lnTo>
                    <a:pt x="10412" y="2950"/>
                  </a:lnTo>
                  <a:lnTo>
                    <a:pt x="10594" y="2720"/>
                  </a:lnTo>
                  <a:lnTo>
                    <a:pt x="10412" y="2577"/>
                  </a:lnTo>
                  <a:lnTo>
                    <a:pt x="10201" y="2414"/>
                  </a:lnTo>
                  <a:lnTo>
                    <a:pt x="9914" y="2203"/>
                  </a:lnTo>
                  <a:lnTo>
                    <a:pt x="9550" y="1954"/>
                  </a:lnTo>
                  <a:lnTo>
                    <a:pt x="9128" y="1686"/>
                  </a:lnTo>
                  <a:lnTo>
                    <a:pt x="8659" y="1399"/>
                  </a:lnTo>
                  <a:lnTo>
                    <a:pt x="8400" y="1255"/>
                  </a:lnTo>
                  <a:lnTo>
                    <a:pt x="8132" y="1111"/>
                  </a:lnTo>
                  <a:lnTo>
                    <a:pt x="7854" y="977"/>
                  </a:lnTo>
                  <a:lnTo>
                    <a:pt x="7567" y="833"/>
                  </a:lnTo>
                  <a:lnTo>
                    <a:pt x="7260" y="709"/>
                  </a:lnTo>
                  <a:lnTo>
                    <a:pt x="6963" y="584"/>
                  </a:lnTo>
                  <a:lnTo>
                    <a:pt x="6647" y="469"/>
                  </a:lnTo>
                  <a:lnTo>
                    <a:pt x="6331" y="364"/>
                  </a:lnTo>
                  <a:lnTo>
                    <a:pt x="6006" y="268"/>
                  </a:lnTo>
                  <a:lnTo>
                    <a:pt x="5670" y="182"/>
                  </a:lnTo>
                  <a:lnTo>
                    <a:pt x="5335" y="115"/>
                  </a:lnTo>
                  <a:lnTo>
                    <a:pt x="5000" y="58"/>
                  </a:lnTo>
                  <a:lnTo>
                    <a:pt x="4655" y="19"/>
                  </a:lnTo>
                  <a:lnTo>
                    <a:pt x="4320" y="0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" name="Google Shape;1416;p31">
              <a:extLst>
                <a:ext uri="{FF2B5EF4-FFF2-40B4-BE49-F238E27FC236}">
                  <a16:creationId xmlns:a16="http://schemas.microsoft.com/office/drawing/2014/main" id="{4ACB915A-D8FD-CFB1-63B4-AE76035B5614}"/>
                </a:ext>
              </a:extLst>
            </p:cNvPr>
            <p:cNvSpPr/>
            <p:nvPr/>
          </p:nvSpPr>
          <p:spPr>
            <a:xfrm>
              <a:off x="3141895" y="1559514"/>
              <a:ext cx="319417" cy="231824"/>
            </a:xfrm>
            <a:custGeom>
              <a:avLst/>
              <a:gdLst/>
              <a:ahLst/>
              <a:cxnLst/>
              <a:rect l="l" t="t" r="r" b="b"/>
              <a:pathLst>
                <a:path w="9886" h="7175" extrusionOk="0">
                  <a:moveTo>
                    <a:pt x="6399" y="1"/>
                  </a:moveTo>
                  <a:lnTo>
                    <a:pt x="6121" y="10"/>
                  </a:lnTo>
                  <a:lnTo>
                    <a:pt x="5853" y="39"/>
                  </a:lnTo>
                  <a:lnTo>
                    <a:pt x="5566" y="77"/>
                  </a:lnTo>
                  <a:lnTo>
                    <a:pt x="5278" y="135"/>
                  </a:lnTo>
                  <a:lnTo>
                    <a:pt x="4991" y="202"/>
                  </a:lnTo>
                  <a:lnTo>
                    <a:pt x="4694" y="288"/>
                  </a:lnTo>
                  <a:lnTo>
                    <a:pt x="4388" y="393"/>
                  </a:lnTo>
                  <a:lnTo>
                    <a:pt x="4081" y="508"/>
                  </a:lnTo>
                  <a:lnTo>
                    <a:pt x="3822" y="623"/>
                  </a:lnTo>
                  <a:lnTo>
                    <a:pt x="3573" y="757"/>
                  </a:lnTo>
                  <a:lnTo>
                    <a:pt x="3324" y="911"/>
                  </a:lnTo>
                  <a:lnTo>
                    <a:pt x="3095" y="1073"/>
                  </a:lnTo>
                  <a:lnTo>
                    <a:pt x="2865" y="1255"/>
                  </a:lnTo>
                  <a:lnTo>
                    <a:pt x="2654" y="1437"/>
                  </a:lnTo>
                  <a:lnTo>
                    <a:pt x="2443" y="1639"/>
                  </a:lnTo>
                  <a:lnTo>
                    <a:pt x="2242" y="1840"/>
                  </a:lnTo>
                  <a:lnTo>
                    <a:pt x="2050" y="2060"/>
                  </a:lnTo>
                  <a:lnTo>
                    <a:pt x="1878" y="2271"/>
                  </a:lnTo>
                  <a:lnTo>
                    <a:pt x="1706" y="2501"/>
                  </a:lnTo>
                  <a:lnTo>
                    <a:pt x="1543" y="2721"/>
                  </a:lnTo>
                  <a:lnTo>
                    <a:pt x="1390" y="2951"/>
                  </a:lnTo>
                  <a:lnTo>
                    <a:pt x="1236" y="3181"/>
                  </a:lnTo>
                  <a:lnTo>
                    <a:pt x="1102" y="3411"/>
                  </a:lnTo>
                  <a:lnTo>
                    <a:pt x="978" y="3640"/>
                  </a:lnTo>
                  <a:lnTo>
                    <a:pt x="738" y="4081"/>
                  </a:lnTo>
                  <a:lnTo>
                    <a:pt x="537" y="4493"/>
                  </a:lnTo>
                  <a:lnTo>
                    <a:pt x="374" y="4876"/>
                  </a:lnTo>
                  <a:lnTo>
                    <a:pt x="240" y="5211"/>
                  </a:lnTo>
                  <a:lnTo>
                    <a:pt x="135" y="5489"/>
                  </a:lnTo>
                  <a:lnTo>
                    <a:pt x="58" y="5709"/>
                  </a:lnTo>
                  <a:lnTo>
                    <a:pt x="1" y="5891"/>
                  </a:lnTo>
                  <a:lnTo>
                    <a:pt x="461" y="6677"/>
                  </a:lnTo>
                  <a:lnTo>
                    <a:pt x="853" y="6763"/>
                  </a:lnTo>
                  <a:lnTo>
                    <a:pt x="1303" y="6859"/>
                  </a:lnTo>
                  <a:lnTo>
                    <a:pt x="1888" y="6954"/>
                  </a:lnTo>
                  <a:lnTo>
                    <a:pt x="2232" y="7002"/>
                  </a:lnTo>
                  <a:lnTo>
                    <a:pt x="2587" y="7050"/>
                  </a:lnTo>
                  <a:lnTo>
                    <a:pt x="2970" y="7089"/>
                  </a:lnTo>
                  <a:lnTo>
                    <a:pt x="3363" y="7127"/>
                  </a:lnTo>
                  <a:lnTo>
                    <a:pt x="3784" y="7156"/>
                  </a:lnTo>
                  <a:lnTo>
                    <a:pt x="4206" y="7175"/>
                  </a:lnTo>
                  <a:lnTo>
                    <a:pt x="5068" y="7175"/>
                  </a:lnTo>
                  <a:lnTo>
                    <a:pt x="5499" y="7156"/>
                  </a:lnTo>
                  <a:lnTo>
                    <a:pt x="5930" y="7117"/>
                  </a:lnTo>
                  <a:lnTo>
                    <a:pt x="6361" y="7060"/>
                  </a:lnTo>
                  <a:lnTo>
                    <a:pt x="6782" y="6983"/>
                  </a:lnTo>
                  <a:lnTo>
                    <a:pt x="6983" y="6935"/>
                  </a:lnTo>
                  <a:lnTo>
                    <a:pt x="7184" y="6887"/>
                  </a:lnTo>
                  <a:lnTo>
                    <a:pt x="7376" y="6830"/>
                  </a:lnTo>
                  <a:lnTo>
                    <a:pt x="7577" y="6763"/>
                  </a:lnTo>
                  <a:lnTo>
                    <a:pt x="7759" y="6696"/>
                  </a:lnTo>
                  <a:lnTo>
                    <a:pt x="7941" y="6619"/>
                  </a:lnTo>
                  <a:lnTo>
                    <a:pt x="8123" y="6543"/>
                  </a:lnTo>
                  <a:lnTo>
                    <a:pt x="8295" y="6447"/>
                  </a:lnTo>
                  <a:lnTo>
                    <a:pt x="8458" y="6351"/>
                  </a:lnTo>
                  <a:lnTo>
                    <a:pt x="8611" y="6246"/>
                  </a:lnTo>
                  <a:lnTo>
                    <a:pt x="8765" y="6131"/>
                  </a:lnTo>
                  <a:lnTo>
                    <a:pt x="8908" y="6016"/>
                  </a:lnTo>
                  <a:lnTo>
                    <a:pt x="9043" y="5891"/>
                  </a:lnTo>
                  <a:lnTo>
                    <a:pt x="9167" y="5748"/>
                  </a:lnTo>
                  <a:lnTo>
                    <a:pt x="9282" y="5604"/>
                  </a:lnTo>
                  <a:lnTo>
                    <a:pt x="9397" y="5451"/>
                  </a:lnTo>
                  <a:lnTo>
                    <a:pt x="9493" y="5288"/>
                  </a:lnTo>
                  <a:lnTo>
                    <a:pt x="9579" y="5115"/>
                  </a:lnTo>
                  <a:lnTo>
                    <a:pt x="9656" y="4943"/>
                  </a:lnTo>
                  <a:lnTo>
                    <a:pt x="9723" y="4751"/>
                  </a:lnTo>
                  <a:lnTo>
                    <a:pt x="9780" y="4550"/>
                  </a:lnTo>
                  <a:lnTo>
                    <a:pt x="9828" y="4340"/>
                  </a:lnTo>
                  <a:lnTo>
                    <a:pt x="9857" y="4119"/>
                  </a:lnTo>
                  <a:lnTo>
                    <a:pt x="9876" y="3889"/>
                  </a:lnTo>
                  <a:lnTo>
                    <a:pt x="9885" y="3583"/>
                  </a:lnTo>
                  <a:lnTo>
                    <a:pt x="9876" y="3286"/>
                  </a:lnTo>
                  <a:lnTo>
                    <a:pt x="9847" y="2999"/>
                  </a:lnTo>
                  <a:lnTo>
                    <a:pt x="9809" y="2731"/>
                  </a:lnTo>
                  <a:lnTo>
                    <a:pt x="9761" y="2472"/>
                  </a:lnTo>
                  <a:lnTo>
                    <a:pt x="9684" y="2223"/>
                  </a:lnTo>
                  <a:lnTo>
                    <a:pt x="9608" y="1983"/>
                  </a:lnTo>
                  <a:lnTo>
                    <a:pt x="9502" y="1763"/>
                  </a:lnTo>
                  <a:lnTo>
                    <a:pt x="9397" y="1552"/>
                  </a:lnTo>
                  <a:lnTo>
                    <a:pt x="9272" y="1361"/>
                  </a:lnTo>
                  <a:lnTo>
                    <a:pt x="9129" y="1169"/>
                  </a:lnTo>
                  <a:lnTo>
                    <a:pt x="8985" y="997"/>
                  </a:lnTo>
                  <a:lnTo>
                    <a:pt x="8822" y="844"/>
                  </a:lnTo>
                  <a:lnTo>
                    <a:pt x="8650" y="700"/>
                  </a:lnTo>
                  <a:lnTo>
                    <a:pt x="8468" y="566"/>
                  </a:lnTo>
                  <a:lnTo>
                    <a:pt x="8276" y="441"/>
                  </a:lnTo>
                  <a:lnTo>
                    <a:pt x="8066" y="346"/>
                  </a:lnTo>
                  <a:lnTo>
                    <a:pt x="7855" y="250"/>
                  </a:lnTo>
                  <a:lnTo>
                    <a:pt x="7635" y="173"/>
                  </a:lnTo>
                  <a:lnTo>
                    <a:pt x="7405" y="106"/>
                  </a:lnTo>
                  <a:lnTo>
                    <a:pt x="7165" y="58"/>
                  </a:lnTo>
                  <a:lnTo>
                    <a:pt x="6916" y="29"/>
                  </a:lnTo>
                  <a:lnTo>
                    <a:pt x="6658" y="10"/>
                  </a:lnTo>
                  <a:lnTo>
                    <a:pt x="6399" y="1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1417;p31">
              <a:extLst>
                <a:ext uri="{FF2B5EF4-FFF2-40B4-BE49-F238E27FC236}">
                  <a16:creationId xmlns:a16="http://schemas.microsoft.com/office/drawing/2014/main" id="{D6215AA0-AFFF-F9E3-1382-0BA96A1D2824}"/>
                </a:ext>
              </a:extLst>
            </p:cNvPr>
            <p:cNvSpPr/>
            <p:nvPr/>
          </p:nvSpPr>
          <p:spPr>
            <a:xfrm>
              <a:off x="3179343" y="1906757"/>
              <a:ext cx="53893" cy="86979"/>
            </a:xfrm>
            <a:custGeom>
              <a:avLst/>
              <a:gdLst/>
              <a:ahLst/>
              <a:cxnLst/>
              <a:rect l="l" t="t" r="r" b="b"/>
              <a:pathLst>
                <a:path w="1668" h="2692" extrusionOk="0">
                  <a:moveTo>
                    <a:pt x="1045" y="0"/>
                  </a:moveTo>
                  <a:lnTo>
                    <a:pt x="959" y="20"/>
                  </a:lnTo>
                  <a:lnTo>
                    <a:pt x="882" y="39"/>
                  </a:lnTo>
                  <a:lnTo>
                    <a:pt x="796" y="77"/>
                  </a:lnTo>
                  <a:lnTo>
                    <a:pt x="719" y="125"/>
                  </a:lnTo>
                  <a:lnTo>
                    <a:pt x="642" y="192"/>
                  </a:lnTo>
                  <a:lnTo>
                    <a:pt x="566" y="259"/>
                  </a:lnTo>
                  <a:lnTo>
                    <a:pt x="489" y="345"/>
                  </a:lnTo>
                  <a:lnTo>
                    <a:pt x="422" y="431"/>
                  </a:lnTo>
                  <a:lnTo>
                    <a:pt x="346" y="527"/>
                  </a:lnTo>
                  <a:lnTo>
                    <a:pt x="288" y="642"/>
                  </a:lnTo>
                  <a:lnTo>
                    <a:pt x="231" y="757"/>
                  </a:lnTo>
                  <a:lnTo>
                    <a:pt x="173" y="882"/>
                  </a:lnTo>
                  <a:lnTo>
                    <a:pt x="125" y="1006"/>
                  </a:lnTo>
                  <a:lnTo>
                    <a:pt x="87" y="1140"/>
                  </a:lnTo>
                  <a:lnTo>
                    <a:pt x="49" y="1274"/>
                  </a:lnTo>
                  <a:lnTo>
                    <a:pt x="29" y="1408"/>
                  </a:lnTo>
                  <a:lnTo>
                    <a:pt x="10" y="1542"/>
                  </a:lnTo>
                  <a:lnTo>
                    <a:pt x="1" y="1677"/>
                  </a:lnTo>
                  <a:lnTo>
                    <a:pt x="1" y="1801"/>
                  </a:lnTo>
                  <a:lnTo>
                    <a:pt x="10" y="1916"/>
                  </a:lnTo>
                  <a:lnTo>
                    <a:pt x="20" y="2031"/>
                  </a:lnTo>
                  <a:lnTo>
                    <a:pt x="49" y="2146"/>
                  </a:lnTo>
                  <a:lnTo>
                    <a:pt x="77" y="2242"/>
                  </a:lnTo>
                  <a:lnTo>
                    <a:pt x="116" y="2337"/>
                  </a:lnTo>
                  <a:lnTo>
                    <a:pt x="154" y="2424"/>
                  </a:lnTo>
                  <a:lnTo>
                    <a:pt x="202" y="2491"/>
                  </a:lnTo>
                  <a:lnTo>
                    <a:pt x="259" y="2558"/>
                  </a:lnTo>
                  <a:lnTo>
                    <a:pt x="326" y="2606"/>
                  </a:lnTo>
                  <a:lnTo>
                    <a:pt x="393" y="2654"/>
                  </a:lnTo>
                  <a:lnTo>
                    <a:pt x="470" y="2682"/>
                  </a:lnTo>
                  <a:lnTo>
                    <a:pt x="547" y="2692"/>
                  </a:lnTo>
                  <a:lnTo>
                    <a:pt x="623" y="2692"/>
                  </a:lnTo>
                  <a:lnTo>
                    <a:pt x="710" y="2682"/>
                  </a:lnTo>
                  <a:lnTo>
                    <a:pt x="786" y="2654"/>
                  </a:lnTo>
                  <a:lnTo>
                    <a:pt x="872" y="2615"/>
                  </a:lnTo>
                  <a:lnTo>
                    <a:pt x="949" y="2567"/>
                  </a:lnTo>
                  <a:lnTo>
                    <a:pt x="1026" y="2510"/>
                  </a:lnTo>
                  <a:lnTo>
                    <a:pt x="1102" y="2433"/>
                  </a:lnTo>
                  <a:lnTo>
                    <a:pt x="1179" y="2357"/>
                  </a:lnTo>
                  <a:lnTo>
                    <a:pt x="1255" y="2261"/>
                  </a:lnTo>
                  <a:lnTo>
                    <a:pt x="1323" y="2165"/>
                  </a:lnTo>
                  <a:lnTo>
                    <a:pt x="1380" y="2060"/>
                  </a:lnTo>
                  <a:lnTo>
                    <a:pt x="1437" y="1945"/>
                  </a:lnTo>
                  <a:lnTo>
                    <a:pt x="1495" y="1820"/>
                  </a:lnTo>
                  <a:lnTo>
                    <a:pt x="1543" y="1686"/>
                  </a:lnTo>
                  <a:lnTo>
                    <a:pt x="1581" y="1552"/>
                  </a:lnTo>
                  <a:lnTo>
                    <a:pt x="1619" y="1418"/>
                  </a:lnTo>
                  <a:lnTo>
                    <a:pt x="1648" y="1284"/>
                  </a:lnTo>
                  <a:lnTo>
                    <a:pt x="1658" y="1150"/>
                  </a:lnTo>
                  <a:lnTo>
                    <a:pt x="1667" y="1016"/>
                  </a:lnTo>
                  <a:lnTo>
                    <a:pt x="1667" y="891"/>
                  </a:lnTo>
                  <a:lnTo>
                    <a:pt x="1658" y="776"/>
                  </a:lnTo>
                  <a:lnTo>
                    <a:pt x="1648" y="661"/>
                  </a:lnTo>
                  <a:lnTo>
                    <a:pt x="1629" y="556"/>
                  </a:lnTo>
                  <a:lnTo>
                    <a:pt x="1591" y="451"/>
                  </a:lnTo>
                  <a:lnTo>
                    <a:pt x="1562" y="364"/>
                  </a:lnTo>
                  <a:lnTo>
                    <a:pt x="1514" y="278"/>
                  </a:lnTo>
                  <a:lnTo>
                    <a:pt x="1466" y="202"/>
                  </a:lnTo>
                  <a:lnTo>
                    <a:pt x="1409" y="134"/>
                  </a:lnTo>
                  <a:lnTo>
                    <a:pt x="1342" y="87"/>
                  </a:lnTo>
                  <a:lnTo>
                    <a:pt x="1275" y="48"/>
                  </a:lnTo>
                  <a:lnTo>
                    <a:pt x="1198" y="20"/>
                  </a:lnTo>
                  <a:lnTo>
                    <a:pt x="1121" y="0"/>
                  </a:lnTo>
                  <a:close/>
                </a:path>
              </a:pathLst>
            </a:custGeom>
            <a:solidFill>
              <a:srgbClr val="FFAF8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" name="Google Shape;1418;p31">
              <a:extLst>
                <a:ext uri="{FF2B5EF4-FFF2-40B4-BE49-F238E27FC236}">
                  <a16:creationId xmlns:a16="http://schemas.microsoft.com/office/drawing/2014/main" id="{DCC426E8-ECDA-461C-BBB3-5A391A197A28}"/>
                </a:ext>
              </a:extLst>
            </p:cNvPr>
            <p:cNvSpPr/>
            <p:nvPr/>
          </p:nvSpPr>
          <p:spPr>
            <a:xfrm>
              <a:off x="3133559" y="1768726"/>
              <a:ext cx="103683" cy="222842"/>
            </a:xfrm>
            <a:custGeom>
              <a:avLst/>
              <a:gdLst/>
              <a:ahLst/>
              <a:cxnLst/>
              <a:rect l="l" t="t" r="r" b="b"/>
              <a:pathLst>
                <a:path w="3209" h="6897" extrusionOk="0">
                  <a:moveTo>
                    <a:pt x="833" y="1"/>
                  </a:moveTo>
                  <a:lnTo>
                    <a:pt x="766" y="10"/>
                  </a:lnTo>
                  <a:lnTo>
                    <a:pt x="699" y="29"/>
                  </a:lnTo>
                  <a:lnTo>
                    <a:pt x="642" y="68"/>
                  </a:lnTo>
                  <a:lnTo>
                    <a:pt x="584" y="106"/>
                  </a:lnTo>
                  <a:lnTo>
                    <a:pt x="527" y="163"/>
                  </a:lnTo>
                  <a:lnTo>
                    <a:pt x="479" y="230"/>
                  </a:lnTo>
                  <a:lnTo>
                    <a:pt x="431" y="307"/>
                  </a:lnTo>
                  <a:lnTo>
                    <a:pt x="383" y="393"/>
                  </a:lnTo>
                  <a:lnTo>
                    <a:pt x="335" y="499"/>
                  </a:lnTo>
                  <a:lnTo>
                    <a:pt x="288" y="614"/>
                  </a:lnTo>
                  <a:lnTo>
                    <a:pt x="211" y="891"/>
                  </a:lnTo>
                  <a:lnTo>
                    <a:pt x="134" y="1227"/>
                  </a:lnTo>
                  <a:lnTo>
                    <a:pt x="67" y="1629"/>
                  </a:lnTo>
                  <a:lnTo>
                    <a:pt x="0" y="2089"/>
                  </a:lnTo>
                  <a:lnTo>
                    <a:pt x="144" y="2376"/>
                  </a:lnTo>
                  <a:lnTo>
                    <a:pt x="288" y="2692"/>
                  </a:lnTo>
                  <a:lnTo>
                    <a:pt x="450" y="3085"/>
                  </a:lnTo>
                  <a:lnTo>
                    <a:pt x="537" y="3315"/>
                  </a:lnTo>
                  <a:lnTo>
                    <a:pt x="613" y="3544"/>
                  </a:lnTo>
                  <a:lnTo>
                    <a:pt x="680" y="3793"/>
                  </a:lnTo>
                  <a:lnTo>
                    <a:pt x="747" y="4033"/>
                  </a:lnTo>
                  <a:lnTo>
                    <a:pt x="795" y="4292"/>
                  </a:lnTo>
                  <a:lnTo>
                    <a:pt x="833" y="4531"/>
                  </a:lnTo>
                  <a:lnTo>
                    <a:pt x="853" y="4780"/>
                  </a:lnTo>
                  <a:lnTo>
                    <a:pt x="862" y="5019"/>
                  </a:lnTo>
                  <a:lnTo>
                    <a:pt x="843" y="5451"/>
                  </a:lnTo>
                  <a:lnTo>
                    <a:pt x="843" y="5824"/>
                  </a:lnTo>
                  <a:lnTo>
                    <a:pt x="862" y="6150"/>
                  </a:lnTo>
                  <a:lnTo>
                    <a:pt x="891" y="6408"/>
                  </a:lnTo>
                  <a:lnTo>
                    <a:pt x="920" y="6523"/>
                  </a:lnTo>
                  <a:lnTo>
                    <a:pt x="939" y="6619"/>
                  </a:lnTo>
                  <a:lnTo>
                    <a:pt x="968" y="6696"/>
                  </a:lnTo>
                  <a:lnTo>
                    <a:pt x="996" y="6763"/>
                  </a:lnTo>
                  <a:lnTo>
                    <a:pt x="1035" y="6820"/>
                  </a:lnTo>
                  <a:lnTo>
                    <a:pt x="1073" y="6858"/>
                  </a:lnTo>
                  <a:lnTo>
                    <a:pt x="1111" y="6887"/>
                  </a:lnTo>
                  <a:lnTo>
                    <a:pt x="1150" y="6897"/>
                  </a:lnTo>
                  <a:lnTo>
                    <a:pt x="1178" y="6887"/>
                  </a:lnTo>
                  <a:lnTo>
                    <a:pt x="1197" y="6868"/>
                  </a:lnTo>
                  <a:lnTo>
                    <a:pt x="1226" y="6830"/>
                  </a:lnTo>
                  <a:lnTo>
                    <a:pt x="1245" y="6791"/>
                  </a:lnTo>
                  <a:lnTo>
                    <a:pt x="1293" y="6657"/>
                  </a:lnTo>
                  <a:lnTo>
                    <a:pt x="1351" y="6495"/>
                  </a:lnTo>
                  <a:lnTo>
                    <a:pt x="1485" y="6064"/>
                  </a:lnTo>
                  <a:lnTo>
                    <a:pt x="1561" y="5824"/>
                  </a:lnTo>
                  <a:lnTo>
                    <a:pt x="1648" y="5565"/>
                  </a:lnTo>
                  <a:lnTo>
                    <a:pt x="1743" y="5316"/>
                  </a:lnTo>
                  <a:lnTo>
                    <a:pt x="1858" y="5058"/>
                  </a:lnTo>
                  <a:lnTo>
                    <a:pt x="1973" y="4818"/>
                  </a:lnTo>
                  <a:lnTo>
                    <a:pt x="2040" y="4703"/>
                  </a:lnTo>
                  <a:lnTo>
                    <a:pt x="2117" y="4598"/>
                  </a:lnTo>
                  <a:lnTo>
                    <a:pt x="2194" y="4493"/>
                  </a:lnTo>
                  <a:lnTo>
                    <a:pt x="2270" y="4406"/>
                  </a:lnTo>
                  <a:lnTo>
                    <a:pt x="2356" y="4320"/>
                  </a:lnTo>
                  <a:lnTo>
                    <a:pt x="2443" y="4244"/>
                  </a:lnTo>
                  <a:lnTo>
                    <a:pt x="2538" y="4177"/>
                  </a:lnTo>
                  <a:lnTo>
                    <a:pt x="2634" y="4119"/>
                  </a:lnTo>
                  <a:lnTo>
                    <a:pt x="2740" y="4071"/>
                  </a:lnTo>
                  <a:lnTo>
                    <a:pt x="2845" y="4043"/>
                  </a:lnTo>
                  <a:lnTo>
                    <a:pt x="2874" y="4033"/>
                  </a:lnTo>
                  <a:lnTo>
                    <a:pt x="2902" y="4004"/>
                  </a:lnTo>
                  <a:lnTo>
                    <a:pt x="2931" y="3966"/>
                  </a:lnTo>
                  <a:lnTo>
                    <a:pt x="2960" y="3918"/>
                  </a:lnTo>
                  <a:lnTo>
                    <a:pt x="3017" y="3784"/>
                  </a:lnTo>
                  <a:lnTo>
                    <a:pt x="3075" y="3602"/>
                  </a:lnTo>
                  <a:lnTo>
                    <a:pt x="3123" y="3401"/>
                  </a:lnTo>
                  <a:lnTo>
                    <a:pt x="3171" y="3161"/>
                  </a:lnTo>
                  <a:lnTo>
                    <a:pt x="3199" y="2903"/>
                  </a:lnTo>
                  <a:lnTo>
                    <a:pt x="3209" y="2635"/>
                  </a:lnTo>
                  <a:lnTo>
                    <a:pt x="3199" y="2347"/>
                  </a:lnTo>
                  <a:lnTo>
                    <a:pt x="3180" y="2204"/>
                  </a:lnTo>
                  <a:lnTo>
                    <a:pt x="3161" y="2060"/>
                  </a:lnTo>
                  <a:lnTo>
                    <a:pt x="3132" y="1916"/>
                  </a:lnTo>
                  <a:lnTo>
                    <a:pt x="3094" y="1782"/>
                  </a:lnTo>
                  <a:lnTo>
                    <a:pt x="3056" y="1638"/>
                  </a:lnTo>
                  <a:lnTo>
                    <a:pt x="3008" y="1504"/>
                  </a:lnTo>
                  <a:lnTo>
                    <a:pt x="2950" y="1370"/>
                  </a:lnTo>
                  <a:lnTo>
                    <a:pt x="2874" y="1246"/>
                  </a:lnTo>
                  <a:lnTo>
                    <a:pt x="2797" y="1121"/>
                  </a:lnTo>
                  <a:lnTo>
                    <a:pt x="2711" y="1006"/>
                  </a:lnTo>
                  <a:lnTo>
                    <a:pt x="2615" y="891"/>
                  </a:lnTo>
                  <a:lnTo>
                    <a:pt x="2500" y="796"/>
                  </a:lnTo>
                  <a:lnTo>
                    <a:pt x="2385" y="700"/>
                  </a:lnTo>
                  <a:lnTo>
                    <a:pt x="2251" y="614"/>
                  </a:lnTo>
                  <a:lnTo>
                    <a:pt x="1743" y="326"/>
                  </a:lnTo>
                  <a:lnTo>
                    <a:pt x="1523" y="202"/>
                  </a:lnTo>
                  <a:lnTo>
                    <a:pt x="1332" y="106"/>
                  </a:lnTo>
                  <a:lnTo>
                    <a:pt x="1150" y="39"/>
                  </a:lnTo>
                  <a:lnTo>
                    <a:pt x="1063" y="20"/>
                  </a:lnTo>
                  <a:lnTo>
                    <a:pt x="987" y="1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0" name="TextBox 59">
            <a:extLst>
              <a:ext uri="{FF2B5EF4-FFF2-40B4-BE49-F238E27FC236}">
                <a16:creationId xmlns:a16="http://schemas.microsoft.com/office/drawing/2014/main" id="{254C2810-1C1F-7CAD-5063-1AC8737C1564}"/>
              </a:ext>
            </a:extLst>
          </p:cNvPr>
          <p:cNvSpPr txBox="1"/>
          <p:nvPr/>
        </p:nvSpPr>
        <p:spPr>
          <a:xfrm>
            <a:off x="708745" y="2556979"/>
            <a:ext cx="106804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𝑠𝑐𝑜𝑟 = (−1) ∗ 𝑛𝑟_ș𝑡𝑖𝑟𝑖_𝑛𝑒𝑔𝑎𝑡𝑖𝑣𝑒 + (0.1) ∗ 𝑛𝑟_ș𝑡𝑖𝑟𝑖_𝑛𝑒𝑢𝑡𝑟𝑒 + 𝑛𝑟_ș𝑡𝑖𝑟𝑖_𝑝𝑜𝑧𝑖𝑡𝑖𝑣𝑒 </a:t>
            </a:r>
          </a:p>
        </p:txBody>
      </p:sp>
    </p:spTree>
    <p:extLst>
      <p:ext uri="{BB962C8B-B14F-4D97-AF65-F5344CB8AC3E}">
        <p14:creationId xmlns:p14="http://schemas.microsoft.com/office/powerpoint/2010/main" val="154650570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4293AD5F-4FE6-41CA-D2E7-1DD3947663B6}"/>
              </a:ext>
            </a:extLst>
          </p:cNvPr>
          <p:cNvSpPr txBox="1">
            <a:spLocks/>
          </p:cNvSpPr>
          <p:nvPr/>
        </p:nvSpPr>
        <p:spPr>
          <a:xfrm>
            <a:off x="-3344780" y="357184"/>
            <a:ext cx="10984831" cy="201322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400" b="1" kern="1200" cap="all" baseline="0">
                <a:solidFill>
                  <a:schemeClr val="accent6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o-RO" sz="5400" dirty="0">
                <a:solidFill>
                  <a:schemeClr val="tx1"/>
                </a:solidFill>
                <a:latin typeface="Fira Sans Extra Condensed" panose="020B0503050000020004" pitchFamily="34" charset="0"/>
                <a:cs typeface="Calibri" panose="020F0502020204030204" pitchFamily="34" charset="0"/>
              </a:rPr>
              <a:t>Concluzii</a:t>
            </a:r>
            <a:endParaRPr lang="en-US" sz="5400" dirty="0">
              <a:solidFill>
                <a:schemeClr val="tx1"/>
              </a:solidFill>
              <a:latin typeface="Fira Sans Extra Condensed" panose="020B0503050000020004" pitchFamily="34" charset="0"/>
              <a:cs typeface="Calibri" panose="020F0502020204030204" pitchFamily="34" charset="0"/>
            </a:endParaRPr>
          </a:p>
        </p:txBody>
      </p:sp>
      <p:sp>
        <p:nvSpPr>
          <p:cNvPr id="2" name="Slide Number Placeholder 7">
            <a:extLst>
              <a:ext uri="{FF2B5EF4-FFF2-40B4-BE49-F238E27FC236}">
                <a16:creationId xmlns:a16="http://schemas.microsoft.com/office/drawing/2014/main" id="{34AB3004-11C7-21FE-36FA-AD8C568F4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352800" y="6318253"/>
            <a:ext cx="2743200" cy="365125"/>
          </a:xfrm>
        </p:spPr>
        <p:txBody>
          <a:bodyPr/>
          <a:lstStyle/>
          <a:p>
            <a:r>
              <a:rPr lang="ro-RO" dirty="0"/>
              <a:t>10</a:t>
            </a:r>
            <a:endParaRPr lang="en-US" dirty="0"/>
          </a:p>
        </p:txBody>
      </p:sp>
      <p:sp>
        <p:nvSpPr>
          <p:cNvPr id="3" name="Google Shape;2498;p46">
            <a:extLst>
              <a:ext uri="{FF2B5EF4-FFF2-40B4-BE49-F238E27FC236}">
                <a16:creationId xmlns:a16="http://schemas.microsoft.com/office/drawing/2014/main" id="{96645D8A-CCCA-DF64-283A-9938D421FE98}"/>
              </a:ext>
            </a:extLst>
          </p:cNvPr>
          <p:cNvSpPr txBox="1"/>
          <p:nvPr/>
        </p:nvSpPr>
        <p:spPr>
          <a:xfrm>
            <a:off x="3773424" y="2773887"/>
            <a:ext cx="4645152" cy="372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ro-RO" sz="2400" dirty="0">
              <a:latin typeface="Fira Sans Extra Condensed" panose="020B0503050000020004" pitchFamily="34" charset="0"/>
              <a:ea typeface="Roboto"/>
              <a:cs typeface="Roboto"/>
              <a:sym typeface="Roboto"/>
            </a:endParaRP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US" sz="2400" dirty="0">
              <a:latin typeface="Fira Sans Extra Condensed" panose="020B0503050000020004" pitchFamily="34" charset="0"/>
              <a:ea typeface="Roboto"/>
              <a:cs typeface="Roboto"/>
              <a:sym typeface="Roboto"/>
            </a:endParaRP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400" dirty="0" err="1">
                <a:latin typeface="Fira Sans Extra Condensed" panose="020B0503050000020004" pitchFamily="34" charset="0"/>
                <a:ea typeface="Roboto"/>
                <a:cs typeface="Roboto"/>
                <a:sym typeface="Roboto"/>
              </a:rPr>
              <a:t>Integrarea</a:t>
            </a:r>
            <a:r>
              <a:rPr lang="en-US" sz="2400" dirty="0">
                <a:latin typeface="Fira Sans Extra Condensed" panose="020B0503050000020004" pitchFamily="34" charset="0"/>
                <a:ea typeface="Roboto"/>
                <a:cs typeface="Roboto"/>
                <a:sym typeface="Roboto"/>
              </a:rPr>
              <a:t> cu success a </a:t>
            </a:r>
            <a:r>
              <a:rPr lang="en-US" sz="2400" dirty="0" err="1">
                <a:latin typeface="Fira Sans Extra Condensed" panose="020B0503050000020004" pitchFamily="34" charset="0"/>
                <a:ea typeface="Roboto"/>
                <a:cs typeface="Roboto"/>
                <a:sym typeface="Roboto"/>
              </a:rPr>
              <a:t>modelului</a:t>
            </a:r>
            <a:r>
              <a:rPr lang="en-US" sz="2400" dirty="0">
                <a:latin typeface="Fira Sans Extra Condensed" panose="020B0503050000020004" pitchFamily="34" charset="0"/>
                <a:ea typeface="Roboto"/>
                <a:cs typeface="Roboto"/>
                <a:sym typeface="Roboto"/>
              </a:rPr>
              <a:t> de </a:t>
            </a:r>
            <a:r>
              <a:rPr lang="ro-RO" sz="2400" dirty="0">
                <a:latin typeface="Fira Sans Extra Condensed" panose="020B0503050000020004" pitchFamily="34" charset="0"/>
                <a:ea typeface="Roboto"/>
                <a:cs typeface="Roboto"/>
                <a:sym typeface="Roboto"/>
              </a:rPr>
              <a:t>învățare automată în cadrul unei aplicații web </a:t>
            </a:r>
            <a:r>
              <a:rPr lang="ro-RO" sz="2400" dirty="0" err="1">
                <a:latin typeface="Fira Sans Extra Condensed" panose="020B0503050000020004" pitchFamily="34" charset="0"/>
                <a:ea typeface="Roboto"/>
                <a:cs typeface="Roboto"/>
                <a:sym typeface="Roboto"/>
              </a:rPr>
              <a:t>Twinvest</a:t>
            </a:r>
            <a:endParaRPr lang="ro-RO" sz="2400" dirty="0">
              <a:latin typeface="Fira Sans Extra Condensed" panose="020B0503050000020004" pitchFamily="34" charset="0"/>
              <a:ea typeface="Roboto"/>
              <a:cs typeface="Roboto"/>
              <a:sym typeface="Roboto"/>
            </a:endParaRP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ro-RO" sz="2400" dirty="0">
              <a:latin typeface="Fira Sans Extra Condensed" panose="020B0503050000020004" pitchFamily="34" charset="0"/>
              <a:ea typeface="Roboto"/>
              <a:cs typeface="Roboto"/>
              <a:sym typeface="Roboto"/>
            </a:endParaRP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o-RO" sz="2400" dirty="0">
                <a:latin typeface="Fira Sans Extra Condensed" panose="020B0503050000020004" pitchFamily="34" charset="0"/>
                <a:ea typeface="Roboto"/>
                <a:cs typeface="Roboto"/>
                <a:sym typeface="Roboto"/>
              </a:rPr>
              <a:t>Conținut personalizat bazat pe preferințele utilizatorilor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ro-RO" sz="2400" dirty="0">
              <a:latin typeface="Fira Sans Extra Condensed" panose="020B0503050000020004" pitchFamily="34" charset="0"/>
              <a:ea typeface="Roboto"/>
              <a:cs typeface="Roboto"/>
              <a:sym typeface="Roboto"/>
            </a:endParaRP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o-RO" sz="2400" dirty="0">
                <a:latin typeface="Fira Sans Extra Condensed" panose="020B0503050000020004" pitchFamily="34" charset="0"/>
                <a:ea typeface="Roboto"/>
                <a:cs typeface="Roboto"/>
                <a:sym typeface="Roboto"/>
              </a:rPr>
              <a:t>Analiza bugetului personal și a evoluției pieței financiare în scopul investițiilor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ro-RO" sz="2400" dirty="0">
              <a:latin typeface="Fira Sans Extra Condensed" panose="020B0503050000020004" pitchFamily="34" charset="0"/>
              <a:ea typeface="Roboto"/>
              <a:cs typeface="Roboto"/>
              <a:sym typeface="Roboto"/>
            </a:endParaRP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ro-RO" sz="2400" dirty="0">
              <a:latin typeface="Fira Sans Extra Condensed" panose="020B0503050000020004" pitchFamily="34" charset="0"/>
              <a:ea typeface="Roboto"/>
              <a:cs typeface="Roboto"/>
              <a:sym typeface="Roboto"/>
            </a:endParaRP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ro-RO" sz="2400" dirty="0">
              <a:latin typeface="Fira Sans Extra Condensed" panose="020B0503050000020004" pitchFamily="34" charset="0"/>
              <a:ea typeface="Roboto"/>
              <a:cs typeface="Roboto"/>
              <a:sym typeface="Roboto"/>
            </a:endParaRP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US" sz="2400" dirty="0">
              <a:latin typeface="Fira Sans Extra Condensed" panose="020B0503050000020004" pitchFamily="34" charset="0"/>
              <a:ea typeface="Roboto"/>
              <a:cs typeface="Roboto"/>
              <a:sym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29529238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4798ADC4-B2BA-A6B0-B96C-15CA708A06A3}"/>
              </a:ext>
            </a:extLst>
          </p:cNvPr>
          <p:cNvSpPr txBox="1">
            <a:spLocks/>
          </p:cNvSpPr>
          <p:nvPr/>
        </p:nvSpPr>
        <p:spPr>
          <a:xfrm>
            <a:off x="3019926" y="1756612"/>
            <a:ext cx="6152147" cy="1672388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400" b="1" kern="1200" cap="all" baseline="0">
                <a:solidFill>
                  <a:schemeClr val="accent6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o-RO" dirty="0">
                <a:solidFill>
                  <a:schemeClr val="tx1"/>
                </a:solidFill>
                <a:latin typeface="Fira Sans Extra Condensed" panose="020B0503050000020004" pitchFamily="34" charset="0"/>
                <a:cs typeface="Calibri" panose="020F0502020204030204" pitchFamily="34" charset="0"/>
              </a:rPr>
              <a:t>Vă mulțumesc </a:t>
            </a:r>
          </a:p>
          <a:p>
            <a:pPr algn="ctr"/>
            <a:r>
              <a:rPr lang="ro-RO" dirty="0">
                <a:solidFill>
                  <a:schemeClr val="tx1"/>
                </a:solidFill>
                <a:latin typeface="Fira Sans Extra Condensed" panose="020B0503050000020004" pitchFamily="34" charset="0"/>
                <a:cs typeface="Calibri" panose="020F0502020204030204" pitchFamily="34" charset="0"/>
              </a:rPr>
              <a:t>pentru atenție!</a:t>
            </a:r>
          </a:p>
        </p:txBody>
      </p:sp>
    </p:spTree>
    <p:extLst>
      <p:ext uri="{BB962C8B-B14F-4D97-AF65-F5344CB8AC3E}">
        <p14:creationId xmlns:p14="http://schemas.microsoft.com/office/powerpoint/2010/main" val="10039624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1D9A78"/>
      </a:accent1>
      <a:accent2>
        <a:srgbClr val="8BC145"/>
      </a:accent2>
      <a:accent3>
        <a:srgbClr val="36AFCE"/>
      </a:accent3>
      <a:accent4>
        <a:srgbClr val="1D6FA9"/>
      </a:accent4>
      <a:accent5>
        <a:srgbClr val="B74919"/>
      </a:accent5>
      <a:accent6>
        <a:srgbClr val="F19D19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 2013 - 2022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Office Theme 2013 - 2022</Template>
  <TotalTime>2276</TotalTime>
  <Words>1140</Words>
  <Application>Microsoft Office PowerPoint</Application>
  <PresentationFormat>Widescreen</PresentationFormat>
  <Paragraphs>162</Paragraphs>
  <Slides>12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9" baseType="lpstr">
      <vt:lpstr>Arial</vt:lpstr>
      <vt:lpstr>Calibri</vt:lpstr>
      <vt:lpstr>Calibri Light</vt:lpstr>
      <vt:lpstr>Fira Sans Extra Condensed</vt:lpstr>
      <vt:lpstr>Roboto</vt:lpstr>
      <vt:lpstr>Söhne</vt:lpstr>
      <vt:lpstr>Office Theme</vt:lpstr>
      <vt:lpstr>Detectarea atacului de tip phishing prin analiza URL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Aplicație web pentru analiza datelor din domeniul economic </dc:title>
  <dc:subject/>
  <dc:creator>Anca-Maria CIUCIU (108207)</dc:creator>
  <cp:lastModifiedBy>Anca-Maria CIUCIU (108207)</cp:lastModifiedBy>
  <cp:revision>18</cp:revision>
  <dcterms:created xsi:type="dcterms:W3CDTF">2023-06-28T08:37:10Z</dcterms:created>
  <dcterms:modified xsi:type="dcterms:W3CDTF">2023-12-06T23:12:22Z</dcterms:modified>
</cp:coreProperties>
</file>