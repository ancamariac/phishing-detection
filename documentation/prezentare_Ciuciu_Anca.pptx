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20"/>
  </p:notesMasterIdLst>
  <p:sldIdLst>
    <p:sldId id="278" r:id="rId2"/>
    <p:sldId id="258" r:id="rId3"/>
    <p:sldId id="302" r:id="rId4"/>
    <p:sldId id="303" r:id="rId5"/>
    <p:sldId id="280" r:id="rId6"/>
    <p:sldId id="304" r:id="rId7"/>
    <p:sldId id="305" r:id="rId8"/>
    <p:sldId id="306" r:id="rId9"/>
    <p:sldId id="300" r:id="rId10"/>
    <p:sldId id="307" r:id="rId11"/>
    <p:sldId id="313" r:id="rId12"/>
    <p:sldId id="284" r:id="rId13"/>
    <p:sldId id="308" r:id="rId14"/>
    <p:sldId id="311" r:id="rId15"/>
    <p:sldId id="310" r:id="rId16"/>
    <p:sldId id="312" r:id="rId17"/>
    <p:sldId id="281" r:id="rId18"/>
    <p:sldId id="293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F8A3"/>
    <a:srgbClr val="2CA02C"/>
    <a:srgbClr val="202C8F"/>
    <a:srgbClr val="C693ED"/>
    <a:srgbClr val="1F77B4"/>
    <a:srgbClr val="FF7F0E"/>
    <a:srgbClr val="D0A6F0"/>
    <a:srgbClr val="89EFA1"/>
    <a:srgbClr val="4BAF3D"/>
    <a:srgbClr val="AAC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68290" autoAdjust="0"/>
  </p:normalViewPr>
  <p:slideViewPr>
    <p:cSldViewPr snapToGrid="0" snapToObjects="1">
      <p:cViewPr>
        <p:scale>
          <a:sx n="66" d="100"/>
          <a:sy n="66" d="100"/>
        </p:scale>
        <p:origin x="1147" y="-120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Subiectul</a:t>
            </a:r>
            <a:r>
              <a:rPr lang="en-US" dirty="0"/>
              <a:t> pe care il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prezenta</a:t>
            </a:r>
            <a:r>
              <a:rPr lang="en-US" dirty="0"/>
              <a:t> </a:t>
            </a:r>
            <a:r>
              <a:rPr lang="en-US" dirty="0" err="1"/>
              <a:t>azi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atacului</a:t>
            </a:r>
            <a:r>
              <a:rPr lang="en-US" dirty="0"/>
              <a:t> de tip phishing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URL </a:t>
            </a:r>
            <a:r>
              <a:rPr lang="en-US" dirty="0" err="1"/>
              <a:t>ului</a:t>
            </a:r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Phishing-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este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o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formă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fraudă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cibernetică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care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atacatorii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încearcă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obțină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informații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confidențiale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, cum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fi parole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sau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date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bancare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prin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inducerea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eroare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a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indivizilor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Phishing-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poate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avea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loc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prin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intermediul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emailurilor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mesajelor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text, site-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urilor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web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falsificate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sau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chiar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prin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intermediul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apelurilor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telefonice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71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6bb4ddd667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6bb4ddd667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sens</a:t>
            </a:r>
            <a:r>
              <a:rPr lang="en-US" dirty="0"/>
              <a:t>,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discuta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motivatie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obiective</a:t>
            </a:r>
            <a:r>
              <a:rPr lang="en-US" dirty="0"/>
              <a:t>, </a:t>
            </a:r>
            <a:r>
              <a:rPr lang="en-US" dirty="0" err="1"/>
              <a:t>setul</a:t>
            </a:r>
            <a:r>
              <a:rPr lang="en-US" dirty="0"/>
              <a:t> de date ales, </a:t>
            </a:r>
            <a:r>
              <a:rPr lang="en-US" dirty="0" err="1"/>
              <a:t>extragerea</a:t>
            </a:r>
            <a:r>
              <a:rPr lang="en-US" dirty="0"/>
              <a:t> </a:t>
            </a:r>
            <a:r>
              <a:rPr lang="en-US" dirty="0" err="1"/>
              <a:t>caracteristicilor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URL,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, </a:t>
            </a:r>
            <a:r>
              <a:rPr lang="en-US" dirty="0" err="1"/>
              <a:t>antrenarea</a:t>
            </a:r>
            <a:r>
              <a:rPr lang="en-US" dirty="0"/>
              <a:t> </a:t>
            </a:r>
            <a:r>
              <a:rPr lang="en-US" dirty="0" err="1"/>
              <a:t>retelei</a:t>
            </a:r>
            <a:r>
              <a:rPr lang="en-US" dirty="0"/>
              <a:t>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metricilor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Un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studiu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realizat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la Intel a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demonstrat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ca 97%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dintr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-un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grup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experti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in Securitate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cibernetica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nu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reusesc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identifice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mail-urile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contin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phishing</a:t>
            </a:r>
          </a:p>
          <a:p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Motivul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pentru care am ales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abordez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acest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subiect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este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in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primul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rand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necesitatea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a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crea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un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mediu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online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mai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sigur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a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contracara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amenintarile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cibernetice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. </a:t>
            </a:r>
            <a:br>
              <a:rPr lang="en-US" b="0" i="0" dirty="0">
                <a:solidFill>
                  <a:srgbClr val="3C4043"/>
                </a:solidFill>
                <a:effectLst/>
                <a:latin typeface="Inter"/>
              </a:rPr>
            </a:b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Totodata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,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atacurile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cibernetice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devin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din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in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mai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sophisticate pe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masura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cu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evolutia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tehnologiei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Astfel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ca, in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priveste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educatia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constientizarea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, se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impune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intelegerea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riscurilor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si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adoptarea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practicilor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 de Securitate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ter"/>
              </a:rPr>
              <a:t>adecvate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38779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e96fd5876e_0_2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e96fd5876e_0_2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Obiectivele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acestui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proiect sunt: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unui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de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invatare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automata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bazat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clasificare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care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prelua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 input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caracteristicile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extrase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dintr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-un URL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daca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acesta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reprezinta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risc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pentru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utilizator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Totodata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face o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analiza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comparative cu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invatare</a:t>
            </a:r>
            <a:r>
              <a:rPr lang="en-US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automata </a:t>
            </a:r>
            <a:r>
              <a:rPr lang="en-US" sz="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existente</a:t>
            </a:r>
            <a:endParaRPr lang="en-US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0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Dupa</a:t>
            </a:r>
            <a:r>
              <a:rPr lang="en-US" dirty="0"/>
              <a:t> cum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din </a:t>
            </a:r>
            <a:r>
              <a:rPr lang="en-US" dirty="0" err="1"/>
              <a:t>aceasta</a:t>
            </a:r>
            <a:r>
              <a:rPr lang="en-US" dirty="0"/>
              <a:t> schema,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URL se pot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caracteristici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Referitor</a:t>
            </a:r>
            <a:r>
              <a:rPr lang="en-US" dirty="0"/>
              <a:t> la </a:t>
            </a:r>
            <a:r>
              <a:rPr lang="en-US" dirty="0" err="1"/>
              <a:t>cea</a:t>
            </a:r>
            <a:r>
              <a:rPr lang="en-US" dirty="0"/>
              <a:t> din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caracteristica</a:t>
            </a:r>
            <a:r>
              <a:rPr lang="en-US" dirty="0"/>
              <a:t>,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ca </a:t>
            </a:r>
            <a:r>
              <a:rPr lang="en-US" dirty="0" err="1"/>
              <a:t>aceasta</a:t>
            </a:r>
            <a:r>
              <a:rPr lang="en-US" dirty="0"/>
              <a:t> nu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extrasa</a:t>
            </a:r>
            <a:r>
              <a:rPr lang="en-US" dirty="0"/>
              <a:t> atat de usor cu niste functii </a:t>
            </a:r>
            <a:r>
              <a:rPr lang="en-US" dirty="0" err="1"/>
              <a:t>realizate</a:t>
            </a:r>
            <a:r>
              <a:rPr lang="en-US" dirty="0"/>
              <a:t> in python, cum am facut pentru </a:t>
            </a:r>
            <a:r>
              <a:rPr lang="en-US" dirty="0" err="1"/>
              <a:t>celelalte</a:t>
            </a:r>
            <a:r>
              <a:rPr lang="en-US" dirty="0"/>
              <a:t>, </a:t>
            </a:r>
            <a:r>
              <a:rPr lang="en-US" dirty="0" err="1"/>
              <a:t>asa</a:t>
            </a:r>
            <a:r>
              <a:rPr lang="en-US" dirty="0"/>
              <a:t> ca </a:t>
            </a:r>
            <a:r>
              <a:rPr lang="en-US" dirty="0" err="1"/>
              <a:t>ce</a:t>
            </a:r>
            <a:r>
              <a:rPr lang="en-US" dirty="0"/>
              <a:t> am facut a </a:t>
            </a:r>
            <a:r>
              <a:rPr lang="en-US" dirty="0" err="1"/>
              <a:t>fost</a:t>
            </a:r>
            <a:r>
              <a:rPr lang="en-US" dirty="0"/>
              <a:t> ca din </a:t>
            </a:r>
            <a:r>
              <a:rPr lang="en-US" dirty="0" err="1"/>
              <a:t>setul</a:t>
            </a:r>
            <a:r>
              <a:rPr lang="en-US" dirty="0"/>
              <a:t> initial de date care </a:t>
            </a:r>
            <a:r>
              <a:rPr lang="en-US" dirty="0" err="1"/>
              <a:t>avea</a:t>
            </a:r>
            <a:r>
              <a:rPr lang="en-US" dirty="0"/>
              <a:t> 48 de </a:t>
            </a:r>
            <a:r>
              <a:rPr lang="en-US" dirty="0" err="1"/>
              <a:t>caracteristici</a:t>
            </a:r>
            <a:r>
              <a:rPr lang="en-US" dirty="0"/>
              <a:t>, am </a:t>
            </a:r>
            <a:r>
              <a:rPr lang="en-US" dirty="0" err="1"/>
              <a:t>folosit</a:t>
            </a:r>
            <a:r>
              <a:rPr lang="en-US" dirty="0"/>
              <a:t> pentru </a:t>
            </a:r>
            <a:r>
              <a:rPr lang="en-US" dirty="0" err="1"/>
              <a:t>antrenare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jumatate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anume</a:t>
            </a:r>
            <a:r>
              <a:rPr lang="en-US" dirty="0"/>
              <a:t> pe </a:t>
            </a:r>
            <a:r>
              <a:rPr lang="en-US" dirty="0" err="1"/>
              <a:t>cele</a:t>
            </a:r>
            <a:r>
              <a:rPr lang="en-US" dirty="0"/>
              <a:t> pe care le-am </a:t>
            </a:r>
            <a:r>
              <a:rPr lang="en-US" dirty="0" err="1"/>
              <a:t>apreciat</a:t>
            </a:r>
            <a:r>
              <a:rPr lang="en-US" dirty="0"/>
              <a:t> ca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relevante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16265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XGBoost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utilizează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tehnica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boosting,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construind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un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ansamblu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modele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slabe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(de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obicei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arbori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decizie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slabi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)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într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-o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succesiune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Fiecare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model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corectează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erorile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celor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precedente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Se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foloseste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"Sparsity Aware Split Finding" care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este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o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tehnică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specială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utilizată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algoritmul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XGBoost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pentru a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trata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eficient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datele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lipsă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(sparse data)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timpul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construcției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arborilor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decizie</a:t>
            </a:r>
            <a:r>
              <a:rPr lang="ro-RO" b="0" i="0" dirty="0">
                <a:solidFill>
                  <a:srgbClr val="D1D5DB"/>
                </a:solidFill>
                <a:effectLst/>
                <a:latin typeface="Söhne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optimizeaz</a:t>
            </a:r>
            <a:r>
              <a:rPr lang="ro-RO" sz="8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 accesul la memorie astfel ca se tine cont de </a:t>
            </a:r>
            <a:r>
              <a:rPr lang="it-IT" sz="2000" b="0" i="0" dirty="0">
                <a:solidFill>
                  <a:srgbClr val="D1D5DB"/>
                </a:solidFill>
                <a:effectLst/>
                <a:latin typeface="Söhne"/>
              </a:rPr>
              <a:t>ierarhia memoriei cache a computerului</a:t>
            </a: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, se </a:t>
            </a:r>
            <a:r>
              <a:rPr lang="ro-RO" sz="2000" b="0" i="0" dirty="0" err="1">
                <a:solidFill>
                  <a:srgbClr val="D1D5DB"/>
                </a:solidFill>
                <a:effectLst/>
                <a:latin typeface="Söhne"/>
              </a:rPr>
              <a:t>foloseste</a:t>
            </a: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 si de algoritmul </a:t>
            </a:r>
            <a:r>
              <a:rPr lang="ro-RO" sz="2000" b="0" i="0" dirty="0" err="1">
                <a:solidFill>
                  <a:srgbClr val="D1D5DB"/>
                </a:solidFill>
                <a:effectLst/>
                <a:latin typeface="Söhne"/>
              </a:rPr>
              <a:t>Greedy</a:t>
            </a: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pentru a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găsi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rapid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nodul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optim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divizare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reducând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costurile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computaționale</a:t>
            </a: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sz="2000" b="0" i="0" dirty="0">
              <a:solidFill>
                <a:srgbClr val="D1D5DB"/>
              </a:solidFill>
              <a:effectLst/>
              <a:latin typeface="Söhne"/>
              <a:ea typeface="Roboto"/>
              <a:cs typeface="Roboto"/>
              <a:sym typeface="Roboto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  <a:ea typeface="Roboto"/>
                <a:cs typeface="Roboto"/>
                <a:sym typeface="Roboto"/>
              </a:rPr>
              <a:t>Arborele de decizie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funcționează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prin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divizarea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recursivă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a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datelor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submulțimi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bazate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pe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caracteristica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cea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mai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semnificativă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la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fiecare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nod al </a:t>
            </a:r>
            <a:r>
              <a:rPr lang="en-US" sz="2000" b="0" i="0" dirty="0" err="1">
                <a:solidFill>
                  <a:srgbClr val="D1D5DB"/>
                </a:solidFill>
                <a:effectLst/>
                <a:latin typeface="Söhne"/>
              </a:rPr>
              <a:t>arborelui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ro-RO" sz="20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</a:b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Pentru </a:t>
            </a:r>
            <a:r>
              <a:rPr lang="ro-RO" sz="2000" b="0" i="0" dirty="0" err="1">
                <a:solidFill>
                  <a:srgbClr val="D1D5DB"/>
                </a:solidFill>
                <a:effectLst/>
                <a:latin typeface="Söhne"/>
              </a:rPr>
              <a:t>Random</a:t>
            </a:r>
            <a:r>
              <a:rPr lang="ro-RO" sz="2000" b="0" i="0" dirty="0">
                <a:solidFill>
                  <a:srgbClr val="D1D5DB"/>
                </a:solidFill>
                <a:effectLst/>
                <a:latin typeface="Söhne"/>
              </a:rPr>
              <a:t> Forest 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Se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antrenează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simultan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mai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mulți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arbori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decizie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pe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subseturi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aleatoare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ale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setului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de date de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antrenare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ro-RO" sz="20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sz="2000" b="0" i="0" dirty="0">
              <a:solidFill>
                <a:srgbClr val="D1D5DB"/>
              </a:solidFill>
              <a:effectLst/>
              <a:latin typeface="Söhne"/>
              <a:ea typeface="Roboto"/>
              <a:cs typeface="Roboto"/>
              <a:sym typeface="Roboto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KNN se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bazează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pe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principiul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că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instanțele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cu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caracteristici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similare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sunt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adesea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etichetate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la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fel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b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</a:b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Este un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algoritm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de tip lazy (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sau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instance-based),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deoarece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nu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construiește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un model explicit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timpul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fazei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antrenament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schimb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reține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toate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instanțele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antrenament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în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sz="5400" b="0" i="0" dirty="0" err="1">
                <a:solidFill>
                  <a:srgbClr val="D1D5DB"/>
                </a:solidFill>
                <a:effectLst/>
                <a:latin typeface="Söhne"/>
              </a:rPr>
              <a:t>memorie</a:t>
            </a:r>
            <a:r>
              <a:rPr lang="en-US" sz="54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ro-RO" sz="2000" b="0" i="0" dirty="0">
              <a:solidFill>
                <a:srgbClr val="D1D5DB"/>
              </a:solidFill>
              <a:effectLst/>
              <a:latin typeface="Söhne"/>
              <a:ea typeface="Roboto"/>
              <a:cs typeface="Roboto"/>
              <a:sym typeface="Roboto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92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0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ro-RO" dirty="0" err="1"/>
              <a:t>Reteaua</a:t>
            </a:r>
            <a:r>
              <a:rPr lang="ro-RO" dirty="0"/>
              <a:t> neurala folosita este de tip </a:t>
            </a:r>
            <a:r>
              <a:rPr lang="ro-RO" dirty="0" err="1"/>
              <a:t>Feedforward</a:t>
            </a:r>
            <a:r>
              <a:rPr lang="ro-RO" dirty="0"/>
              <a:t> </a:t>
            </a:r>
            <a:r>
              <a:rPr lang="en-US" dirty="0" err="1"/>
              <a:t>astfel</a:t>
            </a:r>
            <a:r>
              <a:rPr lang="en-US" dirty="0"/>
              <a:t> c</a:t>
            </a:r>
            <a:r>
              <a:rPr lang="ro-RO" dirty="0"/>
              <a:t>ă informația se va propaga într-o singură direcție</a:t>
            </a:r>
            <a:r>
              <a:rPr lang="en-US" dirty="0"/>
              <a:t>:</a:t>
            </a:r>
            <a:endParaRPr lang="ro-RO" dirty="0"/>
          </a:p>
          <a:p>
            <a:r>
              <a:rPr lang="ro-RO" dirty="0"/>
              <a:t>De la stratul de intrare ce conține valorile de intrare ale datelor, până la stratul de ieșire ce conține </a:t>
            </a:r>
            <a:r>
              <a:rPr lang="en-US" dirty="0"/>
              <a:t>1 neuron </a:t>
            </a:r>
            <a:r>
              <a:rPr lang="en-US" dirty="0" err="1"/>
              <a:t>reprezent</a:t>
            </a:r>
            <a:r>
              <a:rPr lang="ro-RO" dirty="0" err="1"/>
              <a:t>ând</a:t>
            </a:r>
            <a:r>
              <a:rPr lang="en-US" dirty="0"/>
              <a:t> </a:t>
            </a:r>
            <a:r>
              <a:rPr lang="en-US" dirty="0" err="1"/>
              <a:t>probabilitatea</a:t>
            </a:r>
            <a:r>
              <a:rPr lang="en-US" dirty="0"/>
              <a:t> ca link-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contina</a:t>
            </a:r>
            <a:r>
              <a:rPr lang="en-US" dirty="0"/>
              <a:t> un </a:t>
            </a:r>
            <a:r>
              <a:rPr lang="en-US" dirty="0" err="1"/>
              <a:t>atac</a:t>
            </a:r>
            <a:r>
              <a:rPr lang="en-US" dirty="0"/>
              <a:t> de tip phishing.</a:t>
            </a:r>
            <a:endParaRPr lang="ro-RO" dirty="0"/>
          </a:p>
          <a:p>
            <a:endParaRPr lang="en-US" dirty="0"/>
          </a:p>
          <a:p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În general, un număr mai mare de neuroni poate contribui la o capacitate mai mare de învățare a modelului, dar poate duce și la un risc mai mare de overfitting, precum și la creșterea timpului de antrenare. </a:t>
            </a:r>
          </a:p>
          <a:p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această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configurație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s-au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adăugat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două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straturi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dropout.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Stratul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dropout se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adaugă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după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fiecare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ascuns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straturile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2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3).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Valorile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alese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pentru dropout sunt de 0.1și 0.3. Un dropout de 0.1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dezactiva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temporar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aproximativ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10% din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contribuția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neuronilor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pe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stratul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pe care 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fost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aplicat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Acest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raționamet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antrena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cu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diferite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configurații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ale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neuronilor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cu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scopul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obține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reprezentare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robustă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fiind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încercare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evitare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 overfitting-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final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ultimii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hiperparametri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adăugați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dicționar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sunt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clasa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optimizare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rata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învățare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Algoritmul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SGD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este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metodă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optimizare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clasică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presupune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actualizarea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parametrilor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funcție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gradienții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calculați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subgrupuri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ale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date,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timp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Adam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folosește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niște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proceduri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avansate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Rata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învățare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reprezintă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cât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se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ajusta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fiecare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pas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actualizare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este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practic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viteza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cu care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“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învață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” din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datele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antrenare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38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dirty="0" err="1"/>
              <a:t>Totodata</a:t>
            </a:r>
            <a:r>
              <a:rPr lang="en-US" dirty="0"/>
              <a:t>, pentru </a:t>
            </a:r>
            <a:r>
              <a:rPr lang="en-US" dirty="0" err="1"/>
              <a:t>gasirea</a:t>
            </a:r>
            <a:r>
              <a:rPr lang="en-US" dirty="0"/>
              <a:t> </a:t>
            </a:r>
            <a:r>
              <a:rPr lang="en-US" dirty="0" err="1"/>
              <a:t>celei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configuratii</a:t>
            </a:r>
            <a:r>
              <a:rPr lang="en-US" dirty="0"/>
              <a:t> a </a:t>
            </a:r>
            <a:r>
              <a:rPr lang="en-US" dirty="0" err="1"/>
              <a:t>modelului</a:t>
            </a:r>
            <a:r>
              <a:rPr lang="en-US" dirty="0"/>
              <a:t>, s-a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tehnica</a:t>
            </a:r>
            <a:r>
              <a:rPr lang="en-US" dirty="0"/>
              <a:t> Grid Search </a:t>
            </a:r>
            <a:r>
              <a:rPr lang="en-US" dirty="0" err="1"/>
              <a:t>ce</a:t>
            </a:r>
            <a:r>
              <a:rPr lang="ro-RO" dirty="0"/>
              <a:t> presupune</a:t>
            </a:r>
            <a:r>
              <a:rPr lang="en-US" dirty="0"/>
              <a:t>:</a:t>
            </a:r>
          </a:p>
          <a:p>
            <a:r>
              <a:rPr lang="en-US" sz="800" dirty="0">
                <a:latin typeface="Fira Sans Extra Condensed" panose="020B0503050000020004" pitchFamily="34" charset="0"/>
              </a:rPr>
              <a:t>- </a:t>
            </a:r>
            <a:r>
              <a:rPr lang="ro-RO" sz="800" dirty="0">
                <a:latin typeface="Fira Sans Extra Condensed" panose="020B0503050000020004" pitchFamily="34" charset="0"/>
              </a:rPr>
              <a:t>antrenarea rețelei neuronale cu o serie de </a:t>
            </a:r>
            <a:r>
              <a:rPr lang="ro-RO" sz="800" dirty="0" err="1">
                <a:latin typeface="Fira Sans Extra Condensed" panose="020B0503050000020004" pitchFamily="34" charset="0"/>
              </a:rPr>
              <a:t>hiperparametri</a:t>
            </a:r>
            <a:endParaRPr lang="ro-RO" sz="800" dirty="0">
              <a:latin typeface="Fira Sans Extra Condensed" panose="020B0503050000020004" pitchFamily="34" charset="0"/>
            </a:endParaRPr>
          </a:p>
          <a:p>
            <a:r>
              <a:rPr lang="en-US" sz="800" dirty="0">
                <a:latin typeface="Fira Sans Extra Condensed" panose="020B0503050000020004" pitchFamily="34" charset="0"/>
              </a:rPr>
              <a:t>- </a:t>
            </a:r>
            <a:r>
              <a:rPr lang="ro-RO" sz="800" dirty="0">
                <a:latin typeface="Fira Sans Extra Condensed" panose="020B0503050000020004" pitchFamily="34" charset="0"/>
              </a:rPr>
              <a:t>calcularea </a:t>
            </a:r>
            <a:r>
              <a:rPr lang="ro-RO" sz="800" dirty="0" err="1">
                <a:latin typeface="Fira Sans Extra Condensed" panose="020B0503050000020004" pitchFamily="34" charset="0"/>
              </a:rPr>
              <a:t>acurateții</a:t>
            </a:r>
            <a:r>
              <a:rPr lang="ro-RO" sz="800" dirty="0">
                <a:latin typeface="Fira Sans Extra Condensed" panose="020B0503050000020004" pitchFamily="34" charset="0"/>
              </a:rPr>
              <a:t> la fiecare iterație</a:t>
            </a:r>
          </a:p>
          <a:p>
            <a:r>
              <a:rPr lang="en-US" sz="800" dirty="0">
                <a:latin typeface="Fira Sans Extra Condensed" panose="020B0503050000020004" pitchFamily="34" charset="0"/>
              </a:rPr>
              <a:t>- </a:t>
            </a:r>
            <a:r>
              <a:rPr lang="ro-RO" sz="800" dirty="0">
                <a:latin typeface="Fira Sans Extra Condensed" panose="020B0503050000020004" pitchFamily="34" charset="0"/>
              </a:rPr>
              <a:t>salvarea setului de valori care are cel mai bun rezultat</a:t>
            </a:r>
            <a:endParaRPr lang="en-US" sz="800" dirty="0">
              <a:latin typeface="Fira Sans Extra Condensed" panose="020B0503050000020004" pitchFamily="34" charset="0"/>
            </a:endParaRPr>
          </a:p>
          <a:p>
            <a:endParaRPr lang="en-US" sz="800" dirty="0">
              <a:latin typeface="Fira Sans Extra Condensed" panose="020B0503050000020004" pitchFamily="34" charset="0"/>
            </a:endParaRPr>
          </a:p>
          <a:p>
            <a:r>
              <a:rPr lang="en-US" sz="800" dirty="0" err="1">
                <a:latin typeface="Fira Sans Extra Condensed" panose="020B0503050000020004" pitchFamily="34" charset="0"/>
              </a:rPr>
              <a:t>Iar</a:t>
            </a:r>
            <a:r>
              <a:rPr lang="en-US" sz="800" dirty="0">
                <a:latin typeface="Fira Sans Extra Condensed" panose="020B0503050000020004" pitchFamily="34" charset="0"/>
              </a:rPr>
              <a:t> pentru </a:t>
            </a:r>
            <a:r>
              <a:rPr lang="en-US" sz="800" dirty="0" err="1">
                <a:latin typeface="Fira Sans Extra Condensed" panose="020B0503050000020004" pitchFamily="34" charset="0"/>
              </a:rPr>
              <a:t>salvarea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ponderilor</a:t>
            </a:r>
            <a:r>
              <a:rPr lang="en-US" sz="800" dirty="0">
                <a:latin typeface="Fira Sans Extra Condensed" panose="020B0503050000020004" pitchFamily="34" charset="0"/>
              </a:rPr>
              <a:t> associate </a:t>
            </a:r>
            <a:r>
              <a:rPr lang="en-US" sz="800" dirty="0" err="1">
                <a:latin typeface="Fira Sans Extra Condensed" panose="020B0503050000020004" pitchFamily="34" charset="0"/>
              </a:rPr>
              <a:t>celei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mai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bune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epoci</a:t>
            </a:r>
            <a:r>
              <a:rPr lang="en-US" sz="800" dirty="0">
                <a:latin typeface="Fira Sans Extra Condensed" panose="020B0503050000020004" pitchFamily="34" charset="0"/>
              </a:rPr>
              <a:t> am </a:t>
            </a:r>
            <a:r>
              <a:rPr lang="en-US" sz="800" dirty="0" err="1">
                <a:latin typeface="Fira Sans Extra Condensed" panose="020B0503050000020004" pitchFamily="34" charset="0"/>
              </a:rPr>
              <a:t>folosit</a:t>
            </a:r>
            <a:r>
              <a:rPr lang="en-US" sz="800" dirty="0">
                <a:latin typeface="Fira Sans Extra Condensed" panose="020B0503050000020004" pitchFamily="34" charset="0"/>
              </a:rPr>
              <a:t> callbacks la un </a:t>
            </a:r>
            <a:r>
              <a:rPr lang="en-US" sz="800" dirty="0" err="1">
                <a:latin typeface="Fira Sans Extra Condensed" panose="020B0503050000020004" pitchFamily="34" charset="0"/>
              </a:rPr>
              <a:t>obiect</a:t>
            </a:r>
            <a:r>
              <a:rPr lang="en-US" sz="800" dirty="0">
                <a:latin typeface="Fira Sans Extra Condensed" panose="020B0503050000020004" pitchFamily="34" charset="0"/>
              </a:rPr>
              <a:t> de tip model checkpoint</a:t>
            </a:r>
          </a:p>
        </p:txBody>
      </p:sp>
    </p:spTree>
    <p:extLst>
      <p:ext uri="{BB962C8B-B14F-4D97-AF65-F5344CB8AC3E}">
        <p14:creationId xmlns:p14="http://schemas.microsoft.com/office/powerpoint/2010/main" val="457249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800" dirty="0" err="1">
                <a:latin typeface="Fira Sans Extra Condensed" panose="020B0503050000020004" pitchFamily="34" charset="0"/>
              </a:rPr>
              <a:t>Aici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este</a:t>
            </a:r>
            <a:r>
              <a:rPr lang="en-US" sz="800" dirty="0">
                <a:latin typeface="Fira Sans Extra Condensed" panose="020B0503050000020004" pitchFamily="34" charset="0"/>
              </a:rPr>
              <a:t> un </a:t>
            </a:r>
            <a:r>
              <a:rPr lang="en-US" sz="800" dirty="0" err="1">
                <a:latin typeface="Fira Sans Extra Condensed" panose="020B0503050000020004" pitchFamily="34" charset="0"/>
              </a:rPr>
              <a:t>exemplu</a:t>
            </a:r>
            <a:r>
              <a:rPr lang="en-US" sz="800" dirty="0">
                <a:latin typeface="Fira Sans Extra Condensed" panose="020B0503050000020004" pitchFamily="34" charset="0"/>
              </a:rPr>
              <a:t> in care am </a:t>
            </a:r>
            <a:r>
              <a:rPr lang="en-US" sz="800" dirty="0" err="1">
                <a:latin typeface="Fira Sans Extra Condensed" panose="020B0503050000020004" pitchFamily="34" charset="0"/>
              </a:rPr>
              <a:t>aplicat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modelul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antrenat</a:t>
            </a:r>
            <a:r>
              <a:rPr lang="en-US" sz="800" dirty="0">
                <a:latin typeface="Fira Sans Extra Condensed" panose="020B0503050000020004" pitchFamily="34" charset="0"/>
              </a:rPr>
              <a:t> pe </a:t>
            </a:r>
            <a:r>
              <a:rPr lang="en-US" sz="800" dirty="0" err="1">
                <a:latin typeface="Fira Sans Extra Condensed" panose="020B0503050000020004" pitchFamily="34" charset="0"/>
              </a:rPr>
              <a:t>doua</a:t>
            </a:r>
            <a:r>
              <a:rPr lang="en-US" sz="800" dirty="0">
                <a:latin typeface="Fira Sans Extra Condensed" panose="020B0503050000020004" pitchFamily="34" charset="0"/>
              </a:rPr>
              <a:t> link-</a:t>
            </a:r>
            <a:r>
              <a:rPr lang="en-US" sz="800" dirty="0" err="1">
                <a:latin typeface="Fira Sans Extra Condensed" panose="020B0503050000020004" pitchFamily="34" charset="0"/>
              </a:rPr>
              <a:t>uri</a:t>
            </a:r>
            <a:r>
              <a:rPr lang="en-US" sz="800" dirty="0">
                <a:latin typeface="Fira Sans Extra Condensed" panose="020B0503050000020004" pitchFamily="34" charset="0"/>
              </a:rPr>
              <a:t>, </a:t>
            </a:r>
            <a:r>
              <a:rPr lang="en-US" sz="800" dirty="0" err="1">
                <a:latin typeface="Fira Sans Extra Condensed" panose="020B0503050000020004" pitchFamily="34" charset="0"/>
              </a:rPr>
              <a:t>unul</a:t>
            </a:r>
            <a:r>
              <a:rPr lang="en-US" sz="800" dirty="0">
                <a:latin typeface="Fira Sans Extra Condensed" panose="020B0503050000020004" pitchFamily="34" charset="0"/>
              </a:rPr>
              <a:t> care pare legitim </a:t>
            </a:r>
            <a:r>
              <a:rPr lang="en-US" sz="800" dirty="0" err="1">
                <a:latin typeface="Fira Sans Extra Condensed" panose="020B0503050000020004" pitchFamily="34" charset="0"/>
              </a:rPr>
              <a:t>si</a:t>
            </a:r>
            <a:r>
              <a:rPr lang="en-US" sz="800" dirty="0">
                <a:latin typeface="Fira Sans Extra Condensed" panose="020B0503050000020004" pitchFamily="34" charset="0"/>
              </a:rPr>
              <a:t> </a:t>
            </a:r>
            <a:r>
              <a:rPr lang="en-US" sz="800" dirty="0" err="1">
                <a:latin typeface="Fira Sans Extra Condensed" panose="020B0503050000020004" pitchFamily="34" charset="0"/>
              </a:rPr>
              <a:t>unul</a:t>
            </a:r>
            <a:r>
              <a:rPr lang="en-US" sz="800" dirty="0">
                <a:latin typeface="Fira Sans Extra Condensed" panose="020B0503050000020004" pitchFamily="34" charset="0"/>
              </a:rPr>
              <a:t> care are </a:t>
            </a:r>
            <a:r>
              <a:rPr lang="en-US" sz="800" dirty="0" err="1">
                <a:latin typeface="Fira Sans Extra Condensed" panose="020B0503050000020004" pitchFamily="34" charset="0"/>
              </a:rPr>
              <a:t>fel</a:t>
            </a:r>
            <a:r>
              <a:rPr lang="en-US" sz="800" dirty="0">
                <a:latin typeface="Fira Sans Extra Condensed" panose="020B0503050000020004" pitchFamily="34" charset="0"/>
              </a:rPr>
              <a:t> de </a:t>
            </a:r>
            <a:r>
              <a:rPr lang="en-US" sz="800" dirty="0" err="1">
                <a:latin typeface="Fira Sans Extra Condensed" panose="020B0503050000020004" pitchFamily="34" charset="0"/>
              </a:rPr>
              <a:t>fel</a:t>
            </a:r>
            <a:r>
              <a:rPr lang="en-US" sz="800" dirty="0">
                <a:latin typeface="Fira Sans Extra Condensed" panose="020B0503050000020004" pitchFamily="34" charset="0"/>
              </a:rPr>
              <a:t> de </a:t>
            </a:r>
            <a:r>
              <a:rPr lang="en-US" sz="800" dirty="0" err="1">
                <a:latin typeface="Fira Sans Extra Condensed" panose="020B0503050000020004" pitchFamily="34" charset="0"/>
              </a:rPr>
              <a:t>caractere</a:t>
            </a:r>
            <a:r>
              <a:rPr lang="en-US" sz="800" dirty="0">
                <a:latin typeface="Fira Sans Extra Condensed" panose="020B0503050000020004" pitchFamily="34" charset="0"/>
              </a:rPr>
              <a:t>, </a:t>
            </a:r>
            <a:r>
              <a:rPr lang="en-US" sz="800" dirty="0" err="1">
                <a:latin typeface="Fira Sans Extra Condensed" panose="020B0503050000020004" pitchFamily="34" charset="0"/>
              </a:rPr>
              <a:t>domeniul</a:t>
            </a:r>
            <a:r>
              <a:rPr lang="en-US" sz="800" dirty="0">
                <a:latin typeface="Fira Sans Extra Condensed" panose="020B0503050000020004" pitchFamily="34" charset="0"/>
              </a:rPr>
              <a:t> pus </a:t>
            </a:r>
            <a:r>
              <a:rPr lang="en-US" sz="800" dirty="0" err="1">
                <a:latin typeface="Fira Sans Extra Condensed" panose="020B0503050000020004" pitchFamily="34" charset="0"/>
              </a:rPr>
              <a:t>dubios</a:t>
            </a:r>
            <a:r>
              <a:rPr lang="en-US" sz="800" dirty="0">
                <a:latin typeface="Fira Sans Extra Condensed" panose="020B050305000002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9103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Rezultatul</a:t>
            </a:r>
            <a:r>
              <a:rPr lang="en-US" dirty="0"/>
              <a:t> final al a</a:t>
            </a:r>
            <a:r>
              <a:rPr lang="ro-RO" dirty="0" err="1"/>
              <a:t>ntrenării</a:t>
            </a:r>
            <a:r>
              <a:rPr lang="ro-RO" dirty="0"/>
              <a:t> </a:t>
            </a:r>
            <a:r>
              <a:rPr lang="en-US" dirty="0" err="1"/>
              <a:t>inregistreaza</a:t>
            </a:r>
            <a:r>
              <a:rPr lang="en-US" dirty="0"/>
              <a:t> o </a:t>
            </a:r>
            <a:r>
              <a:rPr lang="en-US" dirty="0" err="1"/>
              <a:t>acurate</a:t>
            </a:r>
            <a:r>
              <a:rPr lang="ro-RO" dirty="0" err="1"/>
              <a:t>țe</a:t>
            </a:r>
            <a:r>
              <a:rPr lang="ro-RO" dirty="0"/>
              <a:t> de aproape </a:t>
            </a:r>
            <a:r>
              <a:rPr lang="en-US" sz="8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91.35</a:t>
            </a:r>
            <a:r>
              <a:rPr lang="ro-RO" dirty="0"/>
              <a:t>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718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Pierderea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antrenare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măsoară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progresul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timpul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procesului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antrenare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 ideal,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funcția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loss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trebui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scadă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odată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cu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creșterea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numărului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epoci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demonstrând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faptul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reușește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generalizeze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facă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predicții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precise pe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datele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antrenare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Se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poate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observa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suprapunerea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celor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două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demonstrând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faptul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are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rezultate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bune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pe date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noi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și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nu are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tendință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overfitting.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0014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cât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precizia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este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mare, cu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atât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modelul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apreciază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puține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exemple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fals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negative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în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eronat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83561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Un recall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ridicat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indică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faptul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că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modelul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are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capacitatea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a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identifica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majoritatea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exemplelor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pozitive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din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setul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date,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minimizând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astfel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ratele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D1D5DB"/>
                </a:solidFill>
                <a:effectLst/>
                <a:latin typeface="Söhne"/>
              </a:rPr>
              <a:t>fals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negative.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86907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74343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18768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35F1-4E76-4DA1-A96F-595CD88F984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21DA03-8BCD-3227-FF0D-99488AA45411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CE4A788-CE2D-0B35-F5CB-B6630B7C2FC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01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728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35F1-4E76-4DA1-A96F-595CD88F984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5B19CE-BBA9-3A5B-A3B8-9D1BFAFFE9D6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DAE3D73-E91E-51D8-2673-1C0E6ADFDA73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92390D-FEB7-5A26-72AD-13D1B6E16138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3077CB7-2023-77F8-72CA-0E13EFF9AB99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82F479-017C-E65D-3260-035F29CC1C0B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06120E-DF54-D656-28AB-247D2223D495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26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1236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Image 0" descr="preencoded.png">
            <a:extLst>
              <a:ext uri="{FF2B5EF4-FFF2-40B4-BE49-F238E27FC236}">
                <a16:creationId xmlns:a16="http://schemas.microsoft.com/office/drawing/2014/main" id="{A1F65FC4-AE9B-99C4-82AB-37ED52EF5D41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C6B7152-3E4A-1CAF-FE75-5D96AF005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2" name="Image 5" descr="preencoded.png">
            <a:extLst>
              <a:ext uri="{FF2B5EF4-FFF2-40B4-BE49-F238E27FC236}">
                <a16:creationId xmlns:a16="http://schemas.microsoft.com/office/drawing/2014/main" id="{397D4383-5A43-B5AE-DC6F-263F48E4566C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6" descr="preencoded.png">
            <a:extLst>
              <a:ext uri="{FF2B5EF4-FFF2-40B4-BE49-F238E27FC236}">
                <a16:creationId xmlns:a16="http://schemas.microsoft.com/office/drawing/2014/main" id="{7244BC50-4CB5-C687-D80E-389063A645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9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D45E040-8278-AF56-9B36-956B406B1FE7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1643B6-BA61-639C-AF6F-3D83BF1D6335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74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93BE524-6990-55C9-A26F-0FB3C776868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7B3EF14-E572-187A-E9E9-A6E7252C9965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89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74F925A-CE10-E4CB-153E-D0AAB52E36D8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7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9F73BA-3613-9CFE-DFCF-3D81ECDE7A76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73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9409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7270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118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7618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48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ctrTitle"/>
          </p:nvPr>
        </p:nvSpPr>
        <p:spPr>
          <a:xfrm>
            <a:off x="762671" y="819851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1"/>
          </p:nvPr>
        </p:nvSpPr>
        <p:spPr>
          <a:xfrm>
            <a:off x="762671" y="1350817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ctrTitle" idx="2"/>
          </p:nvPr>
        </p:nvSpPr>
        <p:spPr>
          <a:xfrm>
            <a:off x="762671" y="2740100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3"/>
          </p:nvPr>
        </p:nvSpPr>
        <p:spPr>
          <a:xfrm>
            <a:off x="762671" y="3271067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4"/>
          </p:nvPr>
        </p:nvSpPr>
        <p:spPr>
          <a:xfrm>
            <a:off x="762671" y="4660367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5"/>
          </p:nvPr>
        </p:nvSpPr>
        <p:spPr>
          <a:xfrm>
            <a:off x="762671" y="5191333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6" hasCustomPrompt="1"/>
          </p:nvPr>
        </p:nvSpPr>
        <p:spPr>
          <a:xfrm>
            <a:off x="4503071" y="986284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7" hasCustomPrompt="1"/>
          </p:nvPr>
        </p:nvSpPr>
        <p:spPr>
          <a:xfrm>
            <a:off x="4503071" y="2902200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8" hasCustomPrompt="1"/>
          </p:nvPr>
        </p:nvSpPr>
        <p:spPr>
          <a:xfrm>
            <a:off x="4503071" y="4818133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9" hasCustomPrompt="1"/>
          </p:nvPr>
        </p:nvSpPr>
        <p:spPr>
          <a:xfrm>
            <a:off x="6099337" y="986284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3" hasCustomPrompt="1"/>
          </p:nvPr>
        </p:nvSpPr>
        <p:spPr>
          <a:xfrm>
            <a:off x="6099337" y="2902200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099337" y="4818133"/>
            <a:ext cx="15896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 idx="15"/>
          </p:nvPr>
        </p:nvSpPr>
        <p:spPr>
          <a:xfrm>
            <a:off x="7790537" y="819851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6"/>
          </p:nvPr>
        </p:nvSpPr>
        <p:spPr>
          <a:xfrm>
            <a:off x="7790537" y="1350817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ctrTitle" idx="17"/>
          </p:nvPr>
        </p:nvSpPr>
        <p:spPr>
          <a:xfrm>
            <a:off x="7790537" y="2740100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8"/>
          </p:nvPr>
        </p:nvSpPr>
        <p:spPr>
          <a:xfrm>
            <a:off x="7790537" y="3271067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ctrTitle" idx="19"/>
          </p:nvPr>
        </p:nvSpPr>
        <p:spPr>
          <a:xfrm>
            <a:off x="7790537" y="4660367"/>
            <a:ext cx="36388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20"/>
          </p:nvPr>
        </p:nvSpPr>
        <p:spPr>
          <a:xfrm>
            <a:off x="7790537" y="5191333"/>
            <a:ext cx="3638800" cy="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867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520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ED812-4EF6-45BE-AB46-492D6D0B849C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1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4" r:id="rId14"/>
    <p:sldLayoutId id="2147483673" r:id="rId15"/>
    <p:sldLayoutId id="2147483655" r:id="rId16"/>
    <p:sldLayoutId id="2147483654" r:id="rId17"/>
    <p:sldLayoutId id="2147483735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4814871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227" y="1260541"/>
            <a:ext cx="7013448" cy="2168459"/>
          </a:xfrm>
        </p:spPr>
        <p:txBody>
          <a:bodyPr/>
          <a:lstStyle/>
          <a:p>
            <a:pPr algn="ctr"/>
            <a:r>
              <a:rPr lang="en-US" sz="4800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Detectarea</a:t>
            </a:r>
            <a:r>
              <a:rPr lang="en-US" sz="480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800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atacului</a:t>
            </a:r>
            <a:r>
              <a:rPr lang="en-US" sz="480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de tip phishing </a:t>
            </a:r>
            <a:r>
              <a:rPr lang="en-US" sz="4800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prin</a:t>
            </a:r>
            <a:r>
              <a:rPr lang="en-US" sz="480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4800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analiza</a:t>
            </a:r>
            <a:r>
              <a:rPr lang="en-US" sz="4800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URL</a:t>
            </a:r>
          </a:p>
        </p:txBody>
      </p:sp>
      <p:sp>
        <p:nvSpPr>
          <p:cNvPr id="372" name="Subtitle 2">
            <a:extLst>
              <a:ext uri="{FF2B5EF4-FFF2-40B4-BE49-F238E27FC236}">
                <a16:creationId xmlns:a16="http://schemas.microsoft.com/office/drawing/2014/main" id="{E57F5751-0E5C-C9D5-B87A-811F1C7BDF18}"/>
              </a:ext>
            </a:extLst>
          </p:cNvPr>
          <p:cNvSpPr txBox="1">
            <a:spLocks/>
          </p:cNvSpPr>
          <p:nvPr/>
        </p:nvSpPr>
        <p:spPr>
          <a:xfrm>
            <a:off x="5904539" y="5014062"/>
            <a:ext cx="4603960" cy="11667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Proiect </a:t>
            </a:r>
            <a:r>
              <a:rPr lang="en-US" sz="2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realizat</a:t>
            </a:r>
            <a:r>
              <a:rPr lang="en-US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de: </a:t>
            </a:r>
            <a:r>
              <a:rPr lang="ro-RO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Anca-Maria Ciuciu</a:t>
            </a:r>
            <a:endParaRPr lang="en-US" sz="2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73" name="Picture 372" descr="A picture containing font, graphics, screenshot, graphic design&#10;&#10;Description automatically generated">
            <a:extLst>
              <a:ext uri="{FF2B5EF4-FFF2-40B4-BE49-F238E27FC236}">
                <a16:creationId xmlns:a16="http://schemas.microsoft.com/office/drawing/2014/main" id="{2021445F-D043-D15D-C5B8-3DCB3DC0F9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564" y="5902993"/>
            <a:ext cx="851606" cy="742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Picture 373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7CA36712-C661-D8F9-F7EA-1F09081E8C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095" y="5797745"/>
            <a:ext cx="911478" cy="9533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E69097F-8BFF-876E-6820-95D64DCFB7CC}"/>
              </a:ext>
            </a:extLst>
          </p:cNvPr>
          <p:cNvSpPr txBox="1">
            <a:spLocks/>
          </p:cNvSpPr>
          <p:nvPr/>
        </p:nvSpPr>
        <p:spPr>
          <a:xfrm>
            <a:off x="5346785" y="6008240"/>
            <a:ext cx="5340824" cy="7428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o-RO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Universitatea Politehnica din București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Facultatea</a:t>
            </a:r>
            <a:r>
              <a:rPr 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Automatic</a:t>
            </a:r>
            <a:r>
              <a:rPr lang="ro-RO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ă și Calculatoare </a:t>
            </a: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AF8A3"/>
            </a:gs>
            <a:gs pos="100000">
              <a:schemeClr val="accent4">
                <a:lumMod val="40000"/>
                <a:lumOff val="60000"/>
              </a:schemeClr>
            </a:gs>
          </a:gsLst>
          <a:lin ang="5400012" scaled="0"/>
        </a:gra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title" idx="6"/>
          </p:nvPr>
        </p:nvSpPr>
        <p:spPr>
          <a:xfrm>
            <a:off x="4503071" y="986284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latin typeface="Fira Sans Extra Condensed" panose="020B0503050000020004" pitchFamily="34" charset="0"/>
              </a:rPr>
              <a:t>01</a:t>
            </a:r>
            <a:endParaRPr>
              <a:latin typeface="Fira Sans Extra Condensed" panose="020B0503050000020004" pitchFamily="34" charset="0"/>
            </a:endParaRPr>
          </a:p>
        </p:txBody>
      </p:sp>
      <p:cxnSp>
        <p:nvCxnSpPr>
          <p:cNvPr id="304" name="Google Shape;304;p31"/>
          <p:cNvCxnSpPr/>
          <p:nvPr/>
        </p:nvCxnSpPr>
        <p:spPr>
          <a:xfrm>
            <a:off x="6096000" y="621200"/>
            <a:ext cx="0" cy="56156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5" name="Google Shape;305;p31"/>
          <p:cNvSpPr txBox="1">
            <a:spLocks noGrp="1"/>
          </p:cNvSpPr>
          <p:nvPr>
            <p:ph type="ctrTitle"/>
          </p:nvPr>
        </p:nvSpPr>
        <p:spPr>
          <a:xfrm>
            <a:off x="335668" y="1507887"/>
            <a:ext cx="4065795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Motivație </a:t>
            </a:r>
            <a:b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</a:br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și obiective</a:t>
            </a:r>
            <a:endParaRPr sz="3600" dirty="0">
              <a:solidFill>
                <a:schemeClr val="bg2">
                  <a:lumMod val="10000"/>
                </a:schemeClr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309" name="Google Shape;309;p31"/>
          <p:cNvSpPr txBox="1">
            <a:spLocks noGrp="1"/>
          </p:cNvSpPr>
          <p:nvPr>
            <p:ph type="ctrTitle" idx="4"/>
          </p:nvPr>
        </p:nvSpPr>
        <p:spPr>
          <a:xfrm>
            <a:off x="762663" y="3092151"/>
            <a:ext cx="3638800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Setul de date</a:t>
            </a:r>
            <a:endParaRPr sz="3600" dirty="0">
              <a:solidFill>
                <a:schemeClr val="bg2">
                  <a:lumMod val="10000"/>
                </a:schemeClr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7"/>
          </p:nvPr>
        </p:nvSpPr>
        <p:spPr>
          <a:xfrm>
            <a:off x="4503071" y="2902200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latin typeface="Fira Sans Extra Condensed" panose="020B0503050000020004" pitchFamily="34" charset="0"/>
              </a:rPr>
              <a:t>02</a:t>
            </a:r>
            <a:endParaRPr>
              <a:latin typeface="Fira Sans Extra Condensed" panose="020B0503050000020004" pitchFamily="34" charset="0"/>
            </a:endParaRPr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8"/>
          </p:nvPr>
        </p:nvSpPr>
        <p:spPr>
          <a:xfrm>
            <a:off x="4503071" y="4818133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latin typeface="Fira Sans Extra Condensed" panose="020B0503050000020004" pitchFamily="34" charset="0"/>
              </a:rPr>
              <a:t>03</a:t>
            </a:r>
            <a:endParaRPr>
              <a:latin typeface="Fira Sans Extra Condensed" panose="020B0503050000020004" pitchFamily="34" charset="0"/>
            </a:endParaRPr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9"/>
          </p:nvPr>
        </p:nvSpPr>
        <p:spPr>
          <a:xfrm>
            <a:off x="6099337" y="986284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>
                <a:latin typeface="Fira Sans Extra Condensed" panose="020B0503050000020004" pitchFamily="34" charset="0"/>
              </a:rPr>
              <a:t>04</a:t>
            </a:r>
            <a:endParaRPr dirty="0">
              <a:latin typeface="Fira Sans Extra Condensed" panose="020B0503050000020004" pitchFamily="34" charset="0"/>
            </a:endParaRPr>
          </a:p>
        </p:txBody>
      </p:sp>
      <p:sp>
        <p:nvSpPr>
          <p:cNvPr id="314" name="Google Shape;314;p31"/>
          <p:cNvSpPr txBox="1">
            <a:spLocks noGrp="1"/>
          </p:cNvSpPr>
          <p:nvPr>
            <p:ph type="title" idx="13"/>
          </p:nvPr>
        </p:nvSpPr>
        <p:spPr>
          <a:xfrm>
            <a:off x="6099337" y="2902200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latin typeface="Fira Sans Extra Condensed" panose="020B0503050000020004" pitchFamily="34" charset="0"/>
              </a:rPr>
              <a:t>05</a:t>
            </a:r>
            <a:endParaRPr>
              <a:latin typeface="Fira Sans Extra Condensed" panose="020B0503050000020004" pitchFamily="34" charset="0"/>
            </a:endParaRPr>
          </a:p>
        </p:txBody>
      </p:sp>
      <p:sp>
        <p:nvSpPr>
          <p:cNvPr id="315" name="Google Shape;315;p31"/>
          <p:cNvSpPr txBox="1">
            <a:spLocks noGrp="1"/>
          </p:cNvSpPr>
          <p:nvPr>
            <p:ph type="title" idx="14"/>
          </p:nvPr>
        </p:nvSpPr>
        <p:spPr>
          <a:xfrm>
            <a:off x="6099337" y="4818133"/>
            <a:ext cx="1589600" cy="105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latin typeface="Fira Sans Extra Condensed" panose="020B0503050000020004" pitchFamily="34" charset="0"/>
              </a:rPr>
              <a:t>06</a:t>
            </a:r>
            <a:endParaRPr>
              <a:latin typeface="Fira Sans Extra Condensed" panose="020B0503050000020004" pitchFamily="34" charset="0"/>
            </a:endParaRPr>
          </a:p>
        </p:txBody>
      </p:sp>
      <p:sp>
        <p:nvSpPr>
          <p:cNvPr id="316" name="Google Shape;316;p31"/>
          <p:cNvSpPr txBox="1">
            <a:spLocks noGrp="1"/>
          </p:cNvSpPr>
          <p:nvPr>
            <p:ph type="ctrTitle" idx="15"/>
          </p:nvPr>
        </p:nvSpPr>
        <p:spPr>
          <a:xfrm>
            <a:off x="1659071" y="5443467"/>
            <a:ext cx="3638800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Caracteristicile unui URL</a:t>
            </a:r>
            <a:endParaRPr sz="3600" dirty="0">
              <a:solidFill>
                <a:schemeClr val="bg2">
                  <a:lumMod val="10000"/>
                </a:schemeClr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318" name="Google Shape;318;p31"/>
          <p:cNvSpPr txBox="1">
            <a:spLocks noGrp="1"/>
          </p:cNvSpPr>
          <p:nvPr>
            <p:ph type="ctrTitle" idx="17"/>
          </p:nvPr>
        </p:nvSpPr>
        <p:spPr>
          <a:xfrm>
            <a:off x="7688937" y="1381277"/>
            <a:ext cx="4004063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Rezultatele modelelor existente</a:t>
            </a:r>
            <a:endParaRPr sz="3600" dirty="0">
              <a:solidFill>
                <a:schemeClr val="bg2">
                  <a:lumMod val="10000"/>
                </a:schemeClr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320" name="Google Shape;320;p31"/>
          <p:cNvSpPr txBox="1">
            <a:spLocks noGrp="1"/>
          </p:cNvSpPr>
          <p:nvPr>
            <p:ph type="ctrTitle" idx="19"/>
          </p:nvPr>
        </p:nvSpPr>
        <p:spPr>
          <a:xfrm>
            <a:off x="7790543" y="5010117"/>
            <a:ext cx="3902457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Evaluarea metricilor</a:t>
            </a:r>
            <a:endParaRPr sz="3600" dirty="0">
              <a:solidFill>
                <a:schemeClr val="bg2">
                  <a:lumMod val="10000"/>
                </a:schemeClr>
              </a:solidFill>
              <a:latin typeface="Fira Sans Extra Condensed" panose="020B0503050000020004" pitchFamily="34" charset="0"/>
            </a:endParaRPr>
          </a:p>
        </p:txBody>
      </p:sp>
      <p:cxnSp>
        <p:nvCxnSpPr>
          <p:cNvPr id="322" name="Google Shape;322;p31"/>
          <p:cNvCxnSpPr/>
          <p:nvPr/>
        </p:nvCxnSpPr>
        <p:spPr>
          <a:xfrm>
            <a:off x="1203000" y="2476267"/>
            <a:ext cx="97860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23" name="Google Shape;323;p31"/>
          <p:cNvCxnSpPr/>
          <p:nvPr/>
        </p:nvCxnSpPr>
        <p:spPr>
          <a:xfrm>
            <a:off x="1203000" y="4394233"/>
            <a:ext cx="97860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318;p31">
            <a:extLst>
              <a:ext uri="{FF2B5EF4-FFF2-40B4-BE49-F238E27FC236}">
                <a16:creationId xmlns:a16="http://schemas.microsoft.com/office/drawing/2014/main" id="{C4D417D9-0612-7238-3305-0CFCB5FFCA8C}"/>
              </a:ext>
            </a:extLst>
          </p:cNvPr>
          <p:cNvSpPr txBox="1">
            <a:spLocks/>
          </p:cNvSpPr>
          <p:nvPr/>
        </p:nvSpPr>
        <p:spPr>
          <a:xfrm>
            <a:off x="7787208" y="3397551"/>
            <a:ext cx="4004063" cy="61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 kern="1200">
                <a:solidFill>
                  <a:srgbClr val="1F1C5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2400">
                <a:solidFill>
                  <a:srgbClr val="1F1C51"/>
                </a:solidFill>
              </a:defRPr>
            </a:lvl9pPr>
          </a:lstStyle>
          <a:p>
            <a:r>
              <a:rPr lang="ro-RO" sz="3600" dirty="0">
                <a:solidFill>
                  <a:schemeClr val="bg2">
                    <a:lumMod val="10000"/>
                  </a:schemeClr>
                </a:solidFill>
                <a:latin typeface="Fira Sans Extra Condensed" panose="020B0503050000020004" pitchFamily="34" charset="0"/>
              </a:rPr>
              <a:t>Antrenarea rețelei neuronale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82" y="2119112"/>
            <a:ext cx="10942337" cy="359418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Studiu Intel</a:t>
            </a:r>
            <a:r>
              <a:rPr lang="en-US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: 97% </a:t>
            </a:r>
            <a:r>
              <a:rPr lang="en-US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dintre</a:t>
            </a:r>
            <a:r>
              <a:rPr lang="en-US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exper</a:t>
            </a:r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ții in securitate cibernetică </a:t>
            </a:r>
            <a:endParaRPr lang="en-US" b="1" dirty="0"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nu reușesc să identifice mail-urile ce conțin </a:t>
            </a:r>
            <a:r>
              <a:rPr lang="ro-RO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phishing</a:t>
            </a:r>
            <a:endParaRPr lang="en-US" b="1" dirty="0"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Protec</a:t>
            </a:r>
            <a:r>
              <a:rPr lang="ro-RO" b="1" dirty="0" err="1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ția</a:t>
            </a:r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datelor personale </a:t>
            </a:r>
            <a:endParaRPr lang="en-US" b="1" dirty="0"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Adaptabilitatea la tehnici avansate</a:t>
            </a:r>
            <a:endParaRPr lang="ro-RO" dirty="0"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b="1" dirty="0"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Educație și conștientizare</a:t>
            </a:r>
          </a:p>
        </p:txBody>
      </p:sp>
      <p:sp>
        <p:nvSpPr>
          <p:cNvPr id="221" name="Title 1">
            <a:extLst>
              <a:ext uri="{FF2B5EF4-FFF2-40B4-BE49-F238E27FC236}">
                <a16:creationId xmlns:a16="http://schemas.microsoft.com/office/drawing/2014/main" id="{CD378FF0-4368-7849-3462-DDB625AD04EF}"/>
              </a:ext>
            </a:extLst>
          </p:cNvPr>
          <p:cNvSpPr txBox="1">
            <a:spLocks/>
          </p:cNvSpPr>
          <p:nvPr/>
        </p:nvSpPr>
        <p:spPr>
          <a:xfrm>
            <a:off x="535791" y="650830"/>
            <a:ext cx="3971963" cy="10387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5400" dirty="0">
                <a:solidFill>
                  <a:schemeClr val="tx1"/>
                </a:solidFill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Motivație</a:t>
            </a:r>
            <a:endParaRPr lang="en-US" sz="5400" dirty="0">
              <a:solidFill>
                <a:schemeClr val="tx1"/>
              </a:solidFill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7" name="Slide Number Placeholder 7">
            <a:extLst>
              <a:ext uri="{FF2B5EF4-FFF2-40B4-BE49-F238E27FC236}">
                <a16:creationId xmlns:a16="http://schemas.microsoft.com/office/drawing/2014/main" id="{1C03126A-E651-5AAD-E716-70F73388EAFE}"/>
              </a:ext>
            </a:extLst>
          </p:cNvPr>
          <p:cNvSpPr txBox="1">
            <a:spLocks/>
          </p:cNvSpPr>
          <p:nvPr/>
        </p:nvSpPr>
        <p:spPr>
          <a:xfrm>
            <a:off x="6096000" y="630667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1</a:t>
            </a:r>
          </a:p>
        </p:txBody>
      </p:sp>
      <p:grpSp>
        <p:nvGrpSpPr>
          <p:cNvPr id="2" name="Google Shape;3862;p64">
            <a:extLst>
              <a:ext uri="{FF2B5EF4-FFF2-40B4-BE49-F238E27FC236}">
                <a16:creationId xmlns:a16="http://schemas.microsoft.com/office/drawing/2014/main" id="{E10188B0-8766-761D-87F6-7D4F1E67D9DB}"/>
              </a:ext>
            </a:extLst>
          </p:cNvPr>
          <p:cNvGrpSpPr/>
          <p:nvPr/>
        </p:nvGrpSpPr>
        <p:grpSpPr>
          <a:xfrm>
            <a:off x="8049911" y="2051866"/>
            <a:ext cx="2651031" cy="2448751"/>
            <a:chOff x="962450" y="238100"/>
            <a:chExt cx="5751300" cy="5238100"/>
          </a:xfrm>
        </p:grpSpPr>
        <p:sp>
          <p:nvSpPr>
            <p:cNvPr id="4" name="Google Shape;3863;p64">
              <a:extLst>
                <a:ext uri="{FF2B5EF4-FFF2-40B4-BE49-F238E27FC236}">
                  <a16:creationId xmlns:a16="http://schemas.microsoft.com/office/drawing/2014/main" id="{E6476900-8E3C-D8EF-90D9-7D0BBEEB6D36}"/>
                </a:ext>
              </a:extLst>
            </p:cNvPr>
            <p:cNvSpPr/>
            <p:nvPr/>
          </p:nvSpPr>
          <p:spPr>
            <a:xfrm>
              <a:off x="962450" y="238100"/>
              <a:ext cx="5751300" cy="5155000"/>
            </a:xfrm>
            <a:custGeom>
              <a:avLst/>
              <a:gdLst/>
              <a:ahLst/>
              <a:cxnLst/>
              <a:rect l="l" t="t" r="r" b="b"/>
              <a:pathLst>
                <a:path w="230052" h="206200" extrusionOk="0">
                  <a:moveTo>
                    <a:pt x="102974" y="1"/>
                  </a:moveTo>
                  <a:cubicBezTo>
                    <a:pt x="98160" y="1"/>
                    <a:pt x="93442" y="789"/>
                    <a:pt x="89459" y="2228"/>
                  </a:cubicBezTo>
                  <a:cubicBezTo>
                    <a:pt x="72174" y="8474"/>
                    <a:pt x="74478" y="22392"/>
                    <a:pt x="59497" y="32184"/>
                  </a:cubicBezTo>
                  <a:cubicBezTo>
                    <a:pt x="44516" y="41977"/>
                    <a:pt x="30110" y="38539"/>
                    <a:pt x="15706" y="51234"/>
                  </a:cubicBezTo>
                  <a:cubicBezTo>
                    <a:pt x="1301" y="63930"/>
                    <a:pt x="1" y="87997"/>
                    <a:pt x="5910" y="99256"/>
                  </a:cubicBezTo>
                  <a:cubicBezTo>
                    <a:pt x="11821" y="110515"/>
                    <a:pt x="18587" y="118762"/>
                    <a:pt x="12825" y="138129"/>
                  </a:cubicBezTo>
                  <a:cubicBezTo>
                    <a:pt x="7063" y="157496"/>
                    <a:pt x="7639" y="179991"/>
                    <a:pt x="30689" y="191829"/>
                  </a:cubicBezTo>
                  <a:cubicBezTo>
                    <a:pt x="35157" y="194125"/>
                    <a:pt x="39430" y="195026"/>
                    <a:pt x="43526" y="195026"/>
                  </a:cubicBezTo>
                  <a:cubicBezTo>
                    <a:pt x="58540" y="195026"/>
                    <a:pt x="71160" y="182906"/>
                    <a:pt x="82213" y="182906"/>
                  </a:cubicBezTo>
                  <a:cubicBezTo>
                    <a:pt x="83696" y="182906"/>
                    <a:pt x="85150" y="183124"/>
                    <a:pt x="86579" y="183619"/>
                  </a:cubicBezTo>
                  <a:cubicBezTo>
                    <a:pt x="99641" y="188143"/>
                    <a:pt x="122779" y="206199"/>
                    <a:pt x="149118" y="206199"/>
                  </a:cubicBezTo>
                  <a:cubicBezTo>
                    <a:pt x="152986" y="206199"/>
                    <a:pt x="156923" y="205810"/>
                    <a:pt x="160908" y="204931"/>
                  </a:cubicBezTo>
                  <a:cubicBezTo>
                    <a:pt x="192023" y="198068"/>
                    <a:pt x="178195" y="174485"/>
                    <a:pt x="198361" y="167774"/>
                  </a:cubicBezTo>
                  <a:cubicBezTo>
                    <a:pt x="218527" y="161063"/>
                    <a:pt x="230051" y="137885"/>
                    <a:pt x="223138" y="113418"/>
                  </a:cubicBezTo>
                  <a:cubicBezTo>
                    <a:pt x="216223" y="88949"/>
                    <a:pt x="198936" y="84248"/>
                    <a:pt x="202970" y="68845"/>
                  </a:cubicBezTo>
                  <a:cubicBezTo>
                    <a:pt x="206014" y="57223"/>
                    <a:pt x="210094" y="46044"/>
                    <a:pt x="202339" y="34863"/>
                  </a:cubicBezTo>
                  <a:cubicBezTo>
                    <a:pt x="193280" y="21800"/>
                    <a:pt x="178398" y="15485"/>
                    <a:pt x="163366" y="15485"/>
                  </a:cubicBezTo>
                  <a:cubicBezTo>
                    <a:pt x="161783" y="15485"/>
                    <a:pt x="160199" y="15555"/>
                    <a:pt x="158620" y="15695"/>
                  </a:cubicBezTo>
                  <a:cubicBezTo>
                    <a:pt x="155939" y="15932"/>
                    <a:pt x="153087" y="16107"/>
                    <a:pt x="150191" y="16107"/>
                  </a:cubicBezTo>
                  <a:cubicBezTo>
                    <a:pt x="146408" y="16107"/>
                    <a:pt x="142552" y="15808"/>
                    <a:pt x="138910" y="14960"/>
                  </a:cubicBezTo>
                  <a:cubicBezTo>
                    <a:pt x="131547" y="13246"/>
                    <a:pt x="128157" y="9128"/>
                    <a:pt x="122308" y="5219"/>
                  </a:cubicBezTo>
                  <a:lnTo>
                    <a:pt x="122283" y="5202"/>
                  </a:lnTo>
                  <a:cubicBezTo>
                    <a:pt x="116888" y="1602"/>
                    <a:pt x="109834" y="1"/>
                    <a:pt x="10297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864;p64">
              <a:extLst>
                <a:ext uri="{FF2B5EF4-FFF2-40B4-BE49-F238E27FC236}">
                  <a16:creationId xmlns:a16="http://schemas.microsoft.com/office/drawing/2014/main" id="{76CBBBF2-1700-F2E9-AE8B-9F38D35D8509}"/>
                </a:ext>
              </a:extLst>
            </p:cNvPr>
            <p:cNvSpPr/>
            <p:nvPr/>
          </p:nvSpPr>
          <p:spPr>
            <a:xfrm>
              <a:off x="1030525" y="242725"/>
              <a:ext cx="5561175" cy="5150350"/>
            </a:xfrm>
            <a:custGeom>
              <a:avLst/>
              <a:gdLst/>
              <a:ahLst/>
              <a:cxnLst/>
              <a:rect l="l" t="t" r="r" b="b"/>
              <a:pathLst>
                <a:path w="222447" h="206014" extrusionOk="0">
                  <a:moveTo>
                    <a:pt x="110280" y="112230"/>
                  </a:moveTo>
                  <a:lnTo>
                    <a:pt x="110417" y="112549"/>
                  </a:lnTo>
                  <a:lnTo>
                    <a:pt x="110251" y="112325"/>
                  </a:lnTo>
                  <a:lnTo>
                    <a:pt x="110280" y="112230"/>
                  </a:lnTo>
                  <a:close/>
                  <a:moveTo>
                    <a:pt x="109811" y="112342"/>
                  </a:moveTo>
                  <a:lnTo>
                    <a:pt x="110049" y="112595"/>
                  </a:lnTo>
                  <a:lnTo>
                    <a:pt x="109817" y="112440"/>
                  </a:lnTo>
                  <a:lnTo>
                    <a:pt x="109811" y="112342"/>
                  </a:lnTo>
                  <a:close/>
                  <a:moveTo>
                    <a:pt x="110758" y="112287"/>
                  </a:moveTo>
                  <a:lnTo>
                    <a:pt x="110778" y="112633"/>
                  </a:lnTo>
                  <a:lnTo>
                    <a:pt x="110699" y="112366"/>
                  </a:lnTo>
                  <a:lnTo>
                    <a:pt x="110758" y="112287"/>
                  </a:lnTo>
                  <a:close/>
                  <a:moveTo>
                    <a:pt x="109408" y="112607"/>
                  </a:moveTo>
                  <a:lnTo>
                    <a:pt x="109718" y="112763"/>
                  </a:lnTo>
                  <a:lnTo>
                    <a:pt x="109446" y="112698"/>
                  </a:lnTo>
                  <a:lnTo>
                    <a:pt x="109408" y="112607"/>
                  </a:lnTo>
                  <a:close/>
                  <a:moveTo>
                    <a:pt x="111190" y="112504"/>
                  </a:moveTo>
                  <a:lnTo>
                    <a:pt x="111090" y="112836"/>
                  </a:lnTo>
                  <a:lnTo>
                    <a:pt x="111107" y="112558"/>
                  </a:lnTo>
                  <a:lnTo>
                    <a:pt x="111190" y="112504"/>
                  </a:lnTo>
                  <a:close/>
                  <a:moveTo>
                    <a:pt x="109120" y="112994"/>
                  </a:moveTo>
                  <a:lnTo>
                    <a:pt x="109464" y="113034"/>
                  </a:lnTo>
                  <a:lnTo>
                    <a:pt x="109187" y="113066"/>
                  </a:lnTo>
                  <a:lnTo>
                    <a:pt x="109120" y="112994"/>
                  </a:lnTo>
                  <a:close/>
                  <a:moveTo>
                    <a:pt x="111520" y="112854"/>
                  </a:moveTo>
                  <a:lnTo>
                    <a:pt x="111312" y="113133"/>
                  </a:lnTo>
                  <a:lnTo>
                    <a:pt x="111424" y="112877"/>
                  </a:lnTo>
                  <a:lnTo>
                    <a:pt x="111520" y="112854"/>
                  </a:lnTo>
                  <a:close/>
                  <a:moveTo>
                    <a:pt x="111613" y="113286"/>
                  </a:moveTo>
                  <a:lnTo>
                    <a:pt x="111712" y="113297"/>
                  </a:lnTo>
                  <a:lnTo>
                    <a:pt x="111421" y="113488"/>
                  </a:lnTo>
                  <a:lnTo>
                    <a:pt x="111613" y="113286"/>
                  </a:lnTo>
                  <a:close/>
                  <a:moveTo>
                    <a:pt x="109319" y="113376"/>
                  </a:moveTo>
                  <a:lnTo>
                    <a:pt x="109069" y="113500"/>
                  </a:lnTo>
                  <a:lnTo>
                    <a:pt x="108981" y="113456"/>
                  </a:lnTo>
                  <a:lnTo>
                    <a:pt x="109319" y="113376"/>
                  </a:lnTo>
                  <a:close/>
                  <a:moveTo>
                    <a:pt x="111650" y="113734"/>
                  </a:moveTo>
                  <a:lnTo>
                    <a:pt x="111739" y="113779"/>
                  </a:lnTo>
                  <a:lnTo>
                    <a:pt x="111401" y="113859"/>
                  </a:lnTo>
                  <a:lnTo>
                    <a:pt x="111401" y="113859"/>
                  </a:lnTo>
                  <a:lnTo>
                    <a:pt x="111650" y="113734"/>
                  </a:lnTo>
                  <a:close/>
                  <a:moveTo>
                    <a:pt x="109300" y="113746"/>
                  </a:moveTo>
                  <a:lnTo>
                    <a:pt x="109108" y="113949"/>
                  </a:lnTo>
                  <a:lnTo>
                    <a:pt x="109009" y="113937"/>
                  </a:lnTo>
                  <a:lnTo>
                    <a:pt x="109300" y="113746"/>
                  </a:lnTo>
                  <a:close/>
                  <a:moveTo>
                    <a:pt x="110332" y="113136"/>
                  </a:moveTo>
                  <a:lnTo>
                    <a:pt x="110498" y="113155"/>
                  </a:lnTo>
                  <a:lnTo>
                    <a:pt x="110648" y="113231"/>
                  </a:lnTo>
                  <a:lnTo>
                    <a:pt x="110763" y="113352"/>
                  </a:lnTo>
                  <a:lnTo>
                    <a:pt x="110829" y="113505"/>
                  </a:lnTo>
                  <a:lnTo>
                    <a:pt x="110840" y="113673"/>
                  </a:lnTo>
                  <a:lnTo>
                    <a:pt x="110790" y="113834"/>
                  </a:lnTo>
                  <a:lnTo>
                    <a:pt x="110691" y="113968"/>
                  </a:lnTo>
                  <a:lnTo>
                    <a:pt x="110551" y="114059"/>
                  </a:lnTo>
                  <a:lnTo>
                    <a:pt x="110387" y="114099"/>
                  </a:lnTo>
                  <a:lnTo>
                    <a:pt x="110222" y="114080"/>
                  </a:lnTo>
                  <a:lnTo>
                    <a:pt x="110072" y="114004"/>
                  </a:lnTo>
                  <a:lnTo>
                    <a:pt x="109957" y="113882"/>
                  </a:lnTo>
                  <a:lnTo>
                    <a:pt x="109891" y="113728"/>
                  </a:lnTo>
                  <a:lnTo>
                    <a:pt x="109881" y="113562"/>
                  </a:lnTo>
                  <a:lnTo>
                    <a:pt x="109929" y="113401"/>
                  </a:lnTo>
                  <a:lnTo>
                    <a:pt x="110029" y="113267"/>
                  </a:lnTo>
                  <a:lnTo>
                    <a:pt x="110169" y="113174"/>
                  </a:lnTo>
                  <a:lnTo>
                    <a:pt x="110332" y="113136"/>
                  </a:lnTo>
                  <a:close/>
                  <a:moveTo>
                    <a:pt x="111533" y="114169"/>
                  </a:moveTo>
                  <a:lnTo>
                    <a:pt x="111600" y="114241"/>
                  </a:lnTo>
                  <a:lnTo>
                    <a:pt x="111600" y="114241"/>
                  </a:lnTo>
                  <a:lnTo>
                    <a:pt x="111255" y="114200"/>
                  </a:lnTo>
                  <a:lnTo>
                    <a:pt x="111533" y="114169"/>
                  </a:lnTo>
                  <a:close/>
                  <a:moveTo>
                    <a:pt x="109408" y="114101"/>
                  </a:moveTo>
                  <a:lnTo>
                    <a:pt x="109296" y="114358"/>
                  </a:lnTo>
                  <a:lnTo>
                    <a:pt x="109200" y="114381"/>
                  </a:lnTo>
                  <a:lnTo>
                    <a:pt x="109408" y="114101"/>
                  </a:lnTo>
                  <a:close/>
                  <a:moveTo>
                    <a:pt x="111002" y="114471"/>
                  </a:moveTo>
                  <a:lnTo>
                    <a:pt x="111273" y="114537"/>
                  </a:lnTo>
                  <a:lnTo>
                    <a:pt x="111312" y="114628"/>
                  </a:lnTo>
                  <a:lnTo>
                    <a:pt x="111312" y="114628"/>
                  </a:lnTo>
                  <a:lnTo>
                    <a:pt x="111002" y="114471"/>
                  </a:lnTo>
                  <a:close/>
                  <a:moveTo>
                    <a:pt x="109631" y="114398"/>
                  </a:moveTo>
                  <a:lnTo>
                    <a:pt x="109614" y="114677"/>
                  </a:lnTo>
                  <a:lnTo>
                    <a:pt x="109531" y="114731"/>
                  </a:lnTo>
                  <a:lnTo>
                    <a:pt x="109631" y="114398"/>
                  </a:lnTo>
                  <a:close/>
                  <a:moveTo>
                    <a:pt x="110672" y="114640"/>
                  </a:moveTo>
                  <a:lnTo>
                    <a:pt x="110904" y="114793"/>
                  </a:lnTo>
                  <a:lnTo>
                    <a:pt x="110910" y="114893"/>
                  </a:lnTo>
                  <a:lnTo>
                    <a:pt x="110672" y="114640"/>
                  </a:lnTo>
                  <a:close/>
                  <a:moveTo>
                    <a:pt x="109941" y="114600"/>
                  </a:moveTo>
                  <a:lnTo>
                    <a:pt x="110020" y="114868"/>
                  </a:lnTo>
                  <a:lnTo>
                    <a:pt x="109962" y="114948"/>
                  </a:lnTo>
                  <a:lnTo>
                    <a:pt x="109941" y="114600"/>
                  </a:lnTo>
                  <a:close/>
                  <a:moveTo>
                    <a:pt x="110302" y="114684"/>
                  </a:moveTo>
                  <a:lnTo>
                    <a:pt x="110469" y="114910"/>
                  </a:lnTo>
                  <a:lnTo>
                    <a:pt x="110440" y="115003"/>
                  </a:lnTo>
                  <a:lnTo>
                    <a:pt x="110302" y="114684"/>
                  </a:lnTo>
                  <a:close/>
                  <a:moveTo>
                    <a:pt x="104234" y="1"/>
                  </a:moveTo>
                  <a:lnTo>
                    <a:pt x="110755" y="112213"/>
                  </a:lnTo>
                  <a:lnTo>
                    <a:pt x="110678" y="112294"/>
                  </a:lnTo>
                  <a:lnTo>
                    <a:pt x="79198" y="6022"/>
                  </a:lnTo>
                  <a:cubicBezTo>
                    <a:pt x="74748" y="9347"/>
                    <a:pt x="72244" y="13504"/>
                    <a:pt x="69568" y="17815"/>
                  </a:cubicBezTo>
                  <a:lnTo>
                    <a:pt x="110251" y="112163"/>
                  </a:lnTo>
                  <a:lnTo>
                    <a:pt x="110206" y="112265"/>
                  </a:lnTo>
                  <a:lnTo>
                    <a:pt x="52601" y="34415"/>
                  </a:lnTo>
                  <a:cubicBezTo>
                    <a:pt x="48537" y="36485"/>
                    <a:pt x="44514" y="37772"/>
                    <a:pt x="40518" y="38876"/>
                  </a:cubicBezTo>
                  <a:lnTo>
                    <a:pt x="109759" y="112288"/>
                  </a:lnTo>
                  <a:lnTo>
                    <a:pt x="109753" y="112399"/>
                  </a:lnTo>
                  <a:lnTo>
                    <a:pt x="14793" y="49546"/>
                  </a:lnTo>
                  <a:cubicBezTo>
                    <a:pt x="14190" y="50024"/>
                    <a:pt x="13587" y="50518"/>
                    <a:pt x="12983" y="51049"/>
                  </a:cubicBezTo>
                  <a:cubicBezTo>
                    <a:pt x="9931" y="53739"/>
                    <a:pt x="7472" y="56943"/>
                    <a:pt x="5541" y="60425"/>
                  </a:cubicBezTo>
                  <a:lnTo>
                    <a:pt x="109342" y="112575"/>
                  </a:lnTo>
                  <a:lnTo>
                    <a:pt x="109373" y="112680"/>
                  </a:lnTo>
                  <a:lnTo>
                    <a:pt x="1" y="86422"/>
                  </a:lnTo>
                  <a:lnTo>
                    <a:pt x="1" y="86422"/>
                  </a:lnTo>
                  <a:cubicBezTo>
                    <a:pt x="341" y="91335"/>
                    <a:pt x="1449" y="95760"/>
                    <a:pt x="3187" y="99071"/>
                  </a:cubicBezTo>
                  <a:cubicBezTo>
                    <a:pt x="3477" y="99621"/>
                    <a:pt x="3767" y="100163"/>
                    <a:pt x="4058" y="100699"/>
                  </a:cubicBezTo>
                  <a:lnTo>
                    <a:pt x="109045" y="112986"/>
                  </a:lnTo>
                  <a:lnTo>
                    <a:pt x="109111" y="113075"/>
                  </a:lnTo>
                  <a:lnTo>
                    <a:pt x="12288" y="124106"/>
                  </a:lnTo>
                  <a:cubicBezTo>
                    <a:pt x="12327" y="127780"/>
                    <a:pt x="11778" y="131934"/>
                    <a:pt x="10425" y="136800"/>
                  </a:cubicBezTo>
                  <a:lnTo>
                    <a:pt x="108909" y="113473"/>
                  </a:lnTo>
                  <a:lnTo>
                    <a:pt x="109001" y="113534"/>
                  </a:lnTo>
                  <a:lnTo>
                    <a:pt x="7547" y="164117"/>
                  </a:lnTo>
                  <a:cubicBezTo>
                    <a:pt x="8256" y="168831"/>
                    <a:pt x="9754" y="173372"/>
                    <a:pt x="12270" y="177545"/>
                  </a:cubicBezTo>
                  <a:lnTo>
                    <a:pt x="108947" y="113978"/>
                  </a:lnTo>
                  <a:lnTo>
                    <a:pt x="109055" y="114004"/>
                  </a:lnTo>
                  <a:lnTo>
                    <a:pt x="33340" y="193791"/>
                  </a:lnTo>
                  <a:cubicBezTo>
                    <a:pt x="35891" y="194524"/>
                    <a:pt x="38376" y="194840"/>
                    <a:pt x="40798" y="194840"/>
                  </a:cubicBezTo>
                  <a:cubicBezTo>
                    <a:pt x="44116" y="194840"/>
                    <a:pt x="47317" y="194248"/>
                    <a:pt x="50411" y="193326"/>
                  </a:cubicBezTo>
                  <a:lnTo>
                    <a:pt x="109156" y="114440"/>
                  </a:lnTo>
                  <a:lnTo>
                    <a:pt x="109266" y="114428"/>
                  </a:lnTo>
                  <a:lnTo>
                    <a:pt x="79571" y="182722"/>
                  </a:lnTo>
                  <a:cubicBezTo>
                    <a:pt x="81025" y="182729"/>
                    <a:pt x="82452" y="182948"/>
                    <a:pt x="83856" y="183434"/>
                  </a:cubicBezTo>
                  <a:cubicBezTo>
                    <a:pt x="85254" y="183919"/>
                    <a:pt x="86768" y="184558"/>
                    <a:pt x="88389" y="185314"/>
                  </a:cubicBezTo>
                  <a:lnTo>
                    <a:pt x="109509" y="114802"/>
                  </a:lnTo>
                  <a:lnTo>
                    <a:pt x="109609" y="114753"/>
                  </a:lnTo>
                  <a:lnTo>
                    <a:pt x="104776" y="193771"/>
                  </a:lnTo>
                  <a:cubicBezTo>
                    <a:pt x="107955" y="195391"/>
                    <a:pt x="111311" y="197023"/>
                    <a:pt x="114819" y="198543"/>
                  </a:cubicBezTo>
                  <a:lnTo>
                    <a:pt x="109966" y="115021"/>
                  </a:lnTo>
                  <a:lnTo>
                    <a:pt x="110042" y="114941"/>
                  </a:lnTo>
                  <a:lnTo>
                    <a:pt x="136792" y="205246"/>
                  </a:lnTo>
                  <a:cubicBezTo>
                    <a:pt x="139937" y="205738"/>
                    <a:pt x="143144" y="206014"/>
                    <a:pt x="146400" y="206014"/>
                  </a:cubicBezTo>
                  <a:cubicBezTo>
                    <a:pt x="147476" y="206014"/>
                    <a:pt x="148557" y="205983"/>
                    <a:pt x="149643" y="205921"/>
                  </a:cubicBezTo>
                  <a:lnTo>
                    <a:pt x="110470" y="115072"/>
                  </a:lnTo>
                  <a:lnTo>
                    <a:pt x="110515" y="114970"/>
                  </a:lnTo>
                  <a:lnTo>
                    <a:pt x="172423" y="198633"/>
                  </a:lnTo>
                  <a:cubicBezTo>
                    <a:pt x="176323" y="195605"/>
                    <a:pt x="178505" y="191987"/>
                    <a:pt x="180127" y="188277"/>
                  </a:cubicBezTo>
                  <a:lnTo>
                    <a:pt x="110961" y="114947"/>
                  </a:lnTo>
                  <a:lnTo>
                    <a:pt x="110968" y="114835"/>
                  </a:lnTo>
                  <a:lnTo>
                    <a:pt x="192588" y="168858"/>
                  </a:lnTo>
                  <a:cubicBezTo>
                    <a:pt x="193571" y="168359"/>
                    <a:pt x="194591" y="167936"/>
                    <a:pt x="195638" y="167589"/>
                  </a:cubicBezTo>
                  <a:cubicBezTo>
                    <a:pt x="199352" y="166353"/>
                    <a:pt x="202846" y="164531"/>
                    <a:pt x="205986" y="162191"/>
                  </a:cubicBezTo>
                  <a:lnTo>
                    <a:pt x="111379" y="114660"/>
                  </a:lnTo>
                  <a:lnTo>
                    <a:pt x="111347" y="114555"/>
                  </a:lnTo>
                  <a:lnTo>
                    <a:pt x="220545" y="140771"/>
                  </a:lnTo>
                  <a:cubicBezTo>
                    <a:pt x="221794" y="136507"/>
                    <a:pt x="222446" y="131946"/>
                    <a:pt x="222420" y="127209"/>
                  </a:cubicBezTo>
                  <a:lnTo>
                    <a:pt x="111674" y="114249"/>
                  </a:lnTo>
                  <a:lnTo>
                    <a:pt x="111609" y="114159"/>
                  </a:lnTo>
                  <a:lnTo>
                    <a:pt x="216103" y="102253"/>
                  </a:lnTo>
                  <a:cubicBezTo>
                    <a:pt x="213778" y="97725"/>
                    <a:pt x="211166" y="94053"/>
                    <a:pt x="208713" y="90809"/>
                  </a:cubicBezTo>
                  <a:lnTo>
                    <a:pt x="111811" y="113762"/>
                  </a:lnTo>
                  <a:lnTo>
                    <a:pt x="111719" y="113701"/>
                  </a:lnTo>
                  <a:lnTo>
                    <a:pt x="200019" y="69675"/>
                  </a:lnTo>
                  <a:cubicBezTo>
                    <a:pt x="200089" y="69341"/>
                    <a:pt x="200156" y="69006"/>
                    <a:pt x="200247" y="68660"/>
                  </a:cubicBezTo>
                  <a:cubicBezTo>
                    <a:pt x="201661" y="63261"/>
                    <a:pt x="203297" y="57957"/>
                    <a:pt x="203868" y="52703"/>
                  </a:cubicBezTo>
                  <a:lnTo>
                    <a:pt x="203868" y="52703"/>
                  </a:lnTo>
                  <a:lnTo>
                    <a:pt x="111773" y="113257"/>
                  </a:lnTo>
                  <a:lnTo>
                    <a:pt x="111665" y="113231"/>
                  </a:lnTo>
                  <a:lnTo>
                    <a:pt x="193180" y="27331"/>
                  </a:lnTo>
                  <a:cubicBezTo>
                    <a:pt x="189554" y="24030"/>
                    <a:pt x="185444" y="21425"/>
                    <a:pt x="181047" y="19492"/>
                  </a:cubicBezTo>
                  <a:lnTo>
                    <a:pt x="111564" y="112795"/>
                  </a:lnTo>
                  <a:lnTo>
                    <a:pt x="111455" y="112807"/>
                  </a:lnTo>
                  <a:lnTo>
                    <a:pt x="153684" y="15686"/>
                  </a:lnTo>
                  <a:lnTo>
                    <a:pt x="153684" y="15686"/>
                  </a:lnTo>
                  <a:cubicBezTo>
                    <a:pt x="151675" y="15827"/>
                    <a:pt x="149594" y="15920"/>
                    <a:pt x="147490" y="15920"/>
                  </a:cubicBezTo>
                  <a:cubicBezTo>
                    <a:pt x="145081" y="15920"/>
                    <a:pt x="142642" y="15799"/>
                    <a:pt x="140248" y="15493"/>
                  </a:cubicBezTo>
                  <a:lnTo>
                    <a:pt x="111210" y="112433"/>
                  </a:lnTo>
                  <a:lnTo>
                    <a:pt x="111112" y="112482"/>
                  </a:lnTo>
                  <a:lnTo>
                    <a:pt x="117752" y="3918"/>
                  </a:lnTo>
                  <a:cubicBezTo>
                    <a:pt x="113747" y="1703"/>
                    <a:pt x="109031" y="442"/>
                    <a:pt x="104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865;p64">
              <a:extLst>
                <a:ext uri="{FF2B5EF4-FFF2-40B4-BE49-F238E27FC236}">
                  <a16:creationId xmlns:a16="http://schemas.microsoft.com/office/drawing/2014/main" id="{46F55741-2B70-C5E9-E7B2-75EA2896D229}"/>
                </a:ext>
              </a:extLst>
            </p:cNvPr>
            <p:cNvSpPr/>
            <p:nvPr/>
          </p:nvSpPr>
          <p:spPr>
            <a:xfrm>
              <a:off x="1506350" y="5243875"/>
              <a:ext cx="4508750" cy="232325"/>
            </a:xfrm>
            <a:custGeom>
              <a:avLst/>
              <a:gdLst/>
              <a:ahLst/>
              <a:cxnLst/>
              <a:rect l="l" t="t" r="r" b="b"/>
              <a:pathLst>
                <a:path w="180350" h="9293" extrusionOk="0">
                  <a:moveTo>
                    <a:pt x="90174" y="0"/>
                  </a:moveTo>
                  <a:cubicBezTo>
                    <a:pt x="66259" y="0"/>
                    <a:pt x="43323" y="490"/>
                    <a:pt x="26412" y="1362"/>
                  </a:cubicBezTo>
                  <a:cubicBezTo>
                    <a:pt x="9501" y="2232"/>
                    <a:pt x="0" y="3414"/>
                    <a:pt x="0" y="4646"/>
                  </a:cubicBezTo>
                  <a:cubicBezTo>
                    <a:pt x="0" y="5879"/>
                    <a:pt x="9501" y="7060"/>
                    <a:pt x="26412" y="7931"/>
                  </a:cubicBezTo>
                  <a:cubicBezTo>
                    <a:pt x="43323" y="8803"/>
                    <a:pt x="66259" y="9292"/>
                    <a:pt x="90174" y="9292"/>
                  </a:cubicBezTo>
                  <a:cubicBezTo>
                    <a:pt x="114090" y="9292"/>
                    <a:pt x="137027" y="8803"/>
                    <a:pt x="153938" y="7931"/>
                  </a:cubicBezTo>
                  <a:cubicBezTo>
                    <a:pt x="170849" y="7060"/>
                    <a:pt x="180349" y="5879"/>
                    <a:pt x="180349" y="4646"/>
                  </a:cubicBezTo>
                  <a:cubicBezTo>
                    <a:pt x="180349" y="3414"/>
                    <a:pt x="170849" y="2232"/>
                    <a:pt x="153938" y="1362"/>
                  </a:cubicBezTo>
                  <a:cubicBezTo>
                    <a:pt x="137027" y="490"/>
                    <a:pt x="114090" y="0"/>
                    <a:pt x="90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66;p64">
              <a:extLst>
                <a:ext uri="{FF2B5EF4-FFF2-40B4-BE49-F238E27FC236}">
                  <a16:creationId xmlns:a16="http://schemas.microsoft.com/office/drawing/2014/main" id="{502982FD-F92C-58C6-3980-FFE4F237D32C}"/>
                </a:ext>
              </a:extLst>
            </p:cNvPr>
            <p:cNvSpPr/>
            <p:nvPr/>
          </p:nvSpPr>
          <p:spPr>
            <a:xfrm>
              <a:off x="2371200" y="3301350"/>
              <a:ext cx="2908425" cy="1849500"/>
            </a:xfrm>
            <a:custGeom>
              <a:avLst/>
              <a:gdLst/>
              <a:ahLst/>
              <a:cxnLst/>
              <a:rect l="l" t="t" r="r" b="b"/>
              <a:pathLst>
                <a:path w="116337" h="73980" extrusionOk="0">
                  <a:moveTo>
                    <a:pt x="64" y="0"/>
                  </a:moveTo>
                  <a:cubicBezTo>
                    <a:pt x="29" y="0"/>
                    <a:pt x="1" y="30"/>
                    <a:pt x="1" y="64"/>
                  </a:cubicBezTo>
                  <a:lnTo>
                    <a:pt x="1" y="73979"/>
                  </a:lnTo>
                  <a:lnTo>
                    <a:pt x="116337" y="73979"/>
                  </a:lnTo>
                  <a:lnTo>
                    <a:pt x="116337" y="64"/>
                  </a:lnTo>
                  <a:cubicBezTo>
                    <a:pt x="116337" y="29"/>
                    <a:pt x="116308" y="0"/>
                    <a:pt x="116273" y="0"/>
                  </a:cubicBezTo>
                  <a:lnTo>
                    <a:pt x="67" y="0"/>
                  </a:lnTo>
                  <a:cubicBezTo>
                    <a:pt x="66" y="0"/>
                    <a:pt x="65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67;p64">
              <a:extLst>
                <a:ext uri="{FF2B5EF4-FFF2-40B4-BE49-F238E27FC236}">
                  <a16:creationId xmlns:a16="http://schemas.microsoft.com/office/drawing/2014/main" id="{71781618-F841-11D2-1AD9-7F6A136FC7D2}"/>
                </a:ext>
              </a:extLst>
            </p:cNvPr>
            <p:cNvSpPr/>
            <p:nvPr/>
          </p:nvSpPr>
          <p:spPr>
            <a:xfrm>
              <a:off x="2364000" y="3294125"/>
              <a:ext cx="2922825" cy="1863925"/>
            </a:xfrm>
            <a:custGeom>
              <a:avLst/>
              <a:gdLst/>
              <a:ahLst/>
              <a:cxnLst/>
              <a:rect l="l" t="t" r="r" b="b"/>
              <a:pathLst>
                <a:path w="116913" h="74557" extrusionOk="0">
                  <a:moveTo>
                    <a:pt x="114150" y="577"/>
                  </a:moveTo>
                  <a:cubicBezTo>
                    <a:pt x="115356" y="577"/>
                    <a:pt x="116337" y="1557"/>
                    <a:pt x="116337" y="2764"/>
                  </a:cubicBezTo>
                  <a:lnTo>
                    <a:pt x="116337" y="73981"/>
                  </a:lnTo>
                  <a:lnTo>
                    <a:pt x="578" y="73981"/>
                  </a:lnTo>
                  <a:lnTo>
                    <a:pt x="576" y="2764"/>
                  </a:lnTo>
                  <a:cubicBezTo>
                    <a:pt x="576" y="1557"/>
                    <a:pt x="1558" y="577"/>
                    <a:pt x="2764" y="577"/>
                  </a:cubicBezTo>
                  <a:close/>
                  <a:moveTo>
                    <a:pt x="2764" y="0"/>
                  </a:moveTo>
                  <a:cubicBezTo>
                    <a:pt x="1240" y="0"/>
                    <a:pt x="1" y="1240"/>
                    <a:pt x="1" y="2764"/>
                  </a:cubicBezTo>
                  <a:lnTo>
                    <a:pt x="1" y="74268"/>
                  </a:lnTo>
                  <a:cubicBezTo>
                    <a:pt x="1" y="74427"/>
                    <a:pt x="130" y="74556"/>
                    <a:pt x="289" y="74556"/>
                  </a:cubicBezTo>
                  <a:lnTo>
                    <a:pt x="116625" y="74556"/>
                  </a:lnTo>
                  <a:cubicBezTo>
                    <a:pt x="116783" y="74556"/>
                    <a:pt x="116913" y="74427"/>
                    <a:pt x="116913" y="74268"/>
                  </a:cubicBezTo>
                  <a:lnTo>
                    <a:pt x="116913" y="2764"/>
                  </a:lnTo>
                  <a:cubicBezTo>
                    <a:pt x="116913" y="1240"/>
                    <a:pt x="115672" y="0"/>
                    <a:pt x="114149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68;p64">
              <a:extLst>
                <a:ext uri="{FF2B5EF4-FFF2-40B4-BE49-F238E27FC236}">
                  <a16:creationId xmlns:a16="http://schemas.microsoft.com/office/drawing/2014/main" id="{9EBB111C-24CA-4B0F-4E55-F4617E2C6F6F}"/>
                </a:ext>
              </a:extLst>
            </p:cNvPr>
            <p:cNvSpPr/>
            <p:nvPr/>
          </p:nvSpPr>
          <p:spPr>
            <a:xfrm>
              <a:off x="2520625" y="3441725"/>
              <a:ext cx="2609575" cy="1734000"/>
            </a:xfrm>
            <a:custGeom>
              <a:avLst/>
              <a:gdLst/>
              <a:ahLst/>
              <a:cxnLst/>
              <a:rect l="l" t="t" r="r" b="b"/>
              <a:pathLst>
                <a:path w="104383" h="69360" extrusionOk="0">
                  <a:moveTo>
                    <a:pt x="64" y="1"/>
                  </a:moveTo>
                  <a:cubicBezTo>
                    <a:pt x="29" y="1"/>
                    <a:pt x="0" y="30"/>
                    <a:pt x="0" y="65"/>
                  </a:cubicBezTo>
                  <a:lnTo>
                    <a:pt x="0" y="69360"/>
                  </a:lnTo>
                  <a:lnTo>
                    <a:pt x="104383" y="69360"/>
                  </a:lnTo>
                  <a:lnTo>
                    <a:pt x="104383" y="65"/>
                  </a:lnTo>
                  <a:cubicBezTo>
                    <a:pt x="104383" y="30"/>
                    <a:pt x="104354" y="1"/>
                    <a:pt x="10431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869;p64">
              <a:extLst>
                <a:ext uri="{FF2B5EF4-FFF2-40B4-BE49-F238E27FC236}">
                  <a16:creationId xmlns:a16="http://schemas.microsoft.com/office/drawing/2014/main" id="{491FB173-D162-B1DC-62E8-E631F432BBB1}"/>
                </a:ext>
              </a:extLst>
            </p:cNvPr>
            <p:cNvSpPr/>
            <p:nvPr/>
          </p:nvSpPr>
          <p:spPr>
            <a:xfrm>
              <a:off x="2017725" y="5114250"/>
              <a:ext cx="3486000" cy="186000"/>
            </a:xfrm>
            <a:custGeom>
              <a:avLst/>
              <a:gdLst/>
              <a:ahLst/>
              <a:cxnLst/>
              <a:rect l="l" t="t" r="r" b="b"/>
              <a:pathLst>
                <a:path w="139440" h="7440" extrusionOk="0">
                  <a:moveTo>
                    <a:pt x="1" y="0"/>
                  </a:moveTo>
                  <a:cubicBezTo>
                    <a:pt x="1" y="4108"/>
                    <a:pt x="4459" y="7439"/>
                    <a:pt x="9959" y="7439"/>
                  </a:cubicBezTo>
                  <a:lnTo>
                    <a:pt x="129479" y="7439"/>
                  </a:lnTo>
                  <a:cubicBezTo>
                    <a:pt x="134980" y="7439"/>
                    <a:pt x="139439" y="4108"/>
                    <a:pt x="139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70;p64">
              <a:extLst>
                <a:ext uri="{FF2B5EF4-FFF2-40B4-BE49-F238E27FC236}">
                  <a16:creationId xmlns:a16="http://schemas.microsoft.com/office/drawing/2014/main" id="{F59C6750-AE1A-C0B9-06EE-545D65C57C84}"/>
                </a:ext>
              </a:extLst>
            </p:cNvPr>
            <p:cNvSpPr/>
            <p:nvPr/>
          </p:nvSpPr>
          <p:spPr>
            <a:xfrm>
              <a:off x="2010500" y="5107050"/>
              <a:ext cx="3500400" cy="200425"/>
            </a:xfrm>
            <a:custGeom>
              <a:avLst/>
              <a:gdLst/>
              <a:ahLst/>
              <a:cxnLst/>
              <a:rect l="l" t="t" r="r" b="b"/>
              <a:pathLst>
                <a:path w="140016" h="8017" extrusionOk="0">
                  <a:moveTo>
                    <a:pt x="139432" y="576"/>
                  </a:moveTo>
                  <a:cubicBezTo>
                    <a:pt x="139227" y="4387"/>
                    <a:pt x="134971" y="7439"/>
                    <a:pt x="129768" y="7439"/>
                  </a:cubicBezTo>
                  <a:lnTo>
                    <a:pt x="10248" y="7439"/>
                  </a:lnTo>
                  <a:cubicBezTo>
                    <a:pt x="5047" y="7439"/>
                    <a:pt x="790" y="4387"/>
                    <a:pt x="585" y="576"/>
                  </a:cubicBezTo>
                  <a:close/>
                  <a:moveTo>
                    <a:pt x="290" y="0"/>
                  </a:moveTo>
                  <a:cubicBezTo>
                    <a:pt x="130" y="0"/>
                    <a:pt x="0" y="129"/>
                    <a:pt x="0" y="288"/>
                  </a:cubicBezTo>
                  <a:cubicBezTo>
                    <a:pt x="0" y="4549"/>
                    <a:pt x="4598" y="8016"/>
                    <a:pt x="10248" y="8016"/>
                  </a:cubicBezTo>
                  <a:lnTo>
                    <a:pt x="129768" y="8016"/>
                  </a:lnTo>
                  <a:cubicBezTo>
                    <a:pt x="135420" y="8016"/>
                    <a:pt x="140016" y="4549"/>
                    <a:pt x="140016" y="288"/>
                  </a:cubicBezTo>
                  <a:cubicBezTo>
                    <a:pt x="140016" y="129"/>
                    <a:pt x="139888" y="0"/>
                    <a:pt x="139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71;p64">
              <a:extLst>
                <a:ext uri="{FF2B5EF4-FFF2-40B4-BE49-F238E27FC236}">
                  <a16:creationId xmlns:a16="http://schemas.microsoft.com/office/drawing/2014/main" id="{A2537BE0-840F-C7B1-CA88-5EE9150CC734}"/>
                </a:ext>
              </a:extLst>
            </p:cNvPr>
            <p:cNvSpPr/>
            <p:nvPr/>
          </p:nvSpPr>
          <p:spPr>
            <a:xfrm>
              <a:off x="2558025" y="1598375"/>
              <a:ext cx="1254950" cy="2801925"/>
            </a:xfrm>
            <a:custGeom>
              <a:avLst/>
              <a:gdLst/>
              <a:ahLst/>
              <a:cxnLst/>
              <a:rect l="l" t="t" r="r" b="b"/>
              <a:pathLst>
                <a:path w="50198" h="112077" extrusionOk="0">
                  <a:moveTo>
                    <a:pt x="50198" y="0"/>
                  </a:moveTo>
                  <a:cubicBezTo>
                    <a:pt x="42527" y="7305"/>
                    <a:pt x="22893" y="14678"/>
                    <a:pt x="0" y="30321"/>
                  </a:cubicBezTo>
                  <a:cubicBezTo>
                    <a:pt x="0" y="30321"/>
                    <a:pt x="1430" y="83182"/>
                    <a:pt x="50198" y="112076"/>
                  </a:cubicBezTo>
                  <a:lnTo>
                    <a:pt x="50198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72;p64">
              <a:extLst>
                <a:ext uri="{FF2B5EF4-FFF2-40B4-BE49-F238E27FC236}">
                  <a16:creationId xmlns:a16="http://schemas.microsoft.com/office/drawing/2014/main" id="{5323B601-A5E7-7D19-F4AE-941F35DBA9C6}"/>
                </a:ext>
              </a:extLst>
            </p:cNvPr>
            <p:cNvSpPr/>
            <p:nvPr/>
          </p:nvSpPr>
          <p:spPr>
            <a:xfrm>
              <a:off x="2550725" y="1591175"/>
              <a:ext cx="1269450" cy="2816325"/>
            </a:xfrm>
            <a:custGeom>
              <a:avLst/>
              <a:gdLst/>
              <a:ahLst/>
              <a:cxnLst/>
              <a:rect l="l" t="t" r="r" b="b"/>
              <a:pathLst>
                <a:path w="50778" h="112653" extrusionOk="0">
                  <a:moveTo>
                    <a:pt x="50202" y="948"/>
                  </a:moveTo>
                  <a:lnTo>
                    <a:pt x="50202" y="111857"/>
                  </a:lnTo>
                  <a:cubicBezTo>
                    <a:pt x="25383" y="96990"/>
                    <a:pt x="13218" y="75784"/>
                    <a:pt x="7380" y="60569"/>
                  </a:cubicBezTo>
                  <a:cubicBezTo>
                    <a:pt x="1386" y="44948"/>
                    <a:pt x="654" y="32294"/>
                    <a:pt x="586" y="30757"/>
                  </a:cubicBezTo>
                  <a:cubicBezTo>
                    <a:pt x="12079" y="22915"/>
                    <a:pt x="22836" y="17111"/>
                    <a:pt x="31485" y="12441"/>
                  </a:cubicBezTo>
                  <a:cubicBezTo>
                    <a:pt x="39724" y="7995"/>
                    <a:pt x="46301" y="4444"/>
                    <a:pt x="50202" y="948"/>
                  </a:cubicBezTo>
                  <a:close/>
                  <a:moveTo>
                    <a:pt x="50487" y="0"/>
                  </a:moveTo>
                  <a:cubicBezTo>
                    <a:pt x="50419" y="0"/>
                    <a:pt x="50349" y="25"/>
                    <a:pt x="50291" y="80"/>
                  </a:cubicBezTo>
                  <a:cubicBezTo>
                    <a:pt x="46521" y="3671"/>
                    <a:pt x="39764" y="7317"/>
                    <a:pt x="31211" y="11934"/>
                  </a:cubicBezTo>
                  <a:cubicBezTo>
                    <a:pt x="22516" y="16627"/>
                    <a:pt x="11696" y="22466"/>
                    <a:pt x="129" y="30372"/>
                  </a:cubicBezTo>
                  <a:cubicBezTo>
                    <a:pt x="49" y="30427"/>
                    <a:pt x="1" y="30519"/>
                    <a:pt x="4" y="30616"/>
                  </a:cubicBezTo>
                  <a:cubicBezTo>
                    <a:pt x="8" y="30749"/>
                    <a:pt x="437" y="44074"/>
                    <a:pt x="6834" y="60755"/>
                  </a:cubicBezTo>
                  <a:cubicBezTo>
                    <a:pt x="12739" y="76150"/>
                    <a:pt x="25080" y="97645"/>
                    <a:pt x="50344" y="112611"/>
                  </a:cubicBezTo>
                  <a:cubicBezTo>
                    <a:pt x="50388" y="112638"/>
                    <a:pt x="50438" y="112652"/>
                    <a:pt x="50490" y="112652"/>
                  </a:cubicBezTo>
                  <a:cubicBezTo>
                    <a:pt x="50649" y="112652"/>
                    <a:pt x="50778" y="112524"/>
                    <a:pt x="50778" y="112364"/>
                  </a:cubicBezTo>
                  <a:lnTo>
                    <a:pt x="50778" y="288"/>
                  </a:lnTo>
                  <a:cubicBezTo>
                    <a:pt x="50778" y="115"/>
                    <a:pt x="50636" y="0"/>
                    <a:pt x="504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73;p64">
              <a:extLst>
                <a:ext uri="{FF2B5EF4-FFF2-40B4-BE49-F238E27FC236}">
                  <a16:creationId xmlns:a16="http://schemas.microsoft.com/office/drawing/2014/main" id="{3D5D0CE9-D2F9-6D59-21A5-1F4892874711}"/>
                </a:ext>
              </a:extLst>
            </p:cNvPr>
            <p:cNvSpPr/>
            <p:nvPr/>
          </p:nvSpPr>
          <p:spPr>
            <a:xfrm>
              <a:off x="3812950" y="1598375"/>
              <a:ext cx="1254975" cy="2801925"/>
            </a:xfrm>
            <a:custGeom>
              <a:avLst/>
              <a:gdLst/>
              <a:ahLst/>
              <a:cxnLst/>
              <a:rect l="l" t="t" r="r" b="b"/>
              <a:pathLst>
                <a:path w="50199" h="112077" extrusionOk="0">
                  <a:moveTo>
                    <a:pt x="1" y="0"/>
                  </a:moveTo>
                  <a:lnTo>
                    <a:pt x="1" y="112076"/>
                  </a:lnTo>
                  <a:cubicBezTo>
                    <a:pt x="48769" y="83182"/>
                    <a:pt x="50199" y="30321"/>
                    <a:pt x="50199" y="30321"/>
                  </a:cubicBezTo>
                  <a:cubicBezTo>
                    <a:pt x="27307" y="14678"/>
                    <a:pt x="7671" y="73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74;p64">
              <a:extLst>
                <a:ext uri="{FF2B5EF4-FFF2-40B4-BE49-F238E27FC236}">
                  <a16:creationId xmlns:a16="http://schemas.microsoft.com/office/drawing/2014/main" id="{AA7DBA1C-72C8-B3E9-6D15-BF471B810FED}"/>
                </a:ext>
              </a:extLst>
            </p:cNvPr>
            <p:cNvSpPr/>
            <p:nvPr/>
          </p:nvSpPr>
          <p:spPr>
            <a:xfrm>
              <a:off x="3805750" y="1591175"/>
              <a:ext cx="1269475" cy="2816325"/>
            </a:xfrm>
            <a:custGeom>
              <a:avLst/>
              <a:gdLst/>
              <a:ahLst/>
              <a:cxnLst/>
              <a:rect l="l" t="t" r="r" b="b"/>
              <a:pathLst>
                <a:path w="50779" h="112653" extrusionOk="0">
                  <a:moveTo>
                    <a:pt x="577" y="948"/>
                  </a:moveTo>
                  <a:cubicBezTo>
                    <a:pt x="4477" y="4444"/>
                    <a:pt x="11056" y="7995"/>
                    <a:pt x="19294" y="12441"/>
                  </a:cubicBezTo>
                  <a:cubicBezTo>
                    <a:pt x="27943" y="17111"/>
                    <a:pt x="38700" y="22915"/>
                    <a:pt x="50193" y="30758"/>
                  </a:cubicBezTo>
                  <a:cubicBezTo>
                    <a:pt x="50124" y="32296"/>
                    <a:pt x="49394" y="44948"/>
                    <a:pt x="43399" y="60570"/>
                  </a:cubicBezTo>
                  <a:cubicBezTo>
                    <a:pt x="37560" y="75785"/>
                    <a:pt x="25396" y="96991"/>
                    <a:pt x="577" y="111858"/>
                  </a:cubicBezTo>
                  <a:lnTo>
                    <a:pt x="577" y="948"/>
                  </a:lnTo>
                  <a:close/>
                  <a:moveTo>
                    <a:pt x="291" y="0"/>
                  </a:moveTo>
                  <a:cubicBezTo>
                    <a:pt x="143" y="0"/>
                    <a:pt x="1" y="115"/>
                    <a:pt x="1" y="288"/>
                  </a:cubicBezTo>
                  <a:lnTo>
                    <a:pt x="1" y="112364"/>
                  </a:lnTo>
                  <a:cubicBezTo>
                    <a:pt x="1" y="112524"/>
                    <a:pt x="129" y="112652"/>
                    <a:pt x="289" y="112652"/>
                  </a:cubicBezTo>
                  <a:cubicBezTo>
                    <a:pt x="340" y="112652"/>
                    <a:pt x="391" y="112638"/>
                    <a:pt x="435" y="112611"/>
                  </a:cubicBezTo>
                  <a:cubicBezTo>
                    <a:pt x="25699" y="97644"/>
                    <a:pt x="38040" y="76150"/>
                    <a:pt x="43945" y="60755"/>
                  </a:cubicBezTo>
                  <a:cubicBezTo>
                    <a:pt x="50343" y="44074"/>
                    <a:pt x="50772" y="30749"/>
                    <a:pt x="50776" y="30616"/>
                  </a:cubicBezTo>
                  <a:cubicBezTo>
                    <a:pt x="50778" y="30519"/>
                    <a:pt x="50731" y="30427"/>
                    <a:pt x="50650" y="30372"/>
                  </a:cubicBezTo>
                  <a:cubicBezTo>
                    <a:pt x="39082" y="22466"/>
                    <a:pt x="28262" y="16627"/>
                    <a:pt x="19567" y="11934"/>
                  </a:cubicBezTo>
                  <a:cubicBezTo>
                    <a:pt x="11014" y="7317"/>
                    <a:pt x="4258" y="3671"/>
                    <a:pt x="488" y="80"/>
                  </a:cubicBezTo>
                  <a:cubicBezTo>
                    <a:pt x="430" y="25"/>
                    <a:pt x="360" y="0"/>
                    <a:pt x="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75;p64">
              <a:extLst>
                <a:ext uri="{FF2B5EF4-FFF2-40B4-BE49-F238E27FC236}">
                  <a16:creationId xmlns:a16="http://schemas.microsoft.com/office/drawing/2014/main" id="{AC2F769C-EE6D-8DA2-ADA9-D1B060B5595E}"/>
                </a:ext>
              </a:extLst>
            </p:cNvPr>
            <p:cNvSpPr/>
            <p:nvPr/>
          </p:nvSpPr>
          <p:spPr>
            <a:xfrm>
              <a:off x="2650050" y="1710875"/>
              <a:ext cx="2325850" cy="2576950"/>
            </a:xfrm>
            <a:custGeom>
              <a:avLst/>
              <a:gdLst/>
              <a:ahLst/>
              <a:cxnLst/>
              <a:rect l="l" t="t" r="r" b="b"/>
              <a:pathLst>
                <a:path w="93034" h="103078" extrusionOk="0">
                  <a:moveTo>
                    <a:pt x="46517" y="1"/>
                  </a:moveTo>
                  <a:cubicBezTo>
                    <a:pt x="37257" y="6566"/>
                    <a:pt x="21213" y="12822"/>
                    <a:pt x="0" y="27317"/>
                  </a:cubicBezTo>
                  <a:cubicBezTo>
                    <a:pt x="0" y="27317"/>
                    <a:pt x="1326" y="76301"/>
                    <a:pt x="46517" y="103077"/>
                  </a:cubicBezTo>
                  <a:cubicBezTo>
                    <a:pt x="91708" y="76302"/>
                    <a:pt x="93034" y="27318"/>
                    <a:pt x="93034" y="27318"/>
                  </a:cubicBezTo>
                  <a:cubicBezTo>
                    <a:pt x="71820" y="12822"/>
                    <a:pt x="55847" y="6566"/>
                    <a:pt x="46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76;p64">
              <a:extLst>
                <a:ext uri="{FF2B5EF4-FFF2-40B4-BE49-F238E27FC236}">
                  <a16:creationId xmlns:a16="http://schemas.microsoft.com/office/drawing/2014/main" id="{5B0F979F-A37E-6841-F4BE-9829D5E0DAF7}"/>
                </a:ext>
              </a:extLst>
            </p:cNvPr>
            <p:cNvSpPr/>
            <p:nvPr/>
          </p:nvSpPr>
          <p:spPr>
            <a:xfrm>
              <a:off x="2642775" y="1703675"/>
              <a:ext cx="2340350" cy="2591300"/>
            </a:xfrm>
            <a:custGeom>
              <a:avLst/>
              <a:gdLst/>
              <a:ahLst/>
              <a:cxnLst/>
              <a:rect l="l" t="t" r="r" b="b"/>
              <a:pathLst>
                <a:path w="93614" h="103652" extrusionOk="0">
                  <a:moveTo>
                    <a:pt x="46808" y="641"/>
                  </a:moveTo>
                  <a:cubicBezTo>
                    <a:pt x="50665" y="3330"/>
                    <a:pt x="55728" y="6028"/>
                    <a:pt x="61577" y="9144"/>
                  </a:cubicBezTo>
                  <a:cubicBezTo>
                    <a:pt x="70085" y="13678"/>
                    <a:pt x="80668" y="19317"/>
                    <a:pt x="93029" y="27754"/>
                  </a:cubicBezTo>
                  <a:cubicBezTo>
                    <a:pt x="92964" y="29226"/>
                    <a:pt x="92277" y="40909"/>
                    <a:pt x="86743" y="55341"/>
                  </a:cubicBezTo>
                  <a:cubicBezTo>
                    <a:pt x="81315" y="69495"/>
                    <a:pt x="69983" y="89244"/>
                    <a:pt x="46808" y="103029"/>
                  </a:cubicBezTo>
                  <a:cubicBezTo>
                    <a:pt x="23643" y="89249"/>
                    <a:pt x="12310" y="69509"/>
                    <a:pt x="6880" y="55361"/>
                  </a:cubicBezTo>
                  <a:cubicBezTo>
                    <a:pt x="1341" y="40927"/>
                    <a:pt x="652" y="29228"/>
                    <a:pt x="586" y="27754"/>
                  </a:cubicBezTo>
                  <a:cubicBezTo>
                    <a:pt x="12888" y="19359"/>
                    <a:pt x="23451" y="13733"/>
                    <a:pt x="31946" y="9210"/>
                  </a:cubicBezTo>
                  <a:cubicBezTo>
                    <a:pt x="37846" y="6069"/>
                    <a:pt x="42953" y="3350"/>
                    <a:pt x="46808" y="641"/>
                  </a:cubicBezTo>
                  <a:close/>
                  <a:moveTo>
                    <a:pt x="46807" y="1"/>
                  </a:moveTo>
                  <a:cubicBezTo>
                    <a:pt x="46749" y="1"/>
                    <a:pt x="46691" y="18"/>
                    <a:pt x="46641" y="54"/>
                  </a:cubicBezTo>
                  <a:cubicBezTo>
                    <a:pt x="42796" y="2779"/>
                    <a:pt x="37888" y="5392"/>
                    <a:pt x="31675" y="8702"/>
                  </a:cubicBezTo>
                  <a:cubicBezTo>
                    <a:pt x="23138" y="13247"/>
                    <a:pt x="12513" y="18904"/>
                    <a:pt x="129" y="27367"/>
                  </a:cubicBezTo>
                  <a:cubicBezTo>
                    <a:pt x="48" y="27422"/>
                    <a:pt x="1" y="27515"/>
                    <a:pt x="3" y="27613"/>
                  </a:cubicBezTo>
                  <a:cubicBezTo>
                    <a:pt x="7" y="27736"/>
                    <a:pt x="405" y="40087"/>
                    <a:pt x="6334" y="55547"/>
                  </a:cubicBezTo>
                  <a:cubicBezTo>
                    <a:pt x="11807" y="69817"/>
                    <a:pt x="23246" y="89738"/>
                    <a:pt x="46662" y="103612"/>
                  </a:cubicBezTo>
                  <a:cubicBezTo>
                    <a:pt x="46706" y="103639"/>
                    <a:pt x="46756" y="103652"/>
                    <a:pt x="46808" y="103652"/>
                  </a:cubicBezTo>
                  <a:cubicBezTo>
                    <a:pt x="46859" y="103652"/>
                    <a:pt x="46910" y="103639"/>
                    <a:pt x="46954" y="103612"/>
                  </a:cubicBezTo>
                  <a:cubicBezTo>
                    <a:pt x="70370" y="89740"/>
                    <a:pt x="81808" y="69817"/>
                    <a:pt x="87281" y="55548"/>
                  </a:cubicBezTo>
                  <a:cubicBezTo>
                    <a:pt x="93209" y="40087"/>
                    <a:pt x="93608" y="27737"/>
                    <a:pt x="93611" y="27613"/>
                  </a:cubicBezTo>
                  <a:cubicBezTo>
                    <a:pt x="93614" y="27515"/>
                    <a:pt x="93567" y="27422"/>
                    <a:pt x="93485" y="27367"/>
                  </a:cubicBezTo>
                  <a:cubicBezTo>
                    <a:pt x="81042" y="18864"/>
                    <a:pt x="70398" y="13192"/>
                    <a:pt x="61846" y="8636"/>
                  </a:cubicBezTo>
                  <a:cubicBezTo>
                    <a:pt x="55931" y="5483"/>
                    <a:pt x="50821" y="2761"/>
                    <a:pt x="46973" y="54"/>
                  </a:cubicBezTo>
                  <a:cubicBezTo>
                    <a:pt x="46924" y="18"/>
                    <a:pt x="46865" y="1"/>
                    <a:pt x="46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77;p64">
              <a:extLst>
                <a:ext uri="{FF2B5EF4-FFF2-40B4-BE49-F238E27FC236}">
                  <a16:creationId xmlns:a16="http://schemas.microsoft.com/office/drawing/2014/main" id="{E325F583-7B21-BF14-279E-6908DA81936B}"/>
                </a:ext>
              </a:extLst>
            </p:cNvPr>
            <p:cNvSpPr/>
            <p:nvPr/>
          </p:nvSpPr>
          <p:spPr>
            <a:xfrm>
              <a:off x="3070950" y="2263700"/>
              <a:ext cx="1904950" cy="2024100"/>
            </a:xfrm>
            <a:custGeom>
              <a:avLst/>
              <a:gdLst/>
              <a:ahLst/>
              <a:cxnLst/>
              <a:rect l="l" t="t" r="r" b="b"/>
              <a:pathLst>
                <a:path w="76198" h="80964" extrusionOk="0">
                  <a:moveTo>
                    <a:pt x="68272" y="1"/>
                  </a:moveTo>
                  <a:cubicBezTo>
                    <a:pt x="35912" y="9790"/>
                    <a:pt x="11201" y="38229"/>
                    <a:pt x="1" y="53227"/>
                  </a:cubicBezTo>
                  <a:cubicBezTo>
                    <a:pt x="6793" y="63187"/>
                    <a:pt x="16319" y="73047"/>
                    <a:pt x="29681" y="80963"/>
                  </a:cubicBezTo>
                  <a:cubicBezTo>
                    <a:pt x="74872" y="54188"/>
                    <a:pt x="76198" y="5204"/>
                    <a:pt x="76198" y="5204"/>
                  </a:cubicBezTo>
                  <a:cubicBezTo>
                    <a:pt x="73466" y="3339"/>
                    <a:pt x="70825" y="1611"/>
                    <a:pt x="6827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78;p64">
              <a:extLst>
                <a:ext uri="{FF2B5EF4-FFF2-40B4-BE49-F238E27FC236}">
                  <a16:creationId xmlns:a16="http://schemas.microsoft.com/office/drawing/2014/main" id="{4E58F163-912A-8339-326B-B15305EEE415}"/>
                </a:ext>
              </a:extLst>
            </p:cNvPr>
            <p:cNvSpPr/>
            <p:nvPr/>
          </p:nvSpPr>
          <p:spPr>
            <a:xfrm>
              <a:off x="3063275" y="2256475"/>
              <a:ext cx="1919875" cy="2038500"/>
            </a:xfrm>
            <a:custGeom>
              <a:avLst/>
              <a:gdLst/>
              <a:ahLst/>
              <a:cxnLst/>
              <a:rect l="l" t="t" r="r" b="b"/>
              <a:pathLst>
                <a:path w="76795" h="81540" extrusionOk="0">
                  <a:moveTo>
                    <a:pt x="68537" y="604"/>
                  </a:moveTo>
                  <a:cubicBezTo>
                    <a:pt x="71132" y="2242"/>
                    <a:pt x="73712" y="3936"/>
                    <a:pt x="76211" y="5642"/>
                  </a:cubicBezTo>
                  <a:cubicBezTo>
                    <a:pt x="76145" y="7116"/>
                    <a:pt x="75456" y="18815"/>
                    <a:pt x="69916" y="33249"/>
                  </a:cubicBezTo>
                  <a:cubicBezTo>
                    <a:pt x="64487" y="47397"/>
                    <a:pt x="53153" y="67137"/>
                    <a:pt x="29989" y="80917"/>
                  </a:cubicBezTo>
                  <a:cubicBezTo>
                    <a:pt x="18161" y="73883"/>
                    <a:pt x="8297" y="64669"/>
                    <a:pt x="663" y="53523"/>
                  </a:cubicBezTo>
                  <a:cubicBezTo>
                    <a:pt x="27829" y="17217"/>
                    <a:pt x="54790" y="4788"/>
                    <a:pt x="68537" y="604"/>
                  </a:cubicBezTo>
                  <a:close/>
                  <a:moveTo>
                    <a:pt x="68579" y="1"/>
                  </a:moveTo>
                  <a:cubicBezTo>
                    <a:pt x="68551" y="1"/>
                    <a:pt x="68523" y="5"/>
                    <a:pt x="68495" y="14"/>
                  </a:cubicBezTo>
                  <a:cubicBezTo>
                    <a:pt x="54291" y="4310"/>
                    <a:pt x="40100" y="12628"/>
                    <a:pt x="26318" y="24733"/>
                  </a:cubicBezTo>
                  <a:cubicBezTo>
                    <a:pt x="14607" y="35018"/>
                    <a:pt x="5585" y="45969"/>
                    <a:pt x="77" y="53343"/>
                  </a:cubicBezTo>
                  <a:cubicBezTo>
                    <a:pt x="4" y="53442"/>
                    <a:pt x="1" y="53576"/>
                    <a:pt x="70" y="53678"/>
                  </a:cubicBezTo>
                  <a:cubicBezTo>
                    <a:pt x="7802" y="65015"/>
                    <a:pt x="17817" y="74377"/>
                    <a:pt x="29842" y="81500"/>
                  </a:cubicBezTo>
                  <a:cubicBezTo>
                    <a:pt x="29886" y="81527"/>
                    <a:pt x="29936" y="81540"/>
                    <a:pt x="29988" y="81540"/>
                  </a:cubicBezTo>
                  <a:cubicBezTo>
                    <a:pt x="30039" y="81540"/>
                    <a:pt x="30090" y="81527"/>
                    <a:pt x="30134" y="81500"/>
                  </a:cubicBezTo>
                  <a:cubicBezTo>
                    <a:pt x="53550" y="67626"/>
                    <a:pt x="64989" y="47705"/>
                    <a:pt x="70462" y="33435"/>
                  </a:cubicBezTo>
                  <a:cubicBezTo>
                    <a:pt x="76391" y="17975"/>
                    <a:pt x="76789" y="5624"/>
                    <a:pt x="76792" y="5501"/>
                  </a:cubicBezTo>
                  <a:cubicBezTo>
                    <a:pt x="76795" y="5403"/>
                    <a:pt x="76748" y="5310"/>
                    <a:pt x="76666" y="5255"/>
                  </a:cubicBezTo>
                  <a:cubicBezTo>
                    <a:pt x="74085" y="3491"/>
                    <a:pt x="71417" y="1739"/>
                    <a:pt x="68732" y="45"/>
                  </a:cubicBezTo>
                  <a:cubicBezTo>
                    <a:pt x="68686" y="16"/>
                    <a:pt x="68633" y="1"/>
                    <a:pt x="68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79;p64">
              <a:extLst>
                <a:ext uri="{FF2B5EF4-FFF2-40B4-BE49-F238E27FC236}">
                  <a16:creationId xmlns:a16="http://schemas.microsoft.com/office/drawing/2014/main" id="{C6355CCD-1883-D140-27D9-86C165D2B000}"/>
                </a:ext>
              </a:extLst>
            </p:cNvPr>
            <p:cNvSpPr/>
            <p:nvPr/>
          </p:nvSpPr>
          <p:spPr>
            <a:xfrm>
              <a:off x="3314775" y="1960000"/>
              <a:ext cx="1010750" cy="985675"/>
            </a:xfrm>
            <a:custGeom>
              <a:avLst/>
              <a:gdLst/>
              <a:ahLst/>
              <a:cxnLst/>
              <a:rect l="l" t="t" r="r" b="b"/>
              <a:pathLst>
                <a:path w="40430" h="39427" extrusionOk="0">
                  <a:moveTo>
                    <a:pt x="20215" y="5762"/>
                  </a:moveTo>
                  <a:cubicBezTo>
                    <a:pt x="28185" y="5762"/>
                    <a:pt x="34668" y="12246"/>
                    <a:pt x="34668" y="20215"/>
                  </a:cubicBezTo>
                  <a:lnTo>
                    <a:pt x="34668" y="33664"/>
                  </a:lnTo>
                  <a:lnTo>
                    <a:pt x="5761" y="33664"/>
                  </a:lnTo>
                  <a:lnTo>
                    <a:pt x="5761" y="20215"/>
                  </a:lnTo>
                  <a:cubicBezTo>
                    <a:pt x="5761" y="12246"/>
                    <a:pt x="12245" y="5762"/>
                    <a:pt x="20215" y="5762"/>
                  </a:cubicBezTo>
                  <a:close/>
                  <a:moveTo>
                    <a:pt x="20215" y="1"/>
                  </a:moveTo>
                  <a:cubicBezTo>
                    <a:pt x="9068" y="1"/>
                    <a:pt x="0" y="9070"/>
                    <a:pt x="0" y="20216"/>
                  </a:cubicBezTo>
                  <a:lnTo>
                    <a:pt x="0" y="36545"/>
                  </a:lnTo>
                  <a:cubicBezTo>
                    <a:pt x="0" y="38137"/>
                    <a:pt x="1290" y="39426"/>
                    <a:pt x="2881" y="39426"/>
                  </a:cubicBezTo>
                  <a:lnTo>
                    <a:pt x="37549" y="39426"/>
                  </a:lnTo>
                  <a:cubicBezTo>
                    <a:pt x="39140" y="39426"/>
                    <a:pt x="40430" y="38136"/>
                    <a:pt x="40430" y="36545"/>
                  </a:cubicBezTo>
                  <a:lnTo>
                    <a:pt x="40430" y="20216"/>
                  </a:lnTo>
                  <a:cubicBezTo>
                    <a:pt x="40430" y="9068"/>
                    <a:pt x="31362" y="1"/>
                    <a:pt x="20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80;p64">
              <a:extLst>
                <a:ext uri="{FF2B5EF4-FFF2-40B4-BE49-F238E27FC236}">
                  <a16:creationId xmlns:a16="http://schemas.microsoft.com/office/drawing/2014/main" id="{42E83176-99BF-ABA4-580A-DFF7B67DBD92}"/>
                </a:ext>
              </a:extLst>
            </p:cNvPr>
            <p:cNvSpPr/>
            <p:nvPr/>
          </p:nvSpPr>
          <p:spPr>
            <a:xfrm>
              <a:off x="3307550" y="1952800"/>
              <a:ext cx="1025175" cy="1000075"/>
            </a:xfrm>
            <a:custGeom>
              <a:avLst/>
              <a:gdLst/>
              <a:ahLst/>
              <a:cxnLst/>
              <a:rect l="l" t="t" r="r" b="b"/>
              <a:pathLst>
                <a:path w="41007" h="40003" extrusionOk="0">
                  <a:moveTo>
                    <a:pt x="20504" y="6339"/>
                  </a:moveTo>
                  <a:cubicBezTo>
                    <a:pt x="28314" y="6339"/>
                    <a:pt x="34669" y="12693"/>
                    <a:pt x="34669" y="20504"/>
                  </a:cubicBezTo>
                  <a:lnTo>
                    <a:pt x="34669" y="33663"/>
                  </a:lnTo>
                  <a:lnTo>
                    <a:pt x="6339" y="33663"/>
                  </a:lnTo>
                  <a:lnTo>
                    <a:pt x="6338" y="20504"/>
                  </a:lnTo>
                  <a:cubicBezTo>
                    <a:pt x="6338" y="12693"/>
                    <a:pt x="12694" y="6339"/>
                    <a:pt x="20504" y="6339"/>
                  </a:cubicBezTo>
                  <a:close/>
                  <a:moveTo>
                    <a:pt x="20504" y="5762"/>
                  </a:moveTo>
                  <a:cubicBezTo>
                    <a:pt x="12376" y="5762"/>
                    <a:pt x="5762" y="12374"/>
                    <a:pt x="5762" y="20503"/>
                  </a:cubicBezTo>
                  <a:lnTo>
                    <a:pt x="5762" y="33951"/>
                  </a:lnTo>
                  <a:cubicBezTo>
                    <a:pt x="5762" y="34111"/>
                    <a:pt x="5892" y="34240"/>
                    <a:pt x="6050" y="34240"/>
                  </a:cubicBezTo>
                  <a:lnTo>
                    <a:pt x="34957" y="34240"/>
                  </a:lnTo>
                  <a:cubicBezTo>
                    <a:pt x="35116" y="34240"/>
                    <a:pt x="35245" y="34111"/>
                    <a:pt x="35245" y="33951"/>
                  </a:cubicBezTo>
                  <a:lnTo>
                    <a:pt x="35245" y="20503"/>
                  </a:lnTo>
                  <a:cubicBezTo>
                    <a:pt x="35245" y="12374"/>
                    <a:pt x="28632" y="5762"/>
                    <a:pt x="20504" y="5762"/>
                  </a:cubicBezTo>
                  <a:close/>
                  <a:moveTo>
                    <a:pt x="20504" y="577"/>
                  </a:moveTo>
                  <a:cubicBezTo>
                    <a:pt x="31492" y="577"/>
                    <a:pt x="40431" y="9516"/>
                    <a:pt x="40431" y="20504"/>
                  </a:cubicBezTo>
                  <a:lnTo>
                    <a:pt x="40431" y="36833"/>
                  </a:lnTo>
                  <a:cubicBezTo>
                    <a:pt x="40431" y="38263"/>
                    <a:pt x="39268" y="39427"/>
                    <a:pt x="37838" y="39427"/>
                  </a:cubicBezTo>
                  <a:lnTo>
                    <a:pt x="3170" y="39427"/>
                  </a:lnTo>
                  <a:cubicBezTo>
                    <a:pt x="1739" y="39427"/>
                    <a:pt x="577" y="38263"/>
                    <a:pt x="577" y="36833"/>
                  </a:cubicBezTo>
                  <a:lnTo>
                    <a:pt x="577" y="20503"/>
                  </a:lnTo>
                  <a:cubicBezTo>
                    <a:pt x="577" y="9515"/>
                    <a:pt x="9517" y="577"/>
                    <a:pt x="20504" y="577"/>
                  </a:cubicBezTo>
                  <a:close/>
                  <a:moveTo>
                    <a:pt x="20504" y="1"/>
                  </a:moveTo>
                  <a:cubicBezTo>
                    <a:pt x="9199" y="1"/>
                    <a:pt x="0" y="9198"/>
                    <a:pt x="0" y="20504"/>
                  </a:cubicBezTo>
                  <a:lnTo>
                    <a:pt x="0" y="36833"/>
                  </a:lnTo>
                  <a:cubicBezTo>
                    <a:pt x="0" y="38580"/>
                    <a:pt x="1423" y="40002"/>
                    <a:pt x="3170" y="40002"/>
                  </a:cubicBezTo>
                  <a:lnTo>
                    <a:pt x="37838" y="40002"/>
                  </a:lnTo>
                  <a:cubicBezTo>
                    <a:pt x="39585" y="40002"/>
                    <a:pt x="41007" y="38580"/>
                    <a:pt x="41007" y="36833"/>
                  </a:cubicBezTo>
                  <a:lnTo>
                    <a:pt x="41007" y="20504"/>
                  </a:lnTo>
                  <a:cubicBezTo>
                    <a:pt x="41007" y="9198"/>
                    <a:pt x="31809" y="1"/>
                    <a:pt x="205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81;p64">
              <a:extLst>
                <a:ext uri="{FF2B5EF4-FFF2-40B4-BE49-F238E27FC236}">
                  <a16:creationId xmlns:a16="http://schemas.microsoft.com/office/drawing/2014/main" id="{C49C93B7-D2CD-9141-FE85-A047D44F84E5}"/>
                </a:ext>
              </a:extLst>
            </p:cNvPr>
            <p:cNvSpPr/>
            <p:nvPr/>
          </p:nvSpPr>
          <p:spPr>
            <a:xfrm>
              <a:off x="3261250" y="2748875"/>
              <a:ext cx="1103450" cy="932375"/>
            </a:xfrm>
            <a:custGeom>
              <a:avLst/>
              <a:gdLst/>
              <a:ahLst/>
              <a:cxnLst/>
              <a:rect l="l" t="t" r="r" b="b"/>
              <a:pathLst>
                <a:path w="44138" h="37295" extrusionOk="0">
                  <a:moveTo>
                    <a:pt x="0" y="1"/>
                  </a:moveTo>
                  <a:lnTo>
                    <a:pt x="0" y="37295"/>
                  </a:lnTo>
                  <a:lnTo>
                    <a:pt x="44137" y="37295"/>
                  </a:lnTo>
                  <a:lnTo>
                    <a:pt x="44137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82;p64">
              <a:extLst>
                <a:ext uri="{FF2B5EF4-FFF2-40B4-BE49-F238E27FC236}">
                  <a16:creationId xmlns:a16="http://schemas.microsoft.com/office/drawing/2014/main" id="{E60C6B34-DE0F-E2E6-D2B4-A0E76B7FE621}"/>
                </a:ext>
              </a:extLst>
            </p:cNvPr>
            <p:cNvSpPr/>
            <p:nvPr/>
          </p:nvSpPr>
          <p:spPr>
            <a:xfrm>
              <a:off x="3254025" y="2741675"/>
              <a:ext cx="1117900" cy="946775"/>
            </a:xfrm>
            <a:custGeom>
              <a:avLst/>
              <a:gdLst/>
              <a:ahLst/>
              <a:cxnLst/>
              <a:rect l="l" t="t" r="r" b="b"/>
              <a:pathLst>
                <a:path w="44716" h="37871" extrusionOk="0">
                  <a:moveTo>
                    <a:pt x="44138" y="576"/>
                  </a:moveTo>
                  <a:lnTo>
                    <a:pt x="44138" y="37295"/>
                  </a:lnTo>
                  <a:lnTo>
                    <a:pt x="577" y="37295"/>
                  </a:lnTo>
                  <a:lnTo>
                    <a:pt x="577" y="576"/>
                  </a:lnTo>
                  <a:close/>
                  <a:moveTo>
                    <a:pt x="287" y="1"/>
                  </a:moveTo>
                  <a:cubicBezTo>
                    <a:pt x="129" y="1"/>
                    <a:pt x="0" y="130"/>
                    <a:pt x="1" y="289"/>
                  </a:cubicBezTo>
                  <a:lnTo>
                    <a:pt x="1" y="37583"/>
                  </a:lnTo>
                  <a:cubicBezTo>
                    <a:pt x="0" y="37742"/>
                    <a:pt x="130" y="37871"/>
                    <a:pt x="289" y="37871"/>
                  </a:cubicBezTo>
                  <a:lnTo>
                    <a:pt x="44426" y="37871"/>
                  </a:lnTo>
                  <a:cubicBezTo>
                    <a:pt x="44586" y="37871"/>
                    <a:pt x="44715" y="37742"/>
                    <a:pt x="44714" y="37583"/>
                  </a:cubicBezTo>
                  <a:lnTo>
                    <a:pt x="44714" y="289"/>
                  </a:lnTo>
                  <a:cubicBezTo>
                    <a:pt x="44715" y="129"/>
                    <a:pt x="44586" y="1"/>
                    <a:pt x="44426" y="1"/>
                  </a:cubicBezTo>
                  <a:lnTo>
                    <a:pt x="289" y="1"/>
                  </a:lnTo>
                  <a:cubicBezTo>
                    <a:pt x="289" y="1"/>
                    <a:pt x="288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83;p64">
              <a:extLst>
                <a:ext uri="{FF2B5EF4-FFF2-40B4-BE49-F238E27FC236}">
                  <a16:creationId xmlns:a16="http://schemas.microsoft.com/office/drawing/2014/main" id="{03963AC6-EA91-A2BE-66FF-40A68ABDD765}"/>
                </a:ext>
              </a:extLst>
            </p:cNvPr>
            <p:cNvSpPr/>
            <p:nvPr/>
          </p:nvSpPr>
          <p:spPr>
            <a:xfrm>
              <a:off x="3687425" y="3015925"/>
              <a:ext cx="240325" cy="437650"/>
            </a:xfrm>
            <a:custGeom>
              <a:avLst/>
              <a:gdLst/>
              <a:ahLst/>
              <a:cxnLst/>
              <a:rect l="l" t="t" r="r" b="b"/>
              <a:pathLst>
                <a:path w="9613" h="17506" extrusionOk="0">
                  <a:moveTo>
                    <a:pt x="4806" y="1"/>
                  </a:moveTo>
                  <a:cubicBezTo>
                    <a:pt x="2153" y="1"/>
                    <a:pt x="1" y="2151"/>
                    <a:pt x="1" y="4806"/>
                  </a:cubicBezTo>
                  <a:cubicBezTo>
                    <a:pt x="1" y="6634"/>
                    <a:pt x="1022" y="8223"/>
                    <a:pt x="2525" y="9035"/>
                  </a:cubicBezTo>
                  <a:lnTo>
                    <a:pt x="1717" y="17506"/>
                  </a:lnTo>
                  <a:lnTo>
                    <a:pt x="7896" y="17506"/>
                  </a:lnTo>
                  <a:lnTo>
                    <a:pt x="7090" y="9035"/>
                  </a:lnTo>
                  <a:cubicBezTo>
                    <a:pt x="8591" y="8223"/>
                    <a:pt x="9612" y="6634"/>
                    <a:pt x="9612" y="4806"/>
                  </a:cubicBezTo>
                  <a:cubicBezTo>
                    <a:pt x="9612" y="2151"/>
                    <a:pt x="7460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84;p64">
              <a:extLst>
                <a:ext uri="{FF2B5EF4-FFF2-40B4-BE49-F238E27FC236}">
                  <a16:creationId xmlns:a16="http://schemas.microsoft.com/office/drawing/2014/main" id="{0E6B7B43-7FEB-E091-48DC-CDF921C03231}"/>
                </a:ext>
              </a:extLst>
            </p:cNvPr>
            <p:cNvSpPr/>
            <p:nvPr/>
          </p:nvSpPr>
          <p:spPr>
            <a:xfrm>
              <a:off x="3680200" y="3008700"/>
              <a:ext cx="254725" cy="452075"/>
            </a:xfrm>
            <a:custGeom>
              <a:avLst/>
              <a:gdLst/>
              <a:ahLst/>
              <a:cxnLst/>
              <a:rect l="l" t="t" r="r" b="b"/>
              <a:pathLst>
                <a:path w="10189" h="18083" extrusionOk="0">
                  <a:moveTo>
                    <a:pt x="5095" y="578"/>
                  </a:moveTo>
                  <a:cubicBezTo>
                    <a:pt x="7586" y="578"/>
                    <a:pt x="9612" y="2604"/>
                    <a:pt x="9612" y="5095"/>
                  </a:cubicBezTo>
                  <a:cubicBezTo>
                    <a:pt x="9612" y="6755"/>
                    <a:pt x="8702" y="8283"/>
                    <a:pt x="7240" y="9071"/>
                  </a:cubicBezTo>
                  <a:cubicBezTo>
                    <a:pt x="7138" y="9126"/>
                    <a:pt x="7079" y="9237"/>
                    <a:pt x="7090" y="9352"/>
                  </a:cubicBezTo>
                  <a:lnTo>
                    <a:pt x="7868" y="17507"/>
                  </a:lnTo>
                  <a:lnTo>
                    <a:pt x="2323" y="17507"/>
                  </a:lnTo>
                  <a:lnTo>
                    <a:pt x="3100" y="9352"/>
                  </a:lnTo>
                  <a:cubicBezTo>
                    <a:pt x="3111" y="9237"/>
                    <a:pt x="3052" y="9126"/>
                    <a:pt x="2950" y="9071"/>
                  </a:cubicBezTo>
                  <a:cubicBezTo>
                    <a:pt x="1488" y="8283"/>
                    <a:pt x="578" y="6755"/>
                    <a:pt x="578" y="5095"/>
                  </a:cubicBezTo>
                  <a:cubicBezTo>
                    <a:pt x="578" y="2604"/>
                    <a:pt x="2604" y="578"/>
                    <a:pt x="5095" y="578"/>
                  </a:cubicBezTo>
                  <a:close/>
                  <a:moveTo>
                    <a:pt x="5095" y="1"/>
                  </a:moveTo>
                  <a:cubicBezTo>
                    <a:pt x="2286" y="1"/>
                    <a:pt x="2" y="2286"/>
                    <a:pt x="2" y="5095"/>
                  </a:cubicBezTo>
                  <a:cubicBezTo>
                    <a:pt x="1" y="6898"/>
                    <a:pt x="954" y="8567"/>
                    <a:pt x="2509" y="9484"/>
                  </a:cubicBezTo>
                  <a:lnTo>
                    <a:pt x="1720" y="17767"/>
                  </a:lnTo>
                  <a:cubicBezTo>
                    <a:pt x="1703" y="17936"/>
                    <a:pt x="1836" y="18082"/>
                    <a:pt x="2006" y="18082"/>
                  </a:cubicBezTo>
                  <a:lnTo>
                    <a:pt x="8184" y="18082"/>
                  </a:lnTo>
                  <a:cubicBezTo>
                    <a:pt x="8354" y="18082"/>
                    <a:pt x="8487" y="17936"/>
                    <a:pt x="8471" y="17767"/>
                  </a:cubicBezTo>
                  <a:lnTo>
                    <a:pt x="7681" y="9484"/>
                  </a:lnTo>
                  <a:cubicBezTo>
                    <a:pt x="9235" y="8567"/>
                    <a:pt x="10189" y="6898"/>
                    <a:pt x="10189" y="5095"/>
                  </a:cubicBezTo>
                  <a:cubicBezTo>
                    <a:pt x="10189" y="2286"/>
                    <a:pt x="7903" y="1"/>
                    <a:pt x="5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85;p64">
              <a:extLst>
                <a:ext uri="{FF2B5EF4-FFF2-40B4-BE49-F238E27FC236}">
                  <a16:creationId xmlns:a16="http://schemas.microsoft.com/office/drawing/2014/main" id="{4EABAF85-FB30-F847-4C35-D5A0005B7B43}"/>
                </a:ext>
              </a:extLst>
            </p:cNvPr>
            <p:cNvSpPr/>
            <p:nvPr/>
          </p:nvSpPr>
          <p:spPr>
            <a:xfrm>
              <a:off x="5977700" y="2926050"/>
              <a:ext cx="16800" cy="36025"/>
            </a:xfrm>
            <a:custGeom>
              <a:avLst/>
              <a:gdLst/>
              <a:ahLst/>
              <a:cxnLst/>
              <a:rect l="l" t="t" r="r" b="b"/>
              <a:pathLst>
                <a:path w="672" h="1441" extrusionOk="0">
                  <a:moveTo>
                    <a:pt x="299" y="0"/>
                  </a:moveTo>
                  <a:cubicBezTo>
                    <a:pt x="292" y="0"/>
                    <a:pt x="284" y="1"/>
                    <a:pt x="277" y="1"/>
                  </a:cubicBezTo>
                  <a:cubicBezTo>
                    <a:pt x="118" y="14"/>
                    <a:pt x="1" y="153"/>
                    <a:pt x="14" y="313"/>
                  </a:cubicBezTo>
                  <a:cubicBezTo>
                    <a:pt x="39" y="600"/>
                    <a:pt x="62" y="886"/>
                    <a:pt x="84" y="1174"/>
                  </a:cubicBezTo>
                  <a:cubicBezTo>
                    <a:pt x="96" y="1324"/>
                    <a:pt x="220" y="1440"/>
                    <a:pt x="372" y="1440"/>
                  </a:cubicBezTo>
                  <a:cubicBezTo>
                    <a:pt x="379" y="1440"/>
                    <a:pt x="386" y="1440"/>
                    <a:pt x="393" y="1439"/>
                  </a:cubicBezTo>
                  <a:cubicBezTo>
                    <a:pt x="553" y="1427"/>
                    <a:pt x="671" y="1289"/>
                    <a:pt x="659" y="1130"/>
                  </a:cubicBezTo>
                  <a:cubicBezTo>
                    <a:pt x="637" y="841"/>
                    <a:pt x="613" y="552"/>
                    <a:pt x="589" y="263"/>
                  </a:cubicBezTo>
                  <a:cubicBezTo>
                    <a:pt x="574" y="113"/>
                    <a:pt x="447" y="0"/>
                    <a:pt x="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86;p64">
              <a:extLst>
                <a:ext uri="{FF2B5EF4-FFF2-40B4-BE49-F238E27FC236}">
                  <a16:creationId xmlns:a16="http://schemas.microsoft.com/office/drawing/2014/main" id="{0E982F85-14B3-DA62-955D-E2DC679B32AB}"/>
                </a:ext>
              </a:extLst>
            </p:cNvPr>
            <p:cNvSpPr/>
            <p:nvPr/>
          </p:nvSpPr>
          <p:spPr>
            <a:xfrm>
              <a:off x="1532575" y="886700"/>
              <a:ext cx="4456100" cy="2011825"/>
            </a:xfrm>
            <a:custGeom>
              <a:avLst/>
              <a:gdLst/>
              <a:ahLst/>
              <a:cxnLst/>
              <a:rect l="l" t="t" r="r" b="b"/>
              <a:pathLst>
                <a:path w="178244" h="80473" extrusionOk="0">
                  <a:moveTo>
                    <a:pt x="88232" y="1"/>
                  </a:moveTo>
                  <a:cubicBezTo>
                    <a:pt x="87652" y="6"/>
                    <a:pt x="87073" y="17"/>
                    <a:pt x="86494" y="33"/>
                  </a:cubicBezTo>
                  <a:cubicBezTo>
                    <a:pt x="86337" y="38"/>
                    <a:pt x="86212" y="169"/>
                    <a:pt x="86214" y="326"/>
                  </a:cubicBezTo>
                  <a:cubicBezTo>
                    <a:pt x="86217" y="483"/>
                    <a:pt x="86344" y="609"/>
                    <a:pt x="86501" y="610"/>
                  </a:cubicBezTo>
                  <a:lnTo>
                    <a:pt x="86509" y="610"/>
                  </a:lnTo>
                  <a:cubicBezTo>
                    <a:pt x="87086" y="593"/>
                    <a:pt x="87662" y="583"/>
                    <a:pt x="88238" y="577"/>
                  </a:cubicBezTo>
                  <a:cubicBezTo>
                    <a:pt x="88394" y="572"/>
                    <a:pt x="88518" y="444"/>
                    <a:pt x="88518" y="288"/>
                  </a:cubicBezTo>
                  <a:cubicBezTo>
                    <a:pt x="88517" y="131"/>
                    <a:pt x="88391" y="3"/>
                    <a:pt x="88235" y="1"/>
                  </a:cubicBezTo>
                  <a:close/>
                  <a:moveTo>
                    <a:pt x="89967" y="1"/>
                  </a:moveTo>
                  <a:cubicBezTo>
                    <a:pt x="89811" y="3"/>
                    <a:pt x="89685" y="131"/>
                    <a:pt x="89684" y="288"/>
                  </a:cubicBezTo>
                  <a:cubicBezTo>
                    <a:pt x="89684" y="444"/>
                    <a:pt x="89808" y="572"/>
                    <a:pt x="89965" y="577"/>
                  </a:cubicBezTo>
                  <a:cubicBezTo>
                    <a:pt x="90541" y="583"/>
                    <a:pt x="91116" y="593"/>
                    <a:pt x="91692" y="610"/>
                  </a:cubicBezTo>
                  <a:lnTo>
                    <a:pt x="91702" y="610"/>
                  </a:lnTo>
                  <a:cubicBezTo>
                    <a:pt x="91859" y="609"/>
                    <a:pt x="91986" y="483"/>
                    <a:pt x="91988" y="326"/>
                  </a:cubicBezTo>
                  <a:cubicBezTo>
                    <a:pt x="91991" y="169"/>
                    <a:pt x="91866" y="38"/>
                    <a:pt x="91710" y="33"/>
                  </a:cubicBezTo>
                  <a:cubicBezTo>
                    <a:pt x="91129" y="17"/>
                    <a:pt x="90550" y="6"/>
                    <a:pt x="89971" y="1"/>
                  </a:cubicBezTo>
                  <a:close/>
                  <a:moveTo>
                    <a:pt x="84784" y="98"/>
                  </a:moveTo>
                  <a:cubicBezTo>
                    <a:pt x="84775" y="98"/>
                    <a:pt x="84766" y="98"/>
                    <a:pt x="84757" y="99"/>
                  </a:cubicBezTo>
                  <a:cubicBezTo>
                    <a:pt x="84178" y="127"/>
                    <a:pt x="83599" y="160"/>
                    <a:pt x="83020" y="199"/>
                  </a:cubicBezTo>
                  <a:cubicBezTo>
                    <a:pt x="82865" y="208"/>
                    <a:pt x="82745" y="340"/>
                    <a:pt x="82751" y="496"/>
                  </a:cubicBezTo>
                  <a:cubicBezTo>
                    <a:pt x="82756" y="651"/>
                    <a:pt x="82885" y="775"/>
                    <a:pt x="83039" y="775"/>
                  </a:cubicBezTo>
                  <a:cubicBezTo>
                    <a:pt x="83046" y="775"/>
                    <a:pt x="83052" y="773"/>
                    <a:pt x="83060" y="773"/>
                  </a:cubicBezTo>
                  <a:cubicBezTo>
                    <a:pt x="83634" y="735"/>
                    <a:pt x="84209" y="703"/>
                    <a:pt x="84784" y="675"/>
                  </a:cubicBezTo>
                  <a:cubicBezTo>
                    <a:pt x="84943" y="667"/>
                    <a:pt x="85065" y="532"/>
                    <a:pt x="85058" y="373"/>
                  </a:cubicBezTo>
                  <a:cubicBezTo>
                    <a:pt x="85051" y="224"/>
                    <a:pt x="84927" y="98"/>
                    <a:pt x="84784" y="98"/>
                  </a:cubicBezTo>
                  <a:close/>
                  <a:moveTo>
                    <a:pt x="93436" y="100"/>
                  </a:moveTo>
                  <a:cubicBezTo>
                    <a:pt x="93282" y="100"/>
                    <a:pt x="93154" y="219"/>
                    <a:pt x="93146" y="374"/>
                  </a:cubicBezTo>
                  <a:cubicBezTo>
                    <a:pt x="93137" y="534"/>
                    <a:pt x="93261" y="668"/>
                    <a:pt x="93419" y="676"/>
                  </a:cubicBezTo>
                  <a:cubicBezTo>
                    <a:pt x="93995" y="703"/>
                    <a:pt x="94569" y="736"/>
                    <a:pt x="95144" y="775"/>
                  </a:cubicBezTo>
                  <a:lnTo>
                    <a:pt x="95163" y="775"/>
                  </a:lnTo>
                  <a:lnTo>
                    <a:pt x="95163" y="776"/>
                  </a:lnTo>
                  <a:cubicBezTo>
                    <a:pt x="95319" y="776"/>
                    <a:pt x="95446" y="652"/>
                    <a:pt x="95452" y="496"/>
                  </a:cubicBezTo>
                  <a:cubicBezTo>
                    <a:pt x="95457" y="342"/>
                    <a:pt x="95338" y="210"/>
                    <a:pt x="95182" y="200"/>
                  </a:cubicBezTo>
                  <a:cubicBezTo>
                    <a:pt x="94605" y="160"/>
                    <a:pt x="94026" y="128"/>
                    <a:pt x="93447" y="101"/>
                  </a:cubicBezTo>
                  <a:cubicBezTo>
                    <a:pt x="93443" y="100"/>
                    <a:pt x="93439" y="100"/>
                    <a:pt x="93436" y="100"/>
                  </a:cubicBezTo>
                  <a:close/>
                  <a:moveTo>
                    <a:pt x="81313" y="331"/>
                  </a:moveTo>
                  <a:cubicBezTo>
                    <a:pt x="81305" y="331"/>
                    <a:pt x="81296" y="331"/>
                    <a:pt x="81287" y="332"/>
                  </a:cubicBezTo>
                  <a:cubicBezTo>
                    <a:pt x="80710" y="381"/>
                    <a:pt x="80133" y="438"/>
                    <a:pt x="79557" y="498"/>
                  </a:cubicBezTo>
                  <a:cubicBezTo>
                    <a:pt x="79405" y="514"/>
                    <a:pt x="79292" y="646"/>
                    <a:pt x="79299" y="800"/>
                  </a:cubicBezTo>
                  <a:cubicBezTo>
                    <a:pt x="79308" y="952"/>
                    <a:pt x="79434" y="1072"/>
                    <a:pt x="79587" y="1072"/>
                  </a:cubicBezTo>
                  <a:lnTo>
                    <a:pt x="79587" y="1072"/>
                  </a:lnTo>
                  <a:cubicBezTo>
                    <a:pt x="79597" y="1072"/>
                    <a:pt x="79608" y="1072"/>
                    <a:pt x="79617" y="1071"/>
                  </a:cubicBezTo>
                  <a:cubicBezTo>
                    <a:pt x="80191" y="1011"/>
                    <a:pt x="80764" y="956"/>
                    <a:pt x="81337" y="905"/>
                  </a:cubicBezTo>
                  <a:cubicBezTo>
                    <a:pt x="81496" y="892"/>
                    <a:pt x="81613" y="752"/>
                    <a:pt x="81599" y="593"/>
                  </a:cubicBezTo>
                  <a:cubicBezTo>
                    <a:pt x="81586" y="444"/>
                    <a:pt x="81461" y="331"/>
                    <a:pt x="81313" y="331"/>
                  </a:cubicBezTo>
                  <a:close/>
                  <a:moveTo>
                    <a:pt x="79587" y="1072"/>
                  </a:moveTo>
                  <a:cubicBezTo>
                    <a:pt x="79587" y="1072"/>
                    <a:pt x="79586" y="1072"/>
                    <a:pt x="79586" y="1072"/>
                  </a:cubicBezTo>
                  <a:lnTo>
                    <a:pt x="79587" y="1072"/>
                  </a:lnTo>
                  <a:cubicBezTo>
                    <a:pt x="79587" y="1072"/>
                    <a:pt x="79587" y="1072"/>
                    <a:pt x="79587" y="1072"/>
                  </a:cubicBezTo>
                  <a:close/>
                  <a:moveTo>
                    <a:pt x="96894" y="331"/>
                  </a:moveTo>
                  <a:cubicBezTo>
                    <a:pt x="96746" y="331"/>
                    <a:pt x="96619" y="443"/>
                    <a:pt x="96603" y="595"/>
                  </a:cubicBezTo>
                  <a:cubicBezTo>
                    <a:pt x="96589" y="753"/>
                    <a:pt x="96707" y="892"/>
                    <a:pt x="96865" y="905"/>
                  </a:cubicBezTo>
                  <a:cubicBezTo>
                    <a:pt x="97439" y="956"/>
                    <a:pt x="98012" y="1010"/>
                    <a:pt x="98585" y="1071"/>
                  </a:cubicBezTo>
                  <a:cubicBezTo>
                    <a:pt x="98595" y="1072"/>
                    <a:pt x="98606" y="1072"/>
                    <a:pt x="98615" y="1072"/>
                  </a:cubicBezTo>
                  <a:lnTo>
                    <a:pt x="98615" y="1073"/>
                  </a:lnTo>
                  <a:cubicBezTo>
                    <a:pt x="98769" y="1073"/>
                    <a:pt x="98896" y="953"/>
                    <a:pt x="98904" y="800"/>
                  </a:cubicBezTo>
                  <a:cubicBezTo>
                    <a:pt x="98911" y="646"/>
                    <a:pt x="98799" y="514"/>
                    <a:pt x="98645" y="499"/>
                  </a:cubicBezTo>
                  <a:cubicBezTo>
                    <a:pt x="98069" y="438"/>
                    <a:pt x="97493" y="382"/>
                    <a:pt x="96914" y="332"/>
                  </a:cubicBezTo>
                  <a:cubicBezTo>
                    <a:pt x="96908" y="332"/>
                    <a:pt x="96901" y="331"/>
                    <a:pt x="96894" y="331"/>
                  </a:cubicBezTo>
                  <a:close/>
                  <a:moveTo>
                    <a:pt x="100344" y="695"/>
                  </a:moveTo>
                  <a:cubicBezTo>
                    <a:pt x="100199" y="695"/>
                    <a:pt x="100076" y="802"/>
                    <a:pt x="100058" y="947"/>
                  </a:cubicBezTo>
                  <a:cubicBezTo>
                    <a:pt x="100039" y="1102"/>
                    <a:pt x="100147" y="1246"/>
                    <a:pt x="100302" y="1268"/>
                  </a:cubicBezTo>
                  <a:cubicBezTo>
                    <a:pt x="100874" y="1340"/>
                    <a:pt x="101445" y="1416"/>
                    <a:pt x="102014" y="1499"/>
                  </a:cubicBezTo>
                  <a:cubicBezTo>
                    <a:pt x="102028" y="1501"/>
                    <a:pt x="102042" y="1503"/>
                    <a:pt x="102056" y="1503"/>
                  </a:cubicBezTo>
                  <a:cubicBezTo>
                    <a:pt x="102208" y="1503"/>
                    <a:pt x="102332" y="1385"/>
                    <a:pt x="102343" y="1234"/>
                  </a:cubicBezTo>
                  <a:cubicBezTo>
                    <a:pt x="102354" y="1084"/>
                    <a:pt x="102246" y="950"/>
                    <a:pt x="102097" y="929"/>
                  </a:cubicBezTo>
                  <a:cubicBezTo>
                    <a:pt x="101523" y="845"/>
                    <a:pt x="100949" y="769"/>
                    <a:pt x="100375" y="697"/>
                  </a:cubicBezTo>
                  <a:cubicBezTo>
                    <a:pt x="100364" y="696"/>
                    <a:pt x="100354" y="695"/>
                    <a:pt x="100344" y="695"/>
                  </a:cubicBezTo>
                  <a:close/>
                  <a:moveTo>
                    <a:pt x="77854" y="697"/>
                  </a:moveTo>
                  <a:cubicBezTo>
                    <a:pt x="77846" y="697"/>
                    <a:pt x="77837" y="697"/>
                    <a:pt x="77829" y="698"/>
                  </a:cubicBezTo>
                  <a:cubicBezTo>
                    <a:pt x="77254" y="770"/>
                    <a:pt x="76680" y="848"/>
                    <a:pt x="76106" y="931"/>
                  </a:cubicBezTo>
                  <a:cubicBezTo>
                    <a:pt x="75957" y="953"/>
                    <a:pt x="75850" y="1086"/>
                    <a:pt x="75861" y="1236"/>
                  </a:cubicBezTo>
                  <a:cubicBezTo>
                    <a:pt x="75871" y="1388"/>
                    <a:pt x="75996" y="1504"/>
                    <a:pt x="76147" y="1504"/>
                  </a:cubicBezTo>
                  <a:cubicBezTo>
                    <a:pt x="76160" y="1504"/>
                    <a:pt x="76175" y="1503"/>
                    <a:pt x="76188" y="1501"/>
                  </a:cubicBezTo>
                  <a:cubicBezTo>
                    <a:pt x="76758" y="1419"/>
                    <a:pt x="77329" y="1341"/>
                    <a:pt x="77901" y="1270"/>
                  </a:cubicBezTo>
                  <a:cubicBezTo>
                    <a:pt x="78053" y="1245"/>
                    <a:pt x="78160" y="1103"/>
                    <a:pt x="78141" y="950"/>
                  </a:cubicBezTo>
                  <a:cubicBezTo>
                    <a:pt x="78123" y="803"/>
                    <a:pt x="77998" y="697"/>
                    <a:pt x="77854" y="697"/>
                  </a:cubicBezTo>
                  <a:close/>
                  <a:moveTo>
                    <a:pt x="103767" y="1190"/>
                  </a:moveTo>
                  <a:cubicBezTo>
                    <a:pt x="103628" y="1190"/>
                    <a:pt x="103506" y="1291"/>
                    <a:pt x="103484" y="1432"/>
                  </a:cubicBezTo>
                  <a:cubicBezTo>
                    <a:pt x="103457" y="1589"/>
                    <a:pt x="103564" y="1737"/>
                    <a:pt x="103721" y="1763"/>
                  </a:cubicBezTo>
                  <a:cubicBezTo>
                    <a:pt x="104289" y="1857"/>
                    <a:pt x="104856" y="1955"/>
                    <a:pt x="105422" y="2060"/>
                  </a:cubicBezTo>
                  <a:cubicBezTo>
                    <a:pt x="105440" y="2063"/>
                    <a:pt x="105458" y="2065"/>
                    <a:pt x="105476" y="2065"/>
                  </a:cubicBezTo>
                  <a:cubicBezTo>
                    <a:pt x="105624" y="2064"/>
                    <a:pt x="105748" y="1950"/>
                    <a:pt x="105761" y="1803"/>
                  </a:cubicBezTo>
                  <a:cubicBezTo>
                    <a:pt x="105775" y="1655"/>
                    <a:pt x="105673" y="1521"/>
                    <a:pt x="105528" y="1493"/>
                  </a:cubicBezTo>
                  <a:cubicBezTo>
                    <a:pt x="104957" y="1388"/>
                    <a:pt x="104386" y="1288"/>
                    <a:pt x="103815" y="1194"/>
                  </a:cubicBezTo>
                  <a:cubicBezTo>
                    <a:pt x="103799" y="1192"/>
                    <a:pt x="103783" y="1190"/>
                    <a:pt x="103767" y="1190"/>
                  </a:cubicBezTo>
                  <a:close/>
                  <a:moveTo>
                    <a:pt x="74440" y="1193"/>
                  </a:moveTo>
                  <a:cubicBezTo>
                    <a:pt x="74423" y="1193"/>
                    <a:pt x="74406" y="1195"/>
                    <a:pt x="74389" y="1198"/>
                  </a:cubicBezTo>
                  <a:cubicBezTo>
                    <a:pt x="73816" y="1292"/>
                    <a:pt x="73245" y="1392"/>
                    <a:pt x="72675" y="1498"/>
                  </a:cubicBezTo>
                  <a:cubicBezTo>
                    <a:pt x="72530" y="1524"/>
                    <a:pt x="72428" y="1659"/>
                    <a:pt x="72441" y="1807"/>
                  </a:cubicBezTo>
                  <a:cubicBezTo>
                    <a:pt x="72455" y="1955"/>
                    <a:pt x="72579" y="2069"/>
                    <a:pt x="72728" y="2069"/>
                  </a:cubicBezTo>
                  <a:cubicBezTo>
                    <a:pt x="72746" y="2069"/>
                    <a:pt x="72764" y="2068"/>
                    <a:pt x="72780" y="2064"/>
                  </a:cubicBezTo>
                  <a:cubicBezTo>
                    <a:pt x="73347" y="1958"/>
                    <a:pt x="73914" y="1860"/>
                    <a:pt x="74482" y="1767"/>
                  </a:cubicBezTo>
                  <a:cubicBezTo>
                    <a:pt x="74640" y="1740"/>
                    <a:pt x="74745" y="1591"/>
                    <a:pt x="74720" y="1434"/>
                  </a:cubicBezTo>
                  <a:cubicBezTo>
                    <a:pt x="74698" y="1294"/>
                    <a:pt x="74577" y="1193"/>
                    <a:pt x="74440" y="1193"/>
                  </a:cubicBezTo>
                  <a:close/>
                  <a:moveTo>
                    <a:pt x="107177" y="1820"/>
                  </a:moveTo>
                  <a:cubicBezTo>
                    <a:pt x="107043" y="1820"/>
                    <a:pt x="106922" y="1913"/>
                    <a:pt x="106894" y="2050"/>
                  </a:cubicBezTo>
                  <a:cubicBezTo>
                    <a:pt x="106863" y="2206"/>
                    <a:pt x="106962" y="2358"/>
                    <a:pt x="107118" y="2390"/>
                  </a:cubicBezTo>
                  <a:cubicBezTo>
                    <a:pt x="107683" y="2505"/>
                    <a:pt x="108246" y="2627"/>
                    <a:pt x="108807" y="2752"/>
                  </a:cubicBezTo>
                  <a:cubicBezTo>
                    <a:pt x="108828" y="2757"/>
                    <a:pt x="108849" y="2760"/>
                    <a:pt x="108870" y="2760"/>
                  </a:cubicBezTo>
                  <a:lnTo>
                    <a:pt x="108870" y="2761"/>
                  </a:lnTo>
                  <a:cubicBezTo>
                    <a:pt x="109018" y="2761"/>
                    <a:pt x="109143" y="2651"/>
                    <a:pt x="109158" y="2504"/>
                  </a:cubicBezTo>
                  <a:cubicBezTo>
                    <a:pt x="109175" y="2358"/>
                    <a:pt x="109078" y="2222"/>
                    <a:pt x="108934" y="2191"/>
                  </a:cubicBezTo>
                  <a:cubicBezTo>
                    <a:pt x="108368" y="2063"/>
                    <a:pt x="107802" y="1942"/>
                    <a:pt x="107234" y="1825"/>
                  </a:cubicBezTo>
                  <a:cubicBezTo>
                    <a:pt x="107215" y="1821"/>
                    <a:pt x="107196" y="1820"/>
                    <a:pt x="107177" y="1820"/>
                  </a:cubicBezTo>
                  <a:close/>
                  <a:moveTo>
                    <a:pt x="71027" y="1824"/>
                  </a:moveTo>
                  <a:cubicBezTo>
                    <a:pt x="71007" y="1824"/>
                    <a:pt x="70988" y="1826"/>
                    <a:pt x="70968" y="1830"/>
                  </a:cubicBezTo>
                  <a:cubicBezTo>
                    <a:pt x="70401" y="1946"/>
                    <a:pt x="69835" y="2069"/>
                    <a:pt x="69270" y="2196"/>
                  </a:cubicBezTo>
                  <a:cubicBezTo>
                    <a:pt x="69125" y="2227"/>
                    <a:pt x="69027" y="2363"/>
                    <a:pt x="69044" y="2509"/>
                  </a:cubicBezTo>
                  <a:cubicBezTo>
                    <a:pt x="69060" y="2656"/>
                    <a:pt x="69183" y="2766"/>
                    <a:pt x="69330" y="2766"/>
                  </a:cubicBezTo>
                  <a:cubicBezTo>
                    <a:pt x="69330" y="2766"/>
                    <a:pt x="69331" y="2766"/>
                    <a:pt x="69332" y="2766"/>
                  </a:cubicBezTo>
                  <a:cubicBezTo>
                    <a:pt x="69354" y="2766"/>
                    <a:pt x="69375" y="2763"/>
                    <a:pt x="69396" y="2758"/>
                  </a:cubicBezTo>
                  <a:cubicBezTo>
                    <a:pt x="69958" y="2631"/>
                    <a:pt x="70521" y="2510"/>
                    <a:pt x="71084" y="2394"/>
                  </a:cubicBezTo>
                  <a:cubicBezTo>
                    <a:pt x="71240" y="2363"/>
                    <a:pt x="71341" y="2210"/>
                    <a:pt x="71309" y="2054"/>
                  </a:cubicBezTo>
                  <a:cubicBezTo>
                    <a:pt x="71280" y="1918"/>
                    <a:pt x="71161" y="1824"/>
                    <a:pt x="71027" y="1824"/>
                  </a:cubicBezTo>
                  <a:close/>
                  <a:moveTo>
                    <a:pt x="110558" y="2580"/>
                  </a:moveTo>
                  <a:cubicBezTo>
                    <a:pt x="110428" y="2580"/>
                    <a:pt x="110310" y="2667"/>
                    <a:pt x="110277" y="2799"/>
                  </a:cubicBezTo>
                  <a:cubicBezTo>
                    <a:pt x="110240" y="2954"/>
                    <a:pt x="110334" y="3110"/>
                    <a:pt x="110488" y="3148"/>
                  </a:cubicBezTo>
                  <a:cubicBezTo>
                    <a:pt x="111047" y="3285"/>
                    <a:pt x="111605" y="3428"/>
                    <a:pt x="112162" y="3577"/>
                  </a:cubicBezTo>
                  <a:cubicBezTo>
                    <a:pt x="112187" y="3583"/>
                    <a:pt x="112211" y="3586"/>
                    <a:pt x="112236" y="3586"/>
                  </a:cubicBezTo>
                  <a:cubicBezTo>
                    <a:pt x="112380" y="3586"/>
                    <a:pt x="112504" y="3479"/>
                    <a:pt x="112522" y="3335"/>
                  </a:cubicBezTo>
                  <a:cubicBezTo>
                    <a:pt x="112541" y="3193"/>
                    <a:pt x="112451" y="3057"/>
                    <a:pt x="112310" y="3020"/>
                  </a:cubicBezTo>
                  <a:cubicBezTo>
                    <a:pt x="111750" y="2870"/>
                    <a:pt x="111189" y="2726"/>
                    <a:pt x="110626" y="2588"/>
                  </a:cubicBezTo>
                  <a:cubicBezTo>
                    <a:pt x="110603" y="2583"/>
                    <a:pt x="110581" y="2580"/>
                    <a:pt x="110558" y="2580"/>
                  </a:cubicBezTo>
                  <a:close/>
                  <a:moveTo>
                    <a:pt x="67646" y="2588"/>
                  </a:moveTo>
                  <a:cubicBezTo>
                    <a:pt x="67623" y="2588"/>
                    <a:pt x="67599" y="2591"/>
                    <a:pt x="67576" y="2597"/>
                  </a:cubicBezTo>
                  <a:cubicBezTo>
                    <a:pt x="67014" y="2736"/>
                    <a:pt x="66452" y="2880"/>
                    <a:pt x="65892" y="3030"/>
                  </a:cubicBezTo>
                  <a:cubicBezTo>
                    <a:pt x="65753" y="3068"/>
                    <a:pt x="65662" y="3202"/>
                    <a:pt x="65681" y="3346"/>
                  </a:cubicBezTo>
                  <a:cubicBezTo>
                    <a:pt x="65700" y="3489"/>
                    <a:pt x="65822" y="3597"/>
                    <a:pt x="65968" y="3597"/>
                  </a:cubicBezTo>
                  <a:cubicBezTo>
                    <a:pt x="65992" y="3596"/>
                    <a:pt x="66017" y="3593"/>
                    <a:pt x="66041" y="3586"/>
                  </a:cubicBezTo>
                  <a:cubicBezTo>
                    <a:pt x="66597" y="3437"/>
                    <a:pt x="67155" y="3295"/>
                    <a:pt x="67714" y="3157"/>
                  </a:cubicBezTo>
                  <a:cubicBezTo>
                    <a:pt x="67869" y="3118"/>
                    <a:pt x="67963" y="2962"/>
                    <a:pt x="67925" y="2808"/>
                  </a:cubicBezTo>
                  <a:cubicBezTo>
                    <a:pt x="67892" y="2676"/>
                    <a:pt x="67775" y="2588"/>
                    <a:pt x="67646" y="2588"/>
                  </a:cubicBezTo>
                  <a:close/>
                  <a:moveTo>
                    <a:pt x="113911" y="3473"/>
                  </a:moveTo>
                  <a:cubicBezTo>
                    <a:pt x="113785" y="3473"/>
                    <a:pt x="113669" y="3555"/>
                    <a:pt x="113633" y="3681"/>
                  </a:cubicBezTo>
                  <a:cubicBezTo>
                    <a:pt x="113589" y="3833"/>
                    <a:pt x="113675" y="3992"/>
                    <a:pt x="113828" y="4037"/>
                  </a:cubicBezTo>
                  <a:cubicBezTo>
                    <a:pt x="114381" y="4197"/>
                    <a:pt x="114932" y="4361"/>
                    <a:pt x="115483" y="4531"/>
                  </a:cubicBezTo>
                  <a:cubicBezTo>
                    <a:pt x="115511" y="4540"/>
                    <a:pt x="115539" y="4543"/>
                    <a:pt x="115568" y="4543"/>
                  </a:cubicBezTo>
                  <a:cubicBezTo>
                    <a:pt x="115711" y="4543"/>
                    <a:pt x="115832" y="4440"/>
                    <a:pt x="115854" y="4299"/>
                  </a:cubicBezTo>
                  <a:cubicBezTo>
                    <a:pt x="115874" y="4158"/>
                    <a:pt x="115789" y="4023"/>
                    <a:pt x="115653" y="3981"/>
                  </a:cubicBezTo>
                  <a:cubicBezTo>
                    <a:pt x="115099" y="3809"/>
                    <a:pt x="114544" y="3644"/>
                    <a:pt x="113987" y="3483"/>
                  </a:cubicBezTo>
                  <a:cubicBezTo>
                    <a:pt x="113962" y="3476"/>
                    <a:pt x="113936" y="3473"/>
                    <a:pt x="113911" y="3473"/>
                  </a:cubicBezTo>
                  <a:close/>
                  <a:moveTo>
                    <a:pt x="64299" y="3485"/>
                  </a:moveTo>
                  <a:cubicBezTo>
                    <a:pt x="64272" y="3485"/>
                    <a:pt x="64245" y="3488"/>
                    <a:pt x="64218" y="3496"/>
                  </a:cubicBezTo>
                  <a:cubicBezTo>
                    <a:pt x="63661" y="3657"/>
                    <a:pt x="63106" y="3824"/>
                    <a:pt x="62552" y="3995"/>
                  </a:cubicBezTo>
                  <a:cubicBezTo>
                    <a:pt x="62416" y="4038"/>
                    <a:pt x="62331" y="4173"/>
                    <a:pt x="62353" y="4314"/>
                  </a:cubicBezTo>
                  <a:cubicBezTo>
                    <a:pt x="62374" y="4455"/>
                    <a:pt x="62495" y="4559"/>
                    <a:pt x="62638" y="4559"/>
                  </a:cubicBezTo>
                  <a:cubicBezTo>
                    <a:pt x="62667" y="4559"/>
                    <a:pt x="62696" y="4554"/>
                    <a:pt x="62723" y="4546"/>
                  </a:cubicBezTo>
                  <a:cubicBezTo>
                    <a:pt x="63272" y="4375"/>
                    <a:pt x="63824" y="4210"/>
                    <a:pt x="64378" y="4049"/>
                  </a:cubicBezTo>
                  <a:cubicBezTo>
                    <a:pt x="64531" y="4005"/>
                    <a:pt x="64619" y="3845"/>
                    <a:pt x="64575" y="3693"/>
                  </a:cubicBezTo>
                  <a:cubicBezTo>
                    <a:pt x="64538" y="3566"/>
                    <a:pt x="64424" y="3485"/>
                    <a:pt x="64299" y="3485"/>
                  </a:cubicBezTo>
                  <a:close/>
                  <a:moveTo>
                    <a:pt x="117224" y="4497"/>
                  </a:moveTo>
                  <a:cubicBezTo>
                    <a:pt x="117103" y="4497"/>
                    <a:pt x="116990" y="4574"/>
                    <a:pt x="116950" y="4694"/>
                  </a:cubicBezTo>
                  <a:cubicBezTo>
                    <a:pt x="116901" y="4843"/>
                    <a:pt x="116980" y="5005"/>
                    <a:pt x="117127" y="5057"/>
                  </a:cubicBezTo>
                  <a:cubicBezTo>
                    <a:pt x="117410" y="5150"/>
                    <a:pt x="117692" y="5245"/>
                    <a:pt x="117974" y="5342"/>
                  </a:cubicBezTo>
                  <a:cubicBezTo>
                    <a:pt x="118238" y="5432"/>
                    <a:pt x="118501" y="5523"/>
                    <a:pt x="118763" y="5616"/>
                  </a:cubicBezTo>
                  <a:cubicBezTo>
                    <a:pt x="118793" y="5626"/>
                    <a:pt x="118826" y="5632"/>
                    <a:pt x="118859" y="5632"/>
                  </a:cubicBezTo>
                  <a:cubicBezTo>
                    <a:pt x="119000" y="5632"/>
                    <a:pt x="119120" y="5532"/>
                    <a:pt x="119144" y="5392"/>
                  </a:cubicBezTo>
                  <a:cubicBezTo>
                    <a:pt x="119166" y="5255"/>
                    <a:pt x="119087" y="5119"/>
                    <a:pt x="118954" y="5072"/>
                  </a:cubicBezTo>
                  <a:cubicBezTo>
                    <a:pt x="118690" y="4979"/>
                    <a:pt x="118425" y="4888"/>
                    <a:pt x="118160" y="4796"/>
                  </a:cubicBezTo>
                  <a:cubicBezTo>
                    <a:pt x="117877" y="4699"/>
                    <a:pt x="117593" y="4604"/>
                    <a:pt x="117308" y="4510"/>
                  </a:cubicBezTo>
                  <a:cubicBezTo>
                    <a:pt x="117280" y="4501"/>
                    <a:pt x="117252" y="4497"/>
                    <a:pt x="117224" y="4497"/>
                  </a:cubicBezTo>
                  <a:close/>
                  <a:moveTo>
                    <a:pt x="60986" y="4513"/>
                  </a:moveTo>
                  <a:cubicBezTo>
                    <a:pt x="60956" y="4513"/>
                    <a:pt x="60925" y="4518"/>
                    <a:pt x="60895" y="4528"/>
                  </a:cubicBezTo>
                  <a:cubicBezTo>
                    <a:pt x="60346" y="4711"/>
                    <a:pt x="59798" y="4899"/>
                    <a:pt x="59251" y="5094"/>
                  </a:cubicBezTo>
                  <a:cubicBezTo>
                    <a:pt x="59119" y="5141"/>
                    <a:pt x="59038" y="5275"/>
                    <a:pt x="59062" y="5414"/>
                  </a:cubicBezTo>
                  <a:cubicBezTo>
                    <a:pt x="59086" y="5552"/>
                    <a:pt x="59206" y="5653"/>
                    <a:pt x="59347" y="5653"/>
                  </a:cubicBezTo>
                  <a:lnTo>
                    <a:pt x="59348" y="5653"/>
                  </a:lnTo>
                  <a:cubicBezTo>
                    <a:pt x="59380" y="5653"/>
                    <a:pt x="59413" y="5647"/>
                    <a:pt x="59443" y="5636"/>
                  </a:cubicBezTo>
                  <a:cubicBezTo>
                    <a:pt x="59986" y="5444"/>
                    <a:pt x="60531" y="5257"/>
                    <a:pt x="61078" y="5075"/>
                  </a:cubicBezTo>
                  <a:cubicBezTo>
                    <a:pt x="61229" y="5024"/>
                    <a:pt x="61310" y="4861"/>
                    <a:pt x="61260" y="4711"/>
                  </a:cubicBezTo>
                  <a:cubicBezTo>
                    <a:pt x="61219" y="4590"/>
                    <a:pt x="61107" y="4513"/>
                    <a:pt x="60986" y="4513"/>
                  </a:cubicBezTo>
                  <a:close/>
                  <a:moveTo>
                    <a:pt x="120485" y="5651"/>
                  </a:moveTo>
                  <a:cubicBezTo>
                    <a:pt x="120368" y="5651"/>
                    <a:pt x="120259" y="5722"/>
                    <a:pt x="120216" y="5837"/>
                  </a:cubicBezTo>
                  <a:cubicBezTo>
                    <a:pt x="120160" y="5986"/>
                    <a:pt x="120235" y="6153"/>
                    <a:pt x="120384" y="6209"/>
                  </a:cubicBezTo>
                  <a:cubicBezTo>
                    <a:pt x="120924" y="6411"/>
                    <a:pt x="121461" y="6619"/>
                    <a:pt x="121995" y="6832"/>
                  </a:cubicBezTo>
                  <a:cubicBezTo>
                    <a:pt x="122029" y="6845"/>
                    <a:pt x="122065" y="6852"/>
                    <a:pt x="122101" y="6852"/>
                  </a:cubicBezTo>
                  <a:cubicBezTo>
                    <a:pt x="122239" y="6852"/>
                    <a:pt x="122358" y="6754"/>
                    <a:pt x="122385" y="6618"/>
                  </a:cubicBezTo>
                  <a:cubicBezTo>
                    <a:pt x="122410" y="6483"/>
                    <a:pt x="122337" y="6347"/>
                    <a:pt x="122208" y="6297"/>
                  </a:cubicBezTo>
                  <a:cubicBezTo>
                    <a:pt x="121670" y="6082"/>
                    <a:pt x="121130" y="5873"/>
                    <a:pt x="120587" y="5670"/>
                  </a:cubicBezTo>
                  <a:cubicBezTo>
                    <a:pt x="120553" y="5657"/>
                    <a:pt x="120519" y="5651"/>
                    <a:pt x="120485" y="5651"/>
                  </a:cubicBezTo>
                  <a:close/>
                  <a:moveTo>
                    <a:pt x="57719" y="5671"/>
                  </a:moveTo>
                  <a:cubicBezTo>
                    <a:pt x="57685" y="5671"/>
                    <a:pt x="57651" y="5677"/>
                    <a:pt x="57617" y="5690"/>
                  </a:cubicBezTo>
                  <a:cubicBezTo>
                    <a:pt x="57075" y="5895"/>
                    <a:pt x="56534" y="6105"/>
                    <a:pt x="55997" y="6320"/>
                  </a:cubicBezTo>
                  <a:cubicBezTo>
                    <a:pt x="55868" y="6371"/>
                    <a:pt x="55794" y="6506"/>
                    <a:pt x="55820" y="6642"/>
                  </a:cubicBezTo>
                  <a:cubicBezTo>
                    <a:pt x="55847" y="6778"/>
                    <a:pt x="55965" y="6876"/>
                    <a:pt x="56103" y="6876"/>
                  </a:cubicBezTo>
                  <a:lnTo>
                    <a:pt x="56103" y="6875"/>
                  </a:lnTo>
                  <a:cubicBezTo>
                    <a:pt x="56141" y="6875"/>
                    <a:pt x="56177" y="6868"/>
                    <a:pt x="56210" y="6855"/>
                  </a:cubicBezTo>
                  <a:cubicBezTo>
                    <a:pt x="56745" y="6641"/>
                    <a:pt x="57281" y="6432"/>
                    <a:pt x="57821" y="6230"/>
                  </a:cubicBezTo>
                  <a:cubicBezTo>
                    <a:pt x="57970" y="6173"/>
                    <a:pt x="58045" y="6008"/>
                    <a:pt x="57989" y="5858"/>
                  </a:cubicBezTo>
                  <a:cubicBezTo>
                    <a:pt x="57945" y="5743"/>
                    <a:pt x="57836" y="5671"/>
                    <a:pt x="57719" y="5671"/>
                  </a:cubicBezTo>
                  <a:close/>
                  <a:moveTo>
                    <a:pt x="123706" y="6933"/>
                  </a:moveTo>
                  <a:cubicBezTo>
                    <a:pt x="123593" y="6933"/>
                    <a:pt x="123486" y="6999"/>
                    <a:pt x="123440" y="7109"/>
                  </a:cubicBezTo>
                  <a:cubicBezTo>
                    <a:pt x="123378" y="7255"/>
                    <a:pt x="123446" y="7424"/>
                    <a:pt x="123594" y="7487"/>
                  </a:cubicBezTo>
                  <a:cubicBezTo>
                    <a:pt x="124124" y="7710"/>
                    <a:pt x="124653" y="7939"/>
                    <a:pt x="125179" y="8173"/>
                  </a:cubicBezTo>
                  <a:cubicBezTo>
                    <a:pt x="125215" y="8190"/>
                    <a:pt x="125256" y="8198"/>
                    <a:pt x="125296" y="8198"/>
                  </a:cubicBezTo>
                  <a:cubicBezTo>
                    <a:pt x="125432" y="8198"/>
                    <a:pt x="125550" y="8102"/>
                    <a:pt x="125577" y="7969"/>
                  </a:cubicBezTo>
                  <a:cubicBezTo>
                    <a:pt x="125606" y="7836"/>
                    <a:pt x="125538" y="7701"/>
                    <a:pt x="125413" y="7646"/>
                  </a:cubicBezTo>
                  <a:cubicBezTo>
                    <a:pt x="124884" y="7411"/>
                    <a:pt x="124352" y="7181"/>
                    <a:pt x="123818" y="6955"/>
                  </a:cubicBezTo>
                  <a:cubicBezTo>
                    <a:pt x="123781" y="6940"/>
                    <a:pt x="123743" y="6933"/>
                    <a:pt x="123706" y="6933"/>
                  </a:cubicBezTo>
                  <a:close/>
                  <a:moveTo>
                    <a:pt x="54506" y="6955"/>
                  </a:moveTo>
                  <a:cubicBezTo>
                    <a:pt x="54466" y="6955"/>
                    <a:pt x="54426" y="6963"/>
                    <a:pt x="54388" y="6981"/>
                  </a:cubicBezTo>
                  <a:cubicBezTo>
                    <a:pt x="53854" y="7206"/>
                    <a:pt x="53323" y="7436"/>
                    <a:pt x="52793" y="7673"/>
                  </a:cubicBezTo>
                  <a:cubicBezTo>
                    <a:pt x="52669" y="7728"/>
                    <a:pt x="52600" y="7863"/>
                    <a:pt x="52629" y="7996"/>
                  </a:cubicBezTo>
                  <a:cubicBezTo>
                    <a:pt x="52657" y="8130"/>
                    <a:pt x="52775" y="8224"/>
                    <a:pt x="52911" y="8224"/>
                  </a:cubicBezTo>
                  <a:lnTo>
                    <a:pt x="52911" y="8223"/>
                  </a:lnTo>
                  <a:cubicBezTo>
                    <a:pt x="52913" y="8223"/>
                    <a:pt x="52916" y="8223"/>
                    <a:pt x="52918" y="8223"/>
                  </a:cubicBezTo>
                  <a:cubicBezTo>
                    <a:pt x="52956" y="8223"/>
                    <a:pt x="52993" y="8215"/>
                    <a:pt x="53028" y="8199"/>
                  </a:cubicBezTo>
                  <a:cubicBezTo>
                    <a:pt x="53555" y="7965"/>
                    <a:pt x="54082" y="7735"/>
                    <a:pt x="54613" y="7511"/>
                  </a:cubicBezTo>
                  <a:cubicBezTo>
                    <a:pt x="54762" y="7452"/>
                    <a:pt x="54834" y="7280"/>
                    <a:pt x="54772" y="7132"/>
                  </a:cubicBezTo>
                  <a:cubicBezTo>
                    <a:pt x="54726" y="7021"/>
                    <a:pt x="54618" y="6955"/>
                    <a:pt x="54506" y="6955"/>
                  </a:cubicBezTo>
                  <a:close/>
                  <a:moveTo>
                    <a:pt x="126877" y="8342"/>
                  </a:moveTo>
                  <a:cubicBezTo>
                    <a:pt x="126769" y="8342"/>
                    <a:pt x="126666" y="8404"/>
                    <a:pt x="126616" y="8509"/>
                  </a:cubicBezTo>
                  <a:cubicBezTo>
                    <a:pt x="126550" y="8650"/>
                    <a:pt x="126609" y="8819"/>
                    <a:pt x="126750" y="8889"/>
                  </a:cubicBezTo>
                  <a:cubicBezTo>
                    <a:pt x="127272" y="9134"/>
                    <a:pt x="127792" y="9383"/>
                    <a:pt x="128307" y="9637"/>
                  </a:cubicBezTo>
                  <a:cubicBezTo>
                    <a:pt x="128347" y="9656"/>
                    <a:pt x="128390" y="9666"/>
                    <a:pt x="128434" y="9667"/>
                  </a:cubicBezTo>
                  <a:lnTo>
                    <a:pt x="128434" y="9666"/>
                  </a:lnTo>
                  <a:cubicBezTo>
                    <a:pt x="128569" y="9666"/>
                    <a:pt x="128685" y="9574"/>
                    <a:pt x="128715" y="9443"/>
                  </a:cubicBezTo>
                  <a:cubicBezTo>
                    <a:pt x="128745" y="9313"/>
                    <a:pt x="128682" y="9179"/>
                    <a:pt x="128562" y="9119"/>
                  </a:cubicBezTo>
                  <a:cubicBezTo>
                    <a:pt x="128042" y="8864"/>
                    <a:pt x="127519" y="8613"/>
                    <a:pt x="126994" y="8367"/>
                  </a:cubicBezTo>
                  <a:cubicBezTo>
                    <a:pt x="126956" y="8350"/>
                    <a:pt x="126917" y="8342"/>
                    <a:pt x="126877" y="8342"/>
                  </a:cubicBezTo>
                  <a:close/>
                  <a:moveTo>
                    <a:pt x="51329" y="8371"/>
                  </a:moveTo>
                  <a:cubicBezTo>
                    <a:pt x="51290" y="8371"/>
                    <a:pt x="51250" y="8379"/>
                    <a:pt x="51212" y="8396"/>
                  </a:cubicBezTo>
                  <a:cubicBezTo>
                    <a:pt x="50687" y="8642"/>
                    <a:pt x="50165" y="8892"/>
                    <a:pt x="49644" y="9149"/>
                  </a:cubicBezTo>
                  <a:cubicBezTo>
                    <a:pt x="49524" y="9208"/>
                    <a:pt x="49461" y="9342"/>
                    <a:pt x="49491" y="9473"/>
                  </a:cubicBezTo>
                  <a:cubicBezTo>
                    <a:pt x="49522" y="9604"/>
                    <a:pt x="49638" y="9696"/>
                    <a:pt x="49773" y="9696"/>
                  </a:cubicBezTo>
                  <a:cubicBezTo>
                    <a:pt x="49816" y="9695"/>
                    <a:pt x="49859" y="9685"/>
                    <a:pt x="49899" y="9666"/>
                  </a:cubicBezTo>
                  <a:cubicBezTo>
                    <a:pt x="50416" y="9412"/>
                    <a:pt x="50935" y="9161"/>
                    <a:pt x="51457" y="8918"/>
                  </a:cubicBezTo>
                  <a:cubicBezTo>
                    <a:pt x="51597" y="8848"/>
                    <a:pt x="51656" y="8679"/>
                    <a:pt x="51590" y="8536"/>
                  </a:cubicBezTo>
                  <a:cubicBezTo>
                    <a:pt x="51541" y="8432"/>
                    <a:pt x="51437" y="8371"/>
                    <a:pt x="51329" y="8371"/>
                  </a:cubicBezTo>
                  <a:close/>
                  <a:moveTo>
                    <a:pt x="129983" y="9870"/>
                  </a:moveTo>
                  <a:cubicBezTo>
                    <a:pt x="129879" y="9870"/>
                    <a:pt x="129778" y="9927"/>
                    <a:pt x="129727" y="10026"/>
                  </a:cubicBezTo>
                  <a:cubicBezTo>
                    <a:pt x="129654" y="10167"/>
                    <a:pt x="129710" y="10341"/>
                    <a:pt x="129851" y="10415"/>
                  </a:cubicBezTo>
                  <a:cubicBezTo>
                    <a:pt x="130362" y="10680"/>
                    <a:pt x="130871" y="10948"/>
                    <a:pt x="131377" y="11222"/>
                  </a:cubicBezTo>
                  <a:cubicBezTo>
                    <a:pt x="131419" y="11245"/>
                    <a:pt x="131467" y="11257"/>
                    <a:pt x="131515" y="11257"/>
                  </a:cubicBezTo>
                  <a:cubicBezTo>
                    <a:pt x="131647" y="11257"/>
                    <a:pt x="131761" y="11167"/>
                    <a:pt x="131793" y="11039"/>
                  </a:cubicBezTo>
                  <a:cubicBezTo>
                    <a:pt x="131825" y="10911"/>
                    <a:pt x="131768" y="10778"/>
                    <a:pt x="131651" y="10716"/>
                  </a:cubicBezTo>
                  <a:cubicBezTo>
                    <a:pt x="131142" y="10440"/>
                    <a:pt x="130629" y="10169"/>
                    <a:pt x="130115" y="9902"/>
                  </a:cubicBezTo>
                  <a:cubicBezTo>
                    <a:pt x="130073" y="9881"/>
                    <a:pt x="130028" y="9870"/>
                    <a:pt x="129983" y="9870"/>
                  </a:cubicBezTo>
                  <a:close/>
                  <a:moveTo>
                    <a:pt x="48228" y="9898"/>
                  </a:moveTo>
                  <a:cubicBezTo>
                    <a:pt x="48182" y="9898"/>
                    <a:pt x="48136" y="9909"/>
                    <a:pt x="48092" y="9932"/>
                  </a:cubicBezTo>
                  <a:cubicBezTo>
                    <a:pt x="47578" y="10199"/>
                    <a:pt x="47066" y="10470"/>
                    <a:pt x="46556" y="10746"/>
                  </a:cubicBezTo>
                  <a:cubicBezTo>
                    <a:pt x="46440" y="10808"/>
                    <a:pt x="46381" y="10942"/>
                    <a:pt x="46413" y="11069"/>
                  </a:cubicBezTo>
                  <a:cubicBezTo>
                    <a:pt x="46446" y="11198"/>
                    <a:pt x="46561" y="11287"/>
                    <a:pt x="46693" y="11287"/>
                  </a:cubicBezTo>
                  <a:cubicBezTo>
                    <a:pt x="46741" y="11287"/>
                    <a:pt x="46787" y="11275"/>
                    <a:pt x="46829" y="11252"/>
                  </a:cubicBezTo>
                  <a:cubicBezTo>
                    <a:pt x="47337" y="10978"/>
                    <a:pt x="47845" y="10708"/>
                    <a:pt x="48356" y="10445"/>
                  </a:cubicBezTo>
                  <a:cubicBezTo>
                    <a:pt x="48500" y="10373"/>
                    <a:pt x="48558" y="10196"/>
                    <a:pt x="48483" y="10054"/>
                  </a:cubicBezTo>
                  <a:cubicBezTo>
                    <a:pt x="48433" y="9955"/>
                    <a:pt x="48332" y="9898"/>
                    <a:pt x="48228" y="9898"/>
                  </a:cubicBezTo>
                  <a:close/>
                  <a:moveTo>
                    <a:pt x="133027" y="11519"/>
                  </a:moveTo>
                  <a:cubicBezTo>
                    <a:pt x="132927" y="11519"/>
                    <a:pt x="132828" y="11571"/>
                    <a:pt x="132775" y="11666"/>
                  </a:cubicBezTo>
                  <a:cubicBezTo>
                    <a:pt x="132696" y="11805"/>
                    <a:pt x="132746" y="11982"/>
                    <a:pt x="132888" y="12059"/>
                  </a:cubicBezTo>
                  <a:cubicBezTo>
                    <a:pt x="133389" y="12343"/>
                    <a:pt x="133887" y="12632"/>
                    <a:pt x="134383" y="12926"/>
                  </a:cubicBezTo>
                  <a:cubicBezTo>
                    <a:pt x="134427" y="12953"/>
                    <a:pt x="134477" y="12966"/>
                    <a:pt x="134529" y="12966"/>
                  </a:cubicBezTo>
                  <a:cubicBezTo>
                    <a:pt x="134658" y="12966"/>
                    <a:pt x="134772" y="12879"/>
                    <a:pt x="134807" y="12755"/>
                  </a:cubicBezTo>
                  <a:cubicBezTo>
                    <a:pt x="134841" y="12629"/>
                    <a:pt x="134788" y="12497"/>
                    <a:pt x="134676" y="12430"/>
                  </a:cubicBezTo>
                  <a:cubicBezTo>
                    <a:pt x="134177" y="12135"/>
                    <a:pt x="133676" y="11844"/>
                    <a:pt x="133171" y="11558"/>
                  </a:cubicBezTo>
                  <a:cubicBezTo>
                    <a:pt x="133126" y="11531"/>
                    <a:pt x="133076" y="11519"/>
                    <a:pt x="133027" y="11519"/>
                  </a:cubicBezTo>
                  <a:close/>
                  <a:moveTo>
                    <a:pt x="45177" y="11550"/>
                  </a:moveTo>
                  <a:cubicBezTo>
                    <a:pt x="45128" y="11550"/>
                    <a:pt x="45080" y="11562"/>
                    <a:pt x="45035" y="11588"/>
                  </a:cubicBezTo>
                  <a:cubicBezTo>
                    <a:pt x="44531" y="11874"/>
                    <a:pt x="44030" y="12165"/>
                    <a:pt x="43531" y="12460"/>
                  </a:cubicBezTo>
                  <a:cubicBezTo>
                    <a:pt x="43419" y="12527"/>
                    <a:pt x="43365" y="12659"/>
                    <a:pt x="43400" y="12785"/>
                  </a:cubicBezTo>
                  <a:cubicBezTo>
                    <a:pt x="43434" y="12909"/>
                    <a:pt x="43548" y="12996"/>
                    <a:pt x="43677" y="12996"/>
                  </a:cubicBezTo>
                  <a:cubicBezTo>
                    <a:pt x="43730" y="12996"/>
                    <a:pt x="43780" y="12983"/>
                    <a:pt x="43825" y="12956"/>
                  </a:cubicBezTo>
                  <a:cubicBezTo>
                    <a:pt x="44320" y="12662"/>
                    <a:pt x="44819" y="12373"/>
                    <a:pt x="45319" y="12089"/>
                  </a:cubicBezTo>
                  <a:cubicBezTo>
                    <a:pt x="45458" y="12011"/>
                    <a:pt x="45506" y="11835"/>
                    <a:pt x="45428" y="11697"/>
                  </a:cubicBezTo>
                  <a:cubicBezTo>
                    <a:pt x="45375" y="11603"/>
                    <a:pt x="45277" y="11550"/>
                    <a:pt x="45177" y="11550"/>
                  </a:cubicBezTo>
                  <a:close/>
                  <a:moveTo>
                    <a:pt x="136012" y="13287"/>
                  </a:moveTo>
                  <a:cubicBezTo>
                    <a:pt x="135916" y="13287"/>
                    <a:pt x="135821" y="13336"/>
                    <a:pt x="135767" y="13424"/>
                  </a:cubicBezTo>
                  <a:cubicBezTo>
                    <a:pt x="135683" y="13559"/>
                    <a:pt x="135725" y="13737"/>
                    <a:pt x="135860" y="13821"/>
                  </a:cubicBezTo>
                  <a:cubicBezTo>
                    <a:pt x="136350" y="14124"/>
                    <a:pt x="136837" y="14431"/>
                    <a:pt x="137320" y="14743"/>
                  </a:cubicBezTo>
                  <a:cubicBezTo>
                    <a:pt x="137367" y="14775"/>
                    <a:pt x="137421" y="14790"/>
                    <a:pt x="137477" y="14790"/>
                  </a:cubicBezTo>
                  <a:cubicBezTo>
                    <a:pt x="137604" y="14790"/>
                    <a:pt x="137717" y="14706"/>
                    <a:pt x="137753" y="14584"/>
                  </a:cubicBezTo>
                  <a:cubicBezTo>
                    <a:pt x="137789" y="14461"/>
                    <a:pt x="137741" y="14330"/>
                    <a:pt x="137633" y="14260"/>
                  </a:cubicBezTo>
                  <a:cubicBezTo>
                    <a:pt x="137146" y="13946"/>
                    <a:pt x="136657" y="13636"/>
                    <a:pt x="136164" y="13330"/>
                  </a:cubicBezTo>
                  <a:cubicBezTo>
                    <a:pt x="136116" y="13301"/>
                    <a:pt x="136064" y="13287"/>
                    <a:pt x="136012" y="13287"/>
                  </a:cubicBezTo>
                  <a:close/>
                  <a:moveTo>
                    <a:pt x="42195" y="13317"/>
                  </a:moveTo>
                  <a:cubicBezTo>
                    <a:pt x="42143" y="13317"/>
                    <a:pt x="42091" y="13331"/>
                    <a:pt x="42044" y="13360"/>
                  </a:cubicBezTo>
                  <a:cubicBezTo>
                    <a:pt x="41551" y="13665"/>
                    <a:pt x="41061" y="13976"/>
                    <a:pt x="40574" y="14290"/>
                  </a:cubicBezTo>
                  <a:cubicBezTo>
                    <a:pt x="40466" y="14360"/>
                    <a:pt x="40418" y="14491"/>
                    <a:pt x="40454" y="14614"/>
                  </a:cubicBezTo>
                  <a:cubicBezTo>
                    <a:pt x="40490" y="14736"/>
                    <a:pt x="40603" y="14820"/>
                    <a:pt x="40730" y="14820"/>
                  </a:cubicBezTo>
                  <a:cubicBezTo>
                    <a:pt x="40787" y="14820"/>
                    <a:pt x="40841" y="14803"/>
                    <a:pt x="40886" y="14773"/>
                  </a:cubicBezTo>
                  <a:cubicBezTo>
                    <a:pt x="41371" y="14461"/>
                    <a:pt x="41856" y="14153"/>
                    <a:pt x="42347" y="13851"/>
                  </a:cubicBezTo>
                  <a:cubicBezTo>
                    <a:pt x="42483" y="13767"/>
                    <a:pt x="42523" y="13589"/>
                    <a:pt x="42441" y="13454"/>
                  </a:cubicBezTo>
                  <a:cubicBezTo>
                    <a:pt x="42386" y="13366"/>
                    <a:pt x="42292" y="13317"/>
                    <a:pt x="42195" y="13317"/>
                  </a:cubicBezTo>
                  <a:close/>
                  <a:moveTo>
                    <a:pt x="138924" y="15168"/>
                  </a:moveTo>
                  <a:cubicBezTo>
                    <a:pt x="138831" y="15168"/>
                    <a:pt x="138740" y="15213"/>
                    <a:pt x="138685" y="15295"/>
                  </a:cubicBezTo>
                  <a:cubicBezTo>
                    <a:pt x="138596" y="15427"/>
                    <a:pt x="138631" y="15606"/>
                    <a:pt x="138763" y="15694"/>
                  </a:cubicBezTo>
                  <a:cubicBezTo>
                    <a:pt x="139241" y="16017"/>
                    <a:pt x="139715" y="16343"/>
                    <a:pt x="140187" y="16673"/>
                  </a:cubicBezTo>
                  <a:cubicBezTo>
                    <a:pt x="140235" y="16708"/>
                    <a:pt x="140292" y="16726"/>
                    <a:pt x="140351" y="16726"/>
                  </a:cubicBezTo>
                  <a:lnTo>
                    <a:pt x="140352" y="16726"/>
                  </a:lnTo>
                  <a:cubicBezTo>
                    <a:pt x="140478" y="16726"/>
                    <a:pt x="140590" y="16644"/>
                    <a:pt x="140627" y="16525"/>
                  </a:cubicBezTo>
                  <a:cubicBezTo>
                    <a:pt x="140664" y="16405"/>
                    <a:pt x="140620" y="16274"/>
                    <a:pt x="140518" y="16202"/>
                  </a:cubicBezTo>
                  <a:cubicBezTo>
                    <a:pt x="140044" y="15870"/>
                    <a:pt x="139567" y="15541"/>
                    <a:pt x="139084" y="15217"/>
                  </a:cubicBezTo>
                  <a:cubicBezTo>
                    <a:pt x="139035" y="15184"/>
                    <a:pt x="138979" y="15168"/>
                    <a:pt x="138924" y="15168"/>
                  </a:cubicBezTo>
                  <a:close/>
                  <a:moveTo>
                    <a:pt x="39286" y="15197"/>
                  </a:moveTo>
                  <a:cubicBezTo>
                    <a:pt x="39230" y="15197"/>
                    <a:pt x="39173" y="15214"/>
                    <a:pt x="39123" y="15248"/>
                  </a:cubicBezTo>
                  <a:cubicBezTo>
                    <a:pt x="38643" y="15571"/>
                    <a:pt x="38166" y="15900"/>
                    <a:pt x="37691" y="16233"/>
                  </a:cubicBezTo>
                  <a:cubicBezTo>
                    <a:pt x="37461" y="16395"/>
                    <a:pt x="37574" y="16756"/>
                    <a:pt x="37856" y="16757"/>
                  </a:cubicBezTo>
                  <a:lnTo>
                    <a:pt x="37856" y="16756"/>
                  </a:lnTo>
                  <a:cubicBezTo>
                    <a:pt x="37915" y="16756"/>
                    <a:pt x="37973" y="16738"/>
                    <a:pt x="38021" y="16704"/>
                  </a:cubicBezTo>
                  <a:cubicBezTo>
                    <a:pt x="38493" y="16373"/>
                    <a:pt x="38968" y="16047"/>
                    <a:pt x="39446" y="15726"/>
                  </a:cubicBezTo>
                  <a:cubicBezTo>
                    <a:pt x="39579" y="15637"/>
                    <a:pt x="39615" y="15457"/>
                    <a:pt x="39525" y="15324"/>
                  </a:cubicBezTo>
                  <a:cubicBezTo>
                    <a:pt x="39470" y="15242"/>
                    <a:pt x="39379" y="15197"/>
                    <a:pt x="39286" y="15197"/>
                  </a:cubicBezTo>
                  <a:close/>
                  <a:moveTo>
                    <a:pt x="141751" y="17151"/>
                  </a:moveTo>
                  <a:cubicBezTo>
                    <a:pt x="141663" y="17151"/>
                    <a:pt x="141575" y="17192"/>
                    <a:pt x="141518" y="17269"/>
                  </a:cubicBezTo>
                  <a:cubicBezTo>
                    <a:pt x="141421" y="17402"/>
                    <a:pt x="141454" y="17588"/>
                    <a:pt x="141590" y="17680"/>
                  </a:cubicBezTo>
                  <a:cubicBezTo>
                    <a:pt x="142057" y="18019"/>
                    <a:pt x="142518" y="18363"/>
                    <a:pt x="142975" y="18712"/>
                  </a:cubicBezTo>
                  <a:cubicBezTo>
                    <a:pt x="143026" y="18749"/>
                    <a:pt x="143087" y="18771"/>
                    <a:pt x="143150" y="18771"/>
                  </a:cubicBezTo>
                  <a:cubicBezTo>
                    <a:pt x="143274" y="18771"/>
                    <a:pt x="143384" y="18693"/>
                    <a:pt x="143424" y="18576"/>
                  </a:cubicBezTo>
                  <a:cubicBezTo>
                    <a:pt x="143463" y="18458"/>
                    <a:pt x="143423" y="18328"/>
                    <a:pt x="143324" y="18254"/>
                  </a:cubicBezTo>
                  <a:cubicBezTo>
                    <a:pt x="142864" y="17903"/>
                    <a:pt x="142400" y="17557"/>
                    <a:pt x="141931" y="17214"/>
                  </a:cubicBezTo>
                  <a:cubicBezTo>
                    <a:pt x="141877" y="17172"/>
                    <a:pt x="141814" y="17151"/>
                    <a:pt x="141751" y="17151"/>
                  </a:cubicBezTo>
                  <a:close/>
                  <a:moveTo>
                    <a:pt x="36436" y="17196"/>
                  </a:moveTo>
                  <a:cubicBezTo>
                    <a:pt x="36381" y="17196"/>
                    <a:pt x="36326" y="17212"/>
                    <a:pt x="36277" y="17244"/>
                  </a:cubicBezTo>
                  <a:cubicBezTo>
                    <a:pt x="35809" y="17586"/>
                    <a:pt x="35344" y="17933"/>
                    <a:pt x="34883" y="18283"/>
                  </a:cubicBezTo>
                  <a:cubicBezTo>
                    <a:pt x="34663" y="18451"/>
                    <a:pt x="34782" y="18801"/>
                    <a:pt x="35058" y="18801"/>
                  </a:cubicBezTo>
                  <a:cubicBezTo>
                    <a:pt x="35120" y="18801"/>
                    <a:pt x="35182" y="18779"/>
                    <a:pt x="35232" y="18741"/>
                  </a:cubicBezTo>
                  <a:cubicBezTo>
                    <a:pt x="35690" y="18393"/>
                    <a:pt x="36152" y="18049"/>
                    <a:pt x="36617" y="17708"/>
                  </a:cubicBezTo>
                  <a:cubicBezTo>
                    <a:pt x="36737" y="17612"/>
                    <a:pt x="36760" y="17438"/>
                    <a:pt x="36669" y="17314"/>
                  </a:cubicBezTo>
                  <a:cubicBezTo>
                    <a:pt x="36612" y="17237"/>
                    <a:pt x="36525" y="17196"/>
                    <a:pt x="36436" y="17196"/>
                  </a:cubicBezTo>
                  <a:close/>
                  <a:moveTo>
                    <a:pt x="144520" y="19256"/>
                  </a:moveTo>
                  <a:cubicBezTo>
                    <a:pt x="144435" y="19256"/>
                    <a:pt x="144350" y="19294"/>
                    <a:pt x="144294" y="19366"/>
                  </a:cubicBezTo>
                  <a:cubicBezTo>
                    <a:pt x="144195" y="19491"/>
                    <a:pt x="144217" y="19672"/>
                    <a:pt x="144341" y="19770"/>
                  </a:cubicBezTo>
                  <a:cubicBezTo>
                    <a:pt x="144792" y="20128"/>
                    <a:pt x="145241" y="20489"/>
                    <a:pt x="145686" y="20856"/>
                  </a:cubicBezTo>
                  <a:cubicBezTo>
                    <a:pt x="145738" y="20898"/>
                    <a:pt x="145802" y="20920"/>
                    <a:pt x="145870" y="20920"/>
                  </a:cubicBezTo>
                  <a:cubicBezTo>
                    <a:pt x="146139" y="20920"/>
                    <a:pt x="146261" y="20582"/>
                    <a:pt x="146052" y="20411"/>
                  </a:cubicBezTo>
                  <a:cubicBezTo>
                    <a:pt x="145604" y="20042"/>
                    <a:pt x="145153" y="19678"/>
                    <a:pt x="144698" y="19318"/>
                  </a:cubicBezTo>
                  <a:cubicBezTo>
                    <a:pt x="144645" y="19276"/>
                    <a:pt x="144582" y="19256"/>
                    <a:pt x="144520" y="19256"/>
                  </a:cubicBezTo>
                  <a:close/>
                  <a:moveTo>
                    <a:pt x="33689" y="19287"/>
                  </a:moveTo>
                  <a:cubicBezTo>
                    <a:pt x="33626" y="19287"/>
                    <a:pt x="33563" y="19307"/>
                    <a:pt x="33510" y="19349"/>
                  </a:cubicBezTo>
                  <a:cubicBezTo>
                    <a:pt x="33055" y="19709"/>
                    <a:pt x="32604" y="20072"/>
                    <a:pt x="32157" y="20441"/>
                  </a:cubicBezTo>
                  <a:cubicBezTo>
                    <a:pt x="31948" y="20613"/>
                    <a:pt x="32069" y="20952"/>
                    <a:pt x="32340" y="20952"/>
                  </a:cubicBezTo>
                  <a:cubicBezTo>
                    <a:pt x="32406" y="20952"/>
                    <a:pt x="32471" y="20929"/>
                    <a:pt x="32522" y="20886"/>
                  </a:cubicBezTo>
                  <a:cubicBezTo>
                    <a:pt x="32967" y="20520"/>
                    <a:pt x="33416" y="20158"/>
                    <a:pt x="33867" y="19801"/>
                  </a:cubicBezTo>
                  <a:cubicBezTo>
                    <a:pt x="33992" y="19702"/>
                    <a:pt x="34013" y="19521"/>
                    <a:pt x="33915" y="19396"/>
                  </a:cubicBezTo>
                  <a:cubicBezTo>
                    <a:pt x="33858" y="19324"/>
                    <a:pt x="33774" y="19287"/>
                    <a:pt x="33689" y="19287"/>
                  </a:cubicBezTo>
                  <a:close/>
                  <a:moveTo>
                    <a:pt x="147197" y="21459"/>
                  </a:moveTo>
                  <a:cubicBezTo>
                    <a:pt x="147115" y="21459"/>
                    <a:pt x="147034" y="21493"/>
                    <a:pt x="146977" y="21560"/>
                  </a:cubicBezTo>
                  <a:cubicBezTo>
                    <a:pt x="146873" y="21680"/>
                    <a:pt x="146888" y="21862"/>
                    <a:pt x="147009" y="21965"/>
                  </a:cubicBezTo>
                  <a:cubicBezTo>
                    <a:pt x="147447" y="22341"/>
                    <a:pt x="147881" y="22718"/>
                    <a:pt x="148312" y="23101"/>
                  </a:cubicBezTo>
                  <a:cubicBezTo>
                    <a:pt x="148363" y="23148"/>
                    <a:pt x="148432" y="23174"/>
                    <a:pt x="148502" y="23174"/>
                  </a:cubicBezTo>
                  <a:cubicBezTo>
                    <a:pt x="148767" y="23174"/>
                    <a:pt x="148891" y="22847"/>
                    <a:pt x="148694" y="22670"/>
                  </a:cubicBezTo>
                  <a:cubicBezTo>
                    <a:pt x="148261" y="22285"/>
                    <a:pt x="147823" y="21904"/>
                    <a:pt x="147383" y="21527"/>
                  </a:cubicBezTo>
                  <a:cubicBezTo>
                    <a:pt x="147329" y="21481"/>
                    <a:pt x="147263" y="21459"/>
                    <a:pt x="147197" y="21459"/>
                  </a:cubicBezTo>
                  <a:close/>
                  <a:moveTo>
                    <a:pt x="31012" y="21490"/>
                  </a:moveTo>
                  <a:cubicBezTo>
                    <a:pt x="30946" y="21490"/>
                    <a:pt x="30879" y="21512"/>
                    <a:pt x="30825" y="21559"/>
                  </a:cubicBezTo>
                  <a:cubicBezTo>
                    <a:pt x="30385" y="21936"/>
                    <a:pt x="29948" y="22317"/>
                    <a:pt x="29515" y="22703"/>
                  </a:cubicBezTo>
                  <a:cubicBezTo>
                    <a:pt x="29318" y="22879"/>
                    <a:pt x="29442" y="23205"/>
                    <a:pt x="29707" y="23205"/>
                  </a:cubicBezTo>
                  <a:cubicBezTo>
                    <a:pt x="29778" y="23205"/>
                    <a:pt x="29845" y="23180"/>
                    <a:pt x="29898" y="23133"/>
                  </a:cubicBezTo>
                  <a:cubicBezTo>
                    <a:pt x="30329" y="22750"/>
                    <a:pt x="30763" y="22372"/>
                    <a:pt x="31199" y="21996"/>
                  </a:cubicBezTo>
                  <a:cubicBezTo>
                    <a:pt x="31321" y="21893"/>
                    <a:pt x="31335" y="21711"/>
                    <a:pt x="31231" y="21591"/>
                  </a:cubicBezTo>
                  <a:cubicBezTo>
                    <a:pt x="31174" y="21524"/>
                    <a:pt x="31093" y="21490"/>
                    <a:pt x="31012" y="21490"/>
                  </a:cubicBezTo>
                  <a:close/>
                  <a:moveTo>
                    <a:pt x="149788" y="23763"/>
                  </a:moveTo>
                  <a:cubicBezTo>
                    <a:pt x="149710" y="23763"/>
                    <a:pt x="149633" y="23794"/>
                    <a:pt x="149577" y="23856"/>
                  </a:cubicBezTo>
                  <a:cubicBezTo>
                    <a:pt x="149469" y="23972"/>
                    <a:pt x="149475" y="24154"/>
                    <a:pt x="149591" y="24262"/>
                  </a:cubicBezTo>
                  <a:cubicBezTo>
                    <a:pt x="150015" y="24653"/>
                    <a:pt x="150433" y="25048"/>
                    <a:pt x="150848" y="25447"/>
                  </a:cubicBezTo>
                  <a:cubicBezTo>
                    <a:pt x="150902" y="25499"/>
                    <a:pt x="150973" y="25528"/>
                    <a:pt x="151049" y="25528"/>
                  </a:cubicBezTo>
                  <a:cubicBezTo>
                    <a:pt x="151308" y="25528"/>
                    <a:pt x="151435" y="25212"/>
                    <a:pt x="151248" y="25032"/>
                  </a:cubicBezTo>
                  <a:cubicBezTo>
                    <a:pt x="150830" y="24630"/>
                    <a:pt x="150408" y="24233"/>
                    <a:pt x="149982" y="23839"/>
                  </a:cubicBezTo>
                  <a:cubicBezTo>
                    <a:pt x="149927" y="23788"/>
                    <a:pt x="149858" y="23763"/>
                    <a:pt x="149788" y="23763"/>
                  </a:cubicBezTo>
                  <a:close/>
                  <a:moveTo>
                    <a:pt x="28420" y="23798"/>
                  </a:moveTo>
                  <a:cubicBezTo>
                    <a:pt x="28352" y="23798"/>
                    <a:pt x="28284" y="23822"/>
                    <a:pt x="28228" y="23871"/>
                  </a:cubicBezTo>
                  <a:cubicBezTo>
                    <a:pt x="27804" y="24265"/>
                    <a:pt x="27382" y="24662"/>
                    <a:pt x="26964" y="25065"/>
                  </a:cubicBezTo>
                  <a:cubicBezTo>
                    <a:pt x="26777" y="25244"/>
                    <a:pt x="26904" y="25560"/>
                    <a:pt x="27165" y="25560"/>
                  </a:cubicBezTo>
                  <a:cubicBezTo>
                    <a:pt x="27239" y="25560"/>
                    <a:pt x="27310" y="25531"/>
                    <a:pt x="27364" y="25480"/>
                  </a:cubicBezTo>
                  <a:cubicBezTo>
                    <a:pt x="27779" y="25080"/>
                    <a:pt x="28197" y="24684"/>
                    <a:pt x="28619" y="24294"/>
                  </a:cubicBezTo>
                  <a:cubicBezTo>
                    <a:pt x="28733" y="24185"/>
                    <a:pt x="28738" y="24005"/>
                    <a:pt x="28631" y="23890"/>
                  </a:cubicBezTo>
                  <a:cubicBezTo>
                    <a:pt x="28575" y="23829"/>
                    <a:pt x="28498" y="23798"/>
                    <a:pt x="28420" y="23798"/>
                  </a:cubicBezTo>
                  <a:close/>
                  <a:moveTo>
                    <a:pt x="152285" y="26163"/>
                  </a:moveTo>
                  <a:cubicBezTo>
                    <a:pt x="152212" y="26163"/>
                    <a:pt x="152139" y="26191"/>
                    <a:pt x="152083" y="26247"/>
                  </a:cubicBezTo>
                  <a:cubicBezTo>
                    <a:pt x="151970" y="26360"/>
                    <a:pt x="151970" y="26543"/>
                    <a:pt x="152083" y="26656"/>
                  </a:cubicBezTo>
                  <a:cubicBezTo>
                    <a:pt x="152489" y="27063"/>
                    <a:pt x="152893" y="27473"/>
                    <a:pt x="153293" y="27888"/>
                  </a:cubicBezTo>
                  <a:cubicBezTo>
                    <a:pt x="153347" y="27944"/>
                    <a:pt x="153422" y="27977"/>
                    <a:pt x="153500" y="27977"/>
                  </a:cubicBezTo>
                  <a:lnTo>
                    <a:pt x="153502" y="27977"/>
                  </a:lnTo>
                  <a:cubicBezTo>
                    <a:pt x="153755" y="27977"/>
                    <a:pt x="153885" y="27671"/>
                    <a:pt x="153709" y="27489"/>
                  </a:cubicBezTo>
                  <a:cubicBezTo>
                    <a:pt x="153306" y="27071"/>
                    <a:pt x="152901" y="26657"/>
                    <a:pt x="152490" y="26248"/>
                  </a:cubicBezTo>
                  <a:cubicBezTo>
                    <a:pt x="152434" y="26192"/>
                    <a:pt x="152360" y="26163"/>
                    <a:pt x="152285" y="26163"/>
                  </a:cubicBezTo>
                  <a:close/>
                  <a:moveTo>
                    <a:pt x="25927" y="26197"/>
                  </a:moveTo>
                  <a:cubicBezTo>
                    <a:pt x="25853" y="26197"/>
                    <a:pt x="25779" y="26226"/>
                    <a:pt x="25723" y="26282"/>
                  </a:cubicBezTo>
                  <a:cubicBezTo>
                    <a:pt x="25314" y="26691"/>
                    <a:pt x="24907" y="27105"/>
                    <a:pt x="24505" y="27523"/>
                  </a:cubicBezTo>
                  <a:cubicBezTo>
                    <a:pt x="24329" y="27706"/>
                    <a:pt x="24459" y="28010"/>
                    <a:pt x="24713" y="28010"/>
                  </a:cubicBezTo>
                  <a:cubicBezTo>
                    <a:pt x="24791" y="28010"/>
                    <a:pt x="24866" y="27979"/>
                    <a:pt x="24920" y="27923"/>
                  </a:cubicBezTo>
                  <a:cubicBezTo>
                    <a:pt x="25320" y="27507"/>
                    <a:pt x="25723" y="27096"/>
                    <a:pt x="26129" y="26689"/>
                  </a:cubicBezTo>
                  <a:cubicBezTo>
                    <a:pt x="26242" y="26576"/>
                    <a:pt x="26242" y="26394"/>
                    <a:pt x="26129" y="26282"/>
                  </a:cubicBezTo>
                  <a:cubicBezTo>
                    <a:pt x="26074" y="26226"/>
                    <a:pt x="26000" y="26197"/>
                    <a:pt x="25927" y="26197"/>
                  </a:cubicBezTo>
                  <a:close/>
                  <a:moveTo>
                    <a:pt x="154687" y="28655"/>
                  </a:moveTo>
                  <a:cubicBezTo>
                    <a:pt x="154617" y="28655"/>
                    <a:pt x="154547" y="28681"/>
                    <a:pt x="154491" y="28732"/>
                  </a:cubicBezTo>
                  <a:cubicBezTo>
                    <a:pt x="154372" y="28843"/>
                    <a:pt x="154368" y="29028"/>
                    <a:pt x="154480" y="29144"/>
                  </a:cubicBezTo>
                  <a:cubicBezTo>
                    <a:pt x="154871" y="29567"/>
                    <a:pt x="155259" y="29993"/>
                    <a:pt x="155641" y="30422"/>
                  </a:cubicBezTo>
                  <a:cubicBezTo>
                    <a:pt x="155697" y="30484"/>
                    <a:pt x="155775" y="30520"/>
                    <a:pt x="155857" y="30520"/>
                  </a:cubicBezTo>
                  <a:cubicBezTo>
                    <a:pt x="156106" y="30520"/>
                    <a:pt x="156238" y="30225"/>
                    <a:pt x="156072" y="30040"/>
                  </a:cubicBezTo>
                  <a:cubicBezTo>
                    <a:pt x="155686" y="29607"/>
                    <a:pt x="155296" y="29177"/>
                    <a:pt x="154903" y="28753"/>
                  </a:cubicBezTo>
                  <a:cubicBezTo>
                    <a:pt x="154846" y="28688"/>
                    <a:pt x="154766" y="28655"/>
                    <a:pt x="154687" y="28655"/>
                  </a:cubicBezTo>
                  <a:close/>
                  <a:moveTo>
                    <a:pt x="23524" y="28695"/>
                  </a:moveTo>
                  <a:cubicBezTo>
                    <a:pt x="23447" y="28695"/>
                    <a:pt x="23370" y="28726"/>
                    <a:pt x="23313" y="28788"/>
                  </a:cubicBezTo>
                  <a:cubicBezTo>
                    <a:pt x="22946" y="29185"/>
                    <a:pt x="22581" y="29585"/>
                    <a:pt x="22222" y="29989"/>
                  </a:cubicBezTo>
                  <a:lnTo>
                    <a:pt x="22145" y="30075"/>
                  </a:lnTo>
                  <a:cubicBezTo>
                    <a:pt x="21979" y="30261"/>
                    <a:pt x="22111" y="30554"/>
                    <a:pt x="22361" y="30554"/>
                  </a:cubicBezTo>
                  <a:cubicBezTo>
                    <a:pt x="22442" y="30554"/>
                    <a:pt x="22520" y="30520"/>
                    <a:pt x="22575" y="30458"/>
                  </a:cubicBezTo>
                  <a:lnTo>
                    <a:pt x="22651" y="30373"/>
                  </a:lnTo>
                  <a:cubicBezTo>
                    <a:pt x="23010" y="29971"/>
                    <a:pt x="23371" y="29573"/>
                    <a:pt x="23735" y="29179"/>
                  </a:cubicBezTo>
                  <a:cubicBezTo>
                    <a:pt x="23844" y="29062"/>
                    <a:pt x="23837" y="28880"/>
                    <a:pt x="23720" y="28772"/>
                  </a:cubicBezTo>
                  <a:cubicBezTo>
                    <a:pt x="23665" y="28721"/>
                    <a:pt x="23594" y="28695"/>
                    <a:pt x="23524" y="28695"/>
                  </a:cubicBezTo>
                  <a:close/>
                  <a:moveTo>
                    <a:pt x="156997" y="31247"/>
                  </a:moveTo>
                  <a:cubicBezTo>
                    <a:pt x="156931" y="31247"/>
                    <a:pt x="156864" y="31270"/>
                    <a:pt x="156810" y="31317"/>
                  </a:cubicBezTo>
                  <a:cubicBezTo>
                    <a:pt x="156689" y="31420"/>
                    <a:pt x="156674" y="31603"/>
                    <a:pt x="156778" y="31723"/>
                  </a:cubicBezTo>
                  <a:cubicBezTo>
                    <a:pt x="157153" y="32160"/>
                    <a:pt x="157523" y="32602"/>
                    <a:pt x="157890" y="33046"/>
                  </a:cubicBezTo>
                  <a:cubicBezTo>
                    <a:pt x="157944" y="33113"/>
                    <a:pt x="158026" y="33151"/>
                    <a:pt x="158112" y="33151"/>
                  </a:cubicBezTo>
                  <a:cubicBezTo>
                    <a:pt x="158356" y="33151"/>
                    <a:pt x="158490" y="32867"/>
                    <a:pt x="158334" y="32680"/>
                  </a:cubicBezTo>
                  <a:cubicBezTo>
                    <a:pt x="157966" y="32232"/>
                    <a:pt x="157593" y="31789"/>
                    <a:pt x="157216" y="31348"/>
                  </a:cubicBezTo>
                  <a:cubicBezTo>
                    <a:pt x="157159" y="31282"/>
                    <a:pt x="157078" y="31247"/>
                    <a:pt x="156997" y="31247"/>
                  </a:cubicBezTo>
                  <a:close/>
                  <a:moveTo>
                    <a:pt x="21221" y="31286"/>
                  </a:moveTo>
                  <a:cubicBezTo>
                    <a:pt x="21140" y="31286"/>
                    <a:pt x="21060" y="31320"/>
                    <a:pt x="21003" y="31387"/>
                  </a:cubicBezTo>
                  <a:cubicBezTo>
                    <a:pt x="20625" y="31827"/>
                    <a:pt x="20253" y="32272"/>
                    <a:pt x="19885" y="32719"/>
                  </a:cubicBezTo>
                  <a:cubicBezTo>
                    <a:pt x="19732" y="32908"/>
                    <a:pt x="19865" y="33190"/>
                    <a:pt x="20108" y="33191"/>
                  </a:cubicBezTo>
                  <a:cubicBezTo>
                    <a:pt x="20193" y="33191"/>
                    <a:pt x="20276" y="33152"/>
                    <a:pt x="20331" y="33086"/>
                  </a:cubicBezTo>
                  <a:cubicBezTo>
                    <a:pt x="20696" y="32641"/>
                    <a:pt x="21067" y="32199"/>
                    <a:pt x="21441" y="31761"/>
                  </a:cubicBezTo>
                  <a:cubicBezTo>
                    <a:pt x="21544" y="31640"/>
                    <a:pt x="21530" y="31459"/>
                    <a:pt x="21408" y="31356"/>
                  </a:cubicBezTo>
                  <a:cubicBezTo>
                    <a:pt x="21354" y="31309"/>
                    <a:pt x="21287" y="31286"/>
                    <a:pt x="21221" y="31286"/>
                  </a:cubicBezTo>
                  <a:close/>
                  <a:moveTo>
                    <a:pt x="159203" y="33927"/>
                  </a:moveTo>
                  <a:cubicBezTo>
                    <a:pt x="159140" y="33927"/>
                    <a:pt x="159077" y="33948"/>
                    <a:pt x="159025" y="33990"/>
                  </a:cubicBezTo>
                  <a:cubicBezTo>
                    <a:pt x="158901" y="34088"/>
                    <a:pt x="158879" y="34267"/>
                    <a:pt x="158976" y="34391"/>
                  </a:cubicBezTo>
                  <a:lnTo>
                    <a:pt x="159259" y="34750"/>
                  </a:lnTo>
                  <a:cubicBezTo>
                    <a:pt x="159519" y="35083"/>
                    <a:pt x="159778" y="35419"/>
                    <a:pt x="160034" y="35756"/>
                  </a:cubicBezTo>
                  <a:cubicBezTo>
                    <a:pt x="160088" y="35828"/>
                    <a:pt x="160173" y="35870"/>
                    <a:pt x="160263" y="35870"/>
                  </a:cubicBezTo>
                  <a:cubicBezTo>
                    <a:pt x="160502" y="35869"/>
                    <a:pt x="160636" y="35597"/>
                    <a:pt x="160492" y="35407"/>
                  </a:cubicBezTo>
                  <a:cubicBezTo>
                    <a:pt x="160234" y="35068"/>
                    <a:pt x="159974" y="34731"/>
                    <a:pt x="159711" y="34395"/>
                  </a:cubicBezTo>
                  <a:lnTo>
                    <a:pt x="159427" y="34033"/>
                  </a:lnTo>
                  <a:cubicBezTo>
                    <a:pt x="159370" y="33963"/>
                    <a:pt x="159287" y="33927"/>
                    <a:pt x="159203" y="33927"/>
                  </a:cubicBezTo>
                  <a:close/>
                  <a:moveTo>
                    <a:pt x="19021" y="33965"/>
                  </a:moveTo>
                  <a:cubicBezTo>
                    <a:pt x="18936" y="33965"/>
                    <a:pt x="18851" y="34002"/>
                    <a:pt x="18795" y="34075"/>
                  </a:cubicBezTo>
                  <a:cubicBezTo>
                    <a:pt x="18436" y="34529"/>
                    <a:pt x="18081" y="34988"/>
                    <a:pt x="17731" y="35449"/>
                  </a:cubicBezTo>
                  <a:cubicBezTo>
                    <a:pt x="17587" y="35639"/>
                    <a:pt x="17723" y="35911"/>
                    <a:pt x="17960" y="35912"/>
                  </a:cubicBezTo>
                  <a:cubicBezTo>
                    <a:pt x="18051" y="35912"/>
                    <a:pt x="18136" y="35870"/>
                    <a:pt x="18190" y="35798"/>
                  </a:cubicBezTo>
                  <a:cubicBezTo>
                    <a:pt x="18538" y="35339"/>
                    <a:pt x="18891" y="34883"/>
                    <a:pt x="19247" y="34431"/>
                  </a:cubicBezTo>
                  <a:cubicBezTo>
                    <a:pt x="19345" y="34306"/>
                    <a:pt x="19325" y="34125"/>
                    <a:pt x="19199" y="34027"/>
                  </a:cubicBezTo>
                  <a:cubicBezTo>
                    <a:pt x="19146" y="33985"/>
                    <a:pt x="19083" y="33965"/>
                    <a:pt x="19021" y="33965"/>
                  </a:cubicBezTo>
                  <a:close/>
                  <a:moveTo>
                    <a:pt x="161297" y="36683"/>
                  </a:moveTo>
                  <a:cubicBezTo>
                    <a:pt x="161238" y="36683"/>
                    <a:pt x="161179" y="36701"/>
                    <a:pt x="161128" y="36739"/>
                  </a:cubicBezTo>
                  <a:cubicBezTo>
                    <a:pt x="160999" y="36832"/>
                    <a:pt x="160971" y="37012"/>
                    <a:pt x="161064" y="37141"/>
                  </a:cubicBezTo>
                  <a:cubicBezTo>
                    <a:pt x="161405" y="37606"/>
                    <a:pt x="161739" y="38075"/>
                    <a:pt x="162069" y="38546"/>
                  </a:cubicBezTo>
                  <a:cubicBezTo>
                    <a:pt x="162123" y="38624"/>
                    <a:pt x="162211" y="38670"/>
                    <a:pt x="162306" y="38670"/>
                  </a:cubicBezTo>
                  <a:cubicBezTo>
                    <a:pt x="162364" y="38670"/>
                    <a:pt x="162422" y="38652"/>
                    <a:pt x="162470" y="38617"/>
                  </a:cubicBezTo>
                  <a:cubicBezTo>
                    <a:pt x="162601" y="38527"/>
                    <a:pt x="162632" y="38347"/>
                    <a:pt x="162541" y="38216"/>
                  </a:cubicBezTo>
                  <a:cubicBezTo>
                    <a:pt x="162208" y="37741"/>
                    <a:pt x="161871" y="37270"/>
                    <a:pt x="161531" y="36802"/>
                  </a:cubicBezTo>
                  <a:cubicBezTo>
                    <a:pt x="161474" y="36724"/>
                    <a:pt x="161387" y="36683"/>
                    <a:pt x="161297" y="36683"/>
                  </a:cubicBezTo>
                  <a:close/>
                  <a:moveTo>
                    <a:pt x="16925" y="36729"/>
                  </a:moveTo>
                  <a:cubicBezTo>
                    <a:pt x="16837" y="36729"/>
                    <a:pt x="16750" y="36769"/>
                    <a:pt x="16693" y="36845"/>
                  </a:cubicBezTo>
                  <a:cubicBezTo>
                    <a:pt x="16353" y="37314"/>
                    <a:pt x="16016" y="37786"/>
                    <a:pt x="15685" y="38261"/>
                  </a:cubicBezTo>
                  <a:cubicBezTo>
                    <a:pt x="15552" y="38452"/>
                    <a:pt x="15687" y="38714"/>
                    <a:pt x="15920" y="38714"/>
                  </a:cubicBezTo>
                  <a:cubicBezTo>
                    <a:pt x="16015" y="38714"/>
                    <a:pt x="16102" y="38669"/>
                    <a:pt x="16156" y="38592"/>
                  </a:cubicBezTo>
                  <a:cubicBezTo>
                    <a:pt x="16486" y="38119"/>
                    <a:pt x="16821" y="37650"/>
                    <a:pt x="17160" y="37185"/>
                  </a:cubicBezTo>
                  <a:cubicBezTo>
                    <a:pt x="17251" y="37057"/>
                    <a:pt x="17222" y="36878"/>
                    <a:pt x="17094" y="36784"/>
                  </a:cubicBezTo>
                  <a:cubicBezTo>
                    <a:pt x="17043" y="36747"/>
                    <a:pt x="16984" y="36729"/>
                    <a:pt x="16925" y="36729"/>
                  </a:cubicBezTo>
                  <a:close/>
                  <a:moveTo>
                    <a:pt x="163285" y="39523"/>
                  </a:moveTo>
                  <a:cubicBezTo>
                    <a:pt x="163230" y="39523"/>
                    <a:pt x="163173" y="39539"/>
                    <a:pt x="163124" y="39572"/>
                  </a:cubicBezTo>
                  <a:cubicBezTo>
                    <a:pt x="162992" y="39661"/>
                    <a:pt x="162957" y="39839"/>
                    <a:pt x="163046" y="39971"/>
                  </a:cubicBezTo>
                  <a:cubicBezTo>
                    <a:pt x="163366" y="40450"/>
                    <a:pt x="163682" y="40931"/>
                    <a:pt x="163993" y="41415"/>
                  </a:cubicBezTo>
                  <a:cubicBezTo>
                    <a:pt x="164046" y="41497"/>
                    <a:pt x="164138" y="41547"/>
                    <a:pt x="164235" y="41547"/>
                  </a:cubicBezTo>
                  <a:cubicBezTo>
                    <a:pt x="164463" y="41547"/>
                    <a:pt x="164601" y="41295"/>
                    <a:pt x="164479" y="41104"/>
                  </a:cubicBezTo>
                  <a:cubicBezTo>
                    <a:pt x="164165" y="40617"/>
                    <a:pt x="163847" y="40132"/>
                    <a:pt x="163524" y="39650"/>
                  </a:cubicBezTo>
                  <a:cubicBezTo>
                    <a:pt x="163469" y="39567"/>
                    <a:pt x="163378" y="39523"/>
                    <a:pt x="163285" y="39523"/>
                  </a:cubicBezTo>
                  <a:close/>
                  <a:moveTo>
                    <a:pt x="14941" y="39570"/>
                  </a:moveTo>
                  <a:cubicBezTo>
                    <a:pt x="14849" y="39570"/>
                    <a:pt x="14758" y="39614"/>
                    <a:pt x="14702" y="39698"/>
                  </a:cubicBezTo>
                  <a:cubicBezTo>
                    <a:pt x="14380" y="40179"/>
                    <a:pt x="14062" y="40663"/>
                    <a:pt x="13749" y="41151"/>
                  </a:cubicBezTo>
                  <a:cubicBezTo>
                    <a:pt x="13625" y="41343"/>
                    <a:pt x="13763" y="41595"/>
                    <a:pt x="13991" y="41595"/>
                  </a:cubicBezTo>
                  <a:cubicBezTo>
                    <a:pt x="14089" y="41595"/>
                    <a:pt x="14181" y="41545"/>
                    <a:pt x="14233" y="41462"/>
                  </a:cubicBezTo>
                  <a:cubicBezTo>
                    <a:pt x="14545" y="40978"/>
                    <a:pt x="14861" y="40497"/>
                    <a:pt x="15181" y="40018"/>
                  </a:cubicBezTo>
                  <a:cubicBezTo>
                    <a:pt x="15270" y="39886"/>
                    <a:pt x="15235" y="39706"/>
                    <a:pt x="15102" y="39619"/>
                  </a:cubicBezTo>
                  <a:cubicBezTo>
                    <a:pt x="15052" y="39585"/>
                    <a:pt x="14997" y="39570"/>
                    <a:pt x="14941" y="39570"/>
                  </a:cubicBezTo>
                  <a:close/>
                  <a:moveTo>
                    <a:pt x="165160" y="42437"/>
                  </a:moveTo>
                  <a:cubicBezTo>
                    <a:pt x="165109" y="42437"/>
                    <a:pt x="165056" y="42451"/>
                    <a:pt x="165009" y="42480"/>
                  </a:cubicBezTo>
                  <a:cubicBezTo>
                    <a:pt x="164874" y="42563"/>
                    <a:pt x="164832" y="42741"/>
                    <a:pt x="164914" y="42876"/>
                  </a:cubicBezTo>
                  <a:cubicBezTo>
                    <a:pt x="165217" y="43367"/>
                    <a:pt x="165514" y="43860"/>
                    <a:pt x="165805" y="44356"/>
                  </a:cubicBezTo>
                  <a:cubicBezTo>
                    <a:pt x="165857" y="44444"/>
                    <a:pt x="165952" y="44498"/>
                    <a:pt x="166054" y="44498"/>
                  </a:cubicBezTo>
                  <a:lnTo>
                    <a:pt x="166054" y="44499"/>
                  </a:lnTo>
                  <a:cubicBezTo>
                    <a:pt x="166277" y="44499"/>
                    <a:pt x="166416" y="44256"/>
                    <a:pt x="166302" y="44064"/>
                  </a:cubicBezTo>
                  <a:cubicBezTo>
                    <a:pt x="166008" y="43565"/>
                    <a:pt x="165710" y="43068"/>
                    <a:pt x="165405" y="42574"/>
                  </a:cubicBezTo>
                  <a:cubicBezTo>
                    <a:pt x="165351" y="42486"/>
                    <a:pt x="165257" y="42437"/>
                    <a:pt x="165160" y="42437"/>
                  </a:cubicBezTo>
                  <a:close/>
                  <a:moveTo>
                    <a:pt x="13072" y="42480"/>
                  </a:moveTo>
                  <a:cubicBezTo>
                    <a:pt x="12973" y="42480"/>
                    <a:pt x="12877" y="42531"/>
                    <a:pt x="12824" y="42622"/>
                  </a:cubicBezTo>
                  <a:cubicBezTo>
                    <a:pt x="12519" y="43116"/>
                    <a:pt x="12221" y="43613"/>
                    <a:pt x="11927" y="44112"/>
                  </a:cubicBezTo>
                  <a:cubicBezTo>
                    <a:pt x="11813" y="44304"/>
                    <a:pt x="11951" y="44547"/>
                    <a:pt x="12174" y="44547"/>
                  </a:cubicBezTo>
                  <a:cubicBezTo>
                    <a:pt x="12277" y="44547"/>
                    <a:pt x="12371" y="44493"/>
                    <a:pt x="12422" y="44404"/>
                  </a:cubicBezTo>
                  <a:cubicBezTo>
                    <a:pt x="12716" y="43908"/>
                    <a:pt x="13012" y="43415"/>
                    <a:pt x="13313" y="42924"/>
                  </a:cubicBezTo>
                  <a:cubicBezTo>
                    <a:pt x="13401" y="42789"/>
                    <a:pt x="13360" y="42608"/>
                    <a:pt x="13223" y="42524"/>
                  </a:cubicBezTo>
                  <a:cubicBezTo>
                    <a:pt x="13176" y="42494"/>
                    <a:pt x="13123" y="42480"/>
                    <a:pt x="13072" y="42480"/>
                  </a:cubicBezTo>
                  <a:close/>
                  <a:moveTo>
                    <a:pt x="166919" y="45423"/>
                  </a:moveTo>
                  <a:cubicBezTo>
                    <a:pt x="166871" y="45423"/>
                    <a:pt x="166823" y="45435"/>
                    <a:pt x="166778" y="45460"/>
                  </a:cubicBezTo>
                  <a:cubicBezTo>
                    <a:pt x="166639" y="45539"/>
                    <a:pt x="166590" y="45714"/>
                    <a:pt x="166669" y="45853"/>
                  </a:cubicBezTo>
                  <a:cubicBezTo>
                    <a:pt x="166951" y="46355"/>
                    <a:pt x="167229" y="46858"/>
                    <a:pt x="167501" y="47366"/>
                  </a:cubicBezTo>
                  <a:cubicBezTo>
                    <a:pt x="167552" y="47459"/>
                    <a:pt x="167649" y="47517"/>
                    <a:pt x="167755" y="47517"/>
                  </a:cubicBezTo>
                  <a:cubicBezTo>
                    <a:pt x="167973" y="47517"/>
                    <a:pt x="168112" y="47284"/>
                    <a:pt x="168009" y="47092"/>
                  </a:cubicBezTo>
                  <a:cubicBezTo>
                    <a:pt x="167734" y="46583"/>
                    <a:pt x="167455" y="46074"/>
                    <a:pt x="167170" y="45570"/>
                  </a:cubicBezTo>
                  <a:cubicBezTo>
                    <a:pt x="167118" y="45476"/>
                    <a:pt x="167019" y="45423"/>
                    <a:pt x="166919" y="45423"/>
                  </a:cubicBezTo>
                  <a:close/>
                  <a:moveTo>
                    <a:pt x="11312" y="45469"/>
                  </a:moveTo>
                  <a:cubicBezTo>
                    <a:pt x="11210" y="45469"/>
                    <a:pt x="11112" y="45523"/>
                    <a:pt x="11060" y="45619"/>
                  </a:cubicBezTo>
                  <a:cubicBezTo>
                    <a:pt x="10774" y="46124"/>
                    <a:pt x="10495" y="46632"/>
                    <a:pt x="10220" y="47143"/>
                  </a:cubicBezTo>
                  <a:cubicBezTo>
                    <a:pt x="10117" y="47335"/>
                    <a:pt x="10256" y="47567"/>
                    <a:pt x="10473" y="47567"/>
                  </a:cubicBezTo>
                  <a:cubicBezTo>
                    <a:pt x="10580" y="47567"/>
                    <a:pt x="10677" y="47509"/>
                    <a:pt x="10727" y="47415"/>
                  </a:cubicBezTo>
                  <a:cubicBezTo>
                    <a:pt x="11001" y="46908"/>
                    <a:pt x="11278" y="46404"/>
                    <a:pt x="11561" y="45902"/>
                  </a:cubicBezTo>
                  <a:cubicBezTo>
                    <a:pt x="11643" y="45763"/>
                    <a:pt x="11593" y="45585"/>
                    <a:pt x="11454" y="45507"/>
                  </a:cubicBezTo>
                  <a:cubicBezTo>
                    <a:pt x="11409" y="45481"/>
                    <a:pt x="11360" y="45469"/>
                    <a:pt x="11312" y="45469"/>
                  </a:cubicBezTo>
                  <a:close/>
                  <a:moveTo>
                    <a:pt x="168562" y="48476"/>
                  </a:moveTo>
                  <a:cubicBezTo>
                    <a:pt x="168518" y="48476"/>
                    <a:pt x="168473" y="48486"/>
                    <a:pt x="168431" y="48508"/>
                  </a:cubicBezTo>
                  <a:cubicBezTo>
                    <a:pt x="168288" y="48580"/>
                    <a:pt x="168233" y="48754"/>
                    <a:pt x="168305" y="48895"/>
                  </a:cubicBezTo>
                  <a:cubicBezTo>
                    <a:pt x="168568" y="49407"/>
                    <a:pt x="168827" y="49922"/>
                    <a:pt x="169079" y="50439"/>
                  </a:cubicBezTo>
                  <a:cubicBezTo>
                    <a:pt x="169128" y="50538"/>
                    <a:pt x="169227" y="50601"/>
                    <a:pt x="169338" y="50601"/>
                  </a:cubicBezTo>
                  <a:cubicBezTo>
                    <a:pt x="169382" y="50601"/>
                    <a:pt x="169425" y="50591"/>
                    <a:pt x="169465" y="50572"/>
                  </a:cubicBezTo>
                  <a:cubicBezTo>
                    <a:pt x="169608" y="50502"/>
                    <a:pt x="169668" y="50330"/>
                    <a:pt x="169598" y="50187"/>
                  </a:cubicBezTo>
                  <a:cubicBezTo>
                    <a:pt x="169343" y="49666"/>
                    <a:pt x="169084" y="49148"/>
                    <a:pt x="168818" y="48632"/>
                  </a:cubicBezTo>
                  <a:cubicBezTo>
                    <a:pt x="168767" y="48533"/>
                    <a:pt x="168667" y="48476"/>
                    <a:pt x="168562" y="48476"/>
                  </a:cubicBezTo>
                  <a:close/>
                  <a:moveTo>
                    <a:pt x="9667" y="48525"/>
                  </a:moveTo>
                  <a:cubicBezTo>
                    <a:pt x="9562" y="48525"/>
                    <a:pt x="9462" y="48581"/>
                    <a:pt x="9412" y="48680"/>
                  </a:cubicBezTo>
                  <a:cubicBezTo>
                    <a:pt x="9145" y="49196"/>
                    <a:pt x="8886" y="49714"/>
                    <a:pt x="8632" y="50235"/>
                  </a:cubicBezTo>
                  <a:cubicBezTo>
                    <a:pt x="8537" y="50427"/>
                    <a:pt x="8676" y="50650"/>
                    <a:pt x="8890" y="50650"/>
                  </a:cubicBezTo>
                  <a:cubicBezTo>
                    <a:pt x="9000" y="50650"/>
                    <a:pt x="9101" y="50588"/>
                    <a:pt x="9149" y="50488"/>
                  </a:cubicBezTo>
                  <a:cubicBezTo>
                    <a:pt x="9402" y="49971"/>
                    <a:pt x="9660" y="49456"/>
                    <a:pt x="9924" y="48944"/>
                  </a:cubicBezTo>
                  <a:cubicBezTo>
                    <a:pt x="9997" y="48803"/>
                    <a:pt x="9941" y="48629"/>
                    <a:pt x="9799" y="48557"/>
                  </a:cubicBezTo>
                  <a:cubicBezTo>
                    <a:pt x="9757" y="48535"/>
                    <a:pt x="9711" y="48525"/>
                    <a:pt x="9667" y="48525"/>
                  </a:cubicBezTo>
                  <a:close/>
                  <a:moveTo>
                    <a:pt x="170086" y="51593"/>
                  </a:moveTo>
                  <a:cubicBezTo>
                    <a:pt x="170045" y="51593"/>
                    <a:pt x="170004" y="51602"/>
                    <a:pt x="169964" y="51620"/>
                  </a:cubicBezTo>
                  <a:cubicBezTo>
                    <a:pt x="169821" y="51686"/>
                    <a:pt x="169759" y="51854"/>
                    <a:pt x="169822" y="51998"/>
                  </a:cubicBezTo>
                  <a:cubicBezTo>
                    <a:pt x="170066" y="52520"/>
                    <a:pt x="170305" y="53044"/>
                    <a:pt x="170537" y="53571"/>
                  </a:cubicBezTo>
                  <a:cubicBezTo>
                    <a:pt x="170583" y="53675"/>
                    <a:pt x="170686" y="53742"/>
                    <a:pt x="170800" y="53742"/>
                  </a:cubicBezTo>
                  <a:lnTo>
                    <a:pt x="170800" y="53743"/>
                  </a:lnTo>
                  <a:cubicBezTo>
                    <a:pt x="171009" y="53743"/>
                    <a:pt x="171149" y="53529"/>
                    <a:pt x="171064" y="53338"/>
                  </a:cubicBezTo>
                  <a:cubicBezTo>
                    <a:pt x="170829" y="52808"/>
                    <a:pt x="170590" y="52280"/>
                    <a:pt x="170345" y="51755"/>
                  </a:cubicBezTo>
                  <a:cubicBezTo>
                    <a:pt x="170295" y="51652"/>
                    <a:pt x="170193" y="51593"/>
                    <a:pt x="170086" y="51593"/>
                  </a:cubicBezTo>
                  <a:close/>
                  <a:moveTo>
                    <a:pt x="8144" y="51638"/>
                  </a:moveTo>
                  <a:cubicBezTo>
                    <a:pt x="8035" y="51638"/>
                    <a:pt x="7931" y="51699"/>
                    <a:pt x="7884" y="51804"/>
                  </a:cubicBezTo>
                  <a:cubicBezTo>
                    <a:pt x="7638" y="52330"/>
                    <a:pt x="7398" y="52858"/>
                    <a:pt x="7164" y="53387"/>
                  </a:cubicBezTo>
                  <a:cubicBezTo>
                    <a:pt x="7079" y="53578"/>
                    <a:pt x="7218" y="53791"/>
                    <a:pt x="7427" y="53792"/>
                  </a:cubicBezTo>
                  <a:cubicBezTo>
                    <a:pt x="7540" y="53792"/>
                    <a:pt x="7645" y="53725"/>
                    <a:pt x="7690" y="53621"/>
                  </a:cubicBezTo>
                  <a:cubicBezTo>
                    <a:pt x="7924" y="53093"/>
                    <a:pt x="8162" y="52569"/>
                    <a:pt x="8405" y="52047"/>
                  </a:cubicBezTo>
                  <a:cubicBezTo>
                    <a:pt x="8472" y="51903"/>
                    <a:pt x="8410" y="51732"/>
                    <a:pt x="8265" y="51665"/>
                  </a:cubicBezTo>
                  <a:cubicBezTo>
                    <a:pt x="8226" y="51646"/>
                    <a:pt x="8184" y="51638"/>
                    <a:pt x="8144" y="51638"/>
                  </a:cubicBezTo>
                  <a:close/>
                  <a:moveTo>
                    <a:pt x="171485" y="54757"/>
                  </a:moveTo>
                  <a:cubicBezTo>
                    <a:pt x="171448" y="54757"/>
                    <a:pt x="171411" y="54764"/>
                    <a:pt x="171374" y="54780"/>
                  </a:cubicBezTo>
                  <a:cubicBezTo>
                    <a:pt x="171228" y="54842"/>
                    <a:pt x="171159" y="55010"/>
                    <a:pt x="171220" y="55157"/>
                  </a:cubicBezTo>
                  <a:cubicBezTo>
                    <a:pt x="171443" y="55689"/>
                    <a:pt x="171660" y="56221"/>
                    <a:pt x="171872" y="56757"/>
                  </a:cubicBezTo>
                  <a:cubicBezTo>
                    <a:pt x="171917" y="56867"/>
                    <a:pt x="172022" y="56939"/>
                    <a:pt x="172141" y="56939"/>
                  </a:cubicBezTo>
                  <a:cubicBezTo>
                    <a:pt x="172344" y="56939"/>
                    <a:pt x="172484" y="56733"/>
                    <a:pt x="172408" y="56544"/>
                  </a:cubicBezTo>
                  <a:cubicBezTo>
                    <a:pt x="172194" y="56005"/>
                    <a:pt x="171975" y="55469"/>
                    <a:pt x="171751" y="54934"/>
                  </a:cubicBezTo>
                  <a:cubicBezTo>
                    <a:pt x="171705" y="54824"/>
                    <a:pt x="171598" y="54757"/>
                    <a:pt x="171485" y="54757"/>
                  </a:cubicBezTo>
                  <a:close/>
                  <a:moveTo>
                    <a:pt x="6741" y="54808"/>
                  </a:moveTo>
                  <a:cubicBezTo>
                    <a:pt x="6628" y="54808"/>
                    <a:pt x="6521" y="54874"/>
                    <a:pt x="6475" y="54985"/>
                  </a:cubicBezTo>
                  <a:cubicBezTo>
                    <a:pt x="6251" y="55518"/>
                    <a:pt x="6033" y="56055"/>
                    <a:pt x="5818" y="56594"/>
                  </a:cubicBezTo>
                  <a:cubicBezTo>
                    <a:pt x="5743" y="56782"/>
                    <a:pt x="5882" y="56988"/>
                    <a:pt x="6084" y="56988"/>
                  </a:cubicBezTo>
                  <a:cubicBezTo>
                    <a:pt x="6084" y="56988"/>
                    <a:pt x="6085" y="56988"/>
                    <a:pt x="6086" y="56988"/>
                  </a:cubicBezTo>
                  <a:cubicBezTo>
                    <a:pt x="6204" y="56988"/>
                    <a:pt x="6310" y="56916"/>
                    <a:pt x="6354" y="56807"/>
                  </a:cubicBezTo>
                  <a:cubicBezTo>
                    <a:pt x="6567" y="56270"/>
                    <a:pt x="6784" y="55738"/>
                    <a:pt x="7007" y="55207"/>
                  </a:cubicBezTo>
                  <a:cubicBezTo>
                    <a:pt x="7068" y="55060"/>
                    <a:pt x="7000" y="54891"/>
                    <a:pt x="6852" y="54830"/>
                  </a:cubicBezTo>
                  <a:cubicBezTo>
                    <a:pt x="6816" y="54815"/>
                    <a:pt x="6778" y="54808"/>
                    <a:pt x="6741" y="54808"/>
                  </a:cubicBezTo>
                  <a:close/>
                  <a:moveTo>
                    <a:pt x="172761" y="57973"/>
                  </a:moveTo>
                  <a:cubicBezTo>
                    <a:pt x="172727" y="57973"/>
                    <a:pt x="172693" y="57979"/>
                    <a:pt x="172660" y="57992"/>
                  </a:cubicBezTo>
                  <a:cubicBezTo>
                    <a:pt x="172509" y="58049"/>
                    <a:pt x="172434" y="58218"/>
                    <a:pt x="172495" y="58368"/>
                  </a:cubicBezTo>
                  <a:cubicBezTo>
                    <a:pt x="172696" y="58908"/>
                    <a:pt x="172893" y="59449"/>
                    <a:pt x="173085" y="59992"/>
                  </a:cubicBezTo>
                  <a:cubicBezTo>
                    <a:pt x="173126" y="60107"/>
                    <a:pt x="173234" y="60184"/>
                    <a:pt x="173356" y="60184"/>
                  </a:cubicBezTo>
                  <a:lnTo>
                    <a:pt x="173356" y="60185"/>
                  </a:lnTo>
                  <a:cubicBezTo>
                    <a:pt x="173555" y="60185"/>
                    <a:pt x="173694" y="59989"/>
                    <a:pt x="173628" y="59802"/>
                  </a:cubicBezTo>
                  <a:cubicBezTo>
                    <a:pt x="173435" y="59255"/>
                    <a:pt x="173237" y="58709"/>
                    <a:pt x="173033" y="58167"/>
                  </a:cubicBezTo>
                  <a:cubicBezTo>
                    <a:pt x="172991" y="58048"/>
                    <a:pt x="172879" y="57973"/>
                    <a:pt x="172761" y="57973"/>
                  </a:cubicBezTo>
                  <a:close/>
                  <a:moveTo>
                    <a:pt x="5461" y="58028"/>
                  </a:moveTo>
                  <a:cubicBezTo>
                    <a:pt x="5345" y="58028"/>
                    <a:pt x="5236" y="58099"/>
                    <a:pt x="5192" y="58215"/>
                  </a:cubicBezTo>
                  <a:cubicBezTo>
                    <a:pt x="4989" y="58758"/>
                    <a:pt x="4790" y="59303"/>
                    <a:pt x="4597" y="59850"/>
                  </a:cubicBezTo>
                  <a:cubicBezTo>
                    <a:pt x="4544" y="60000"/>
                    <a:pt x="4623" y="60164"/>
                    <a:pt x="4773" y="60218"/>
                  </a:cubicBezTo>
                  <a:cubicBezTo>
                    <a:pt x="4805" y="60227"/>
                    <a:pt x="4837" y="60233"/>
                    <a:pt x="4869" y="60233"/>
                  </a:cubicBezTo>
                  <a:cubicBezTo>
                    <a:pt x="4992" y="60233"/>
                    <a:pt x="5101" y="60157"/>
                    <a:pt x="5142" y="60042"/>
                  </a:cubicBezTo>
                  <a:cubicBezTo>
                    <a:pt x="5332" y="59498"/>
                    <a:pt x="5529" y="58957"/>
                    <a:pt x="5732" y="58417"/>
                  </a:cubicBezTo>
                  <a:cubicBezTo>
                    <a:pt x="5788" y="58269"/>
                    <a:pt x="5713" y="58102"/>
                    <a:pt x="5563" y="58047"/>
                  </a:cubicBezTo>
                  <a:cubicBezTo>
                    <a:pt x="5529" y="58034"/>
                    <a:pt x="5495" y="58028"/>
                    <a:pt x="5461" y="58028"/>
                  </a:cubicBezTo>
                  <a:close/>
                  <a:moveTo>
                    <a:pt x="173919" y="61254"/>
                  </a:moveTo>
                  <a:cubicBezTo>
                    <a:pt x="173889" y="61254"/>
                    <a:pt x="173858" y="61259"/>
                    <a:pt x="173829" y="61269"/>
                  </a:cubicBezTo>
                  <a:cubicBezTo>
                    <a:pt x="173680" y="61318"/>
                    <a:pt x="173598" y="61477"/>
                    <a:pt x="173644" y="61627"/>
                  </a:cubicBezTo>
                  <a:cubicBezTo>
                    <a:pt x="173825" y="62174"/>
                    <a:pt x="174001" y="62722"/>
                    <a:pt x="174172" y="63273"/>
                  </a:cubicBezTo>
                  <a:cubicBezTo>
                    <a:pt x="174209" y="63393"/>
                    <a:pt x="174320" y="63476"/>
                    <a:pt x="174446" y="63476"/>
                  </a:cubicBezTo>
                  <a:cubicBezTo>
                    <a:pt x="174641" y="63476"/>
                    <a:pt x="174778" y="63287"/>
                    <a:pt x="174722" y="63103"/>
                  </a:cubicBezTo>
                  <a:cubicBezTo>
                    <a:pt x="174551" y="62548"/>
                    <a:pt x="174373" y="61995"/>
                    <a:pt x="174191" y="61446"/>
                  </a:cubicBezTo>
                  <a:cubicBezTo>
                    <a:pt x="174149" y="61328"/>
                    <a:pt x="174038" y="61254"/>
                    <a:pt x="173919" y="61254"/>
                  </a:cubicBezTo>
                  <a:close/>
                  <a:moveTo>
                    <a:pt x="4309" y="61297"/>
                  </a:moveTo>
                  <a:cubicBezTo>
                    <a:pt x="4188" y="61297"/>
                    <a:pt x="4075" y="61374"/>
                    <a:pt x="4036" y="61495"/>
                  </a:cubicBezTo>
                  <a:cubicBezTo>
                    <a:pt x="3853" y="62045"/>
                    <a:pt x="3676" y="62598"/>
                    <a:pt x="3504" y="63150"/>
                  </a:cubicBezTo>
                  <a:cubicBezTo>
                    <a:pt x="3459" y="63303"/>
                    <a:pt x="3543" y="63464"/>
                    <a:pt x="3695" y="63510"/>
                  </a:cubicBezTo>
                  <a:cubicBezTo>
                    <a:pt x="3723" y="63519"/>
                    <a:pt x="3751" y="63524"/>
                    <a:pt x="3780" y="63524"/>
                  </a:cubicBezTo>
                  <a:cubicBezTo>
                    <a:pt x="3906" y="63524"/>
                    <a:pt x="4018" y="63442"/>
                    <a:pt x="4055" y="63321"/>
                  </a:cubicBezTo>
                  <a:cubicBezTo>
                    <a:pt x="4225" y="62771"/>
                    <a:pt x="4402" y="62223"/>
                    <a:pt x="4583" y="61676"/>
                  </a:cubicBezTo>
                  <a:cubicBezTo>
                    <a:pt x="4632" y="61525"/>
                    <a:pt x="4550" y="61362"/>
                    <a:pt x="4399" y="61312"/>
                  </a:cubicBezTo>
                  <a:cubicBezTo>
                    <a:pt x="4369" y="61302"/>
                    <a:pt x="4339" y="61297"/>
                    <a:pt x="4309" y="61297"/>
                  </a:cubicBezTo>
                  <a:close/>
                  <a:moveTo>
                    <a:pt x="174942" y="64555"/>
                  </a:moveTo>
                  <a:cubicBezTo>
                    <a:pt x="174916" y="64555"/>
                    <a:pt x="174889" y="64558"/>
                    <a:pt x="174862" y="64566"/>
                  </a:cubicBezTo>
                  <a:cubicBezTo>
                    <a:pt x="174708" y="64610"/>
                    <a:pt x="174620" y="64773"/>
                    <a:pt x="174667" y="64927"/>
                  </a:cubicBezTo>
                  <a:cubicBezTo>
                    <a:pt x="174826" y="65481"/>
                    <a:pt x="174981" y="66035"/>
                    <a:pt x="175130" y="66592"/>
                  </a:cubicBezTo>
                  <a:cubicBezTo>
                    <a:pt x="175165" y="66718"/>
                    <a:pt x="175279" y="66805"/>
                    <a:pt x="175408" y="66805"/>
                  </a:cubicBezTo>
                  <a:cubicBezTo>
                    <a:pt x="175598" y="66805"/>
                    <a:pt x="175736" y="66625"/>
                    <a:pt x="175688" y="66443"/>
                  </a:cubicBezTo>
                  <a:cubicBezTo>
                    <a:pt x="175538" y="65883"/>
                    <a:pt x="175382" y="65324"/>
                    <a:pt x="175221" y="64767"/>
                  </a:cubicBezTo>
                  <a:cubicBezTo>
                    <a:pt x="175186" y="64639"/>
                    <a:pt x="175069" y="64555"/>
                    <a:pt x="174942" y="64555"/>
                  </a:cubicBezTo>
                  <a:close/>
                  <a:moveTo>
                    <a:pt x="3281" y="64611"/>
                  </a:moveTo>
                  <a:cubicBezTo>
                    <a:pt x="3157" y="64611"/>
                    <a:pt x="3043" y="64691"/>
                    <a:pt x="3005" y="64815"/>
                  </a:cubicBezTo>
                  <a:cubicBezTo>
                    <a:pt x="2845" y="65373"/>
                    <a:pt x="2690" y="65931"/>
                    <a:pt x="2541" y="66491"/>
                  </a:cubicBezTo>
                  <a:cubicBezTo>
                    <a:pt x="2500" y="66644"/>
                    <a:pt x="2592" y="66803"/>
                    <a:pt x="2745" y="66844"/>
                  </a:cubicBezTo>
                  <a:cubicBezTo>
                    <a:pt x="2769" y="66850"/>
                    <a:pt x="2794" y="66853"/>
                    <a:pt x="2819" y="66853"/>
                  </a:cubicBezTo>
                  <a:cubicBezTo>
                    <a:pt x="2950" y="66853"/>
                    <a:pt x="3063" y="66766"/>
                    <a:pt x="3097" y="66640"/>
                  </a:cubicBezTo>
                  <a:cubicBezTo>
                    <a:pt x="3245" y="66083"/>
                    <a:pt x="3400" y="65528"/>
                    <a:pt x="3560" y="64976"/>
                  </a:cubicBezTo>
                  <a:cubicBezTo>
                    <a:pt x="3602" y="64824"/>
                    <a:pt x="3513" y="64665"/>
                    <a:pt x="3362" y="64622"/>
                  </a:cubicBezTo>
                  <a:cubicBezTo>
                    <a:pt x="3335" y="64614"/>
                    <a:pt x="3307" y="64611"/>
                    <a:pt x="3281" y="64611"/>
                  </a:cubicBezTo>
                  <a:close/>
                  <a:moveTo>
                    <a:pt x="175845" y="67906"/>
                  </a:moveTo>
                  <a:cubicBezTo>
                    <a:pt x="175821" y="67906"/>
                    <a:pt x="175796" y="67909"/>
                    <a:pt x="175772" y="67916"/>
                  </a:cubicBezTo>
                  <a:cubicBezTo>
                    <a:pt x="175618" y="67953"/>
                    <a:pt x="175523" y="68110"/>
                    <a:pt x="175562" y="68264"/>
                  </a:cubicBezTo>
                  <a:cubicBezTo>
                    <a:pt x="175700" y="68823"/>
                    <a:pt x="175833" y="69384"/>
                    <a:pt x="175960" y="69945"/>
                  </a:cubicBezTo>
                  <a:cubicBezTo>
                    <a:pt x="175990" y="70076"/>
                    <a:pt x="176106" y="70170"/>
                    <a:pt x="176241" y="70170"/>
                  </a:cubicBezTo>
                  <a:cubicBezTo>
                    <a:pt x="176425" y="70170"/>
                    <a:pt x="176562" y="69998"/>
                    <a:pt x="176521" y="69818"/>
                  </a:cubicBezTo>
                  <a:cubicBezTo>
                    <a:pt x="176393" y="69252"/>
                    <a:pt x="176260" y="68688"/>
                    <a:pt x="176121" y="68126"/>
                  </a:cubicBezTo>
                  <a:cubicBezTo>
                    <a:pt x="176090" y="67995"/>
                    <a:pt x="175974" y="67906"/>
                    <a:pt x="175845" y="67906"/>
                  </a:cubicBezTo>
                  <a:close/>
                  <a:moveTo>
                    <a:pt x="2390" y="67951"/>
                  </a:moveTo>
                  <a:cubicBezTo>
                    <a:pt x="2259" y="67951"/>
                    <a:pt x="2140" y="68041"/>
                    <a:pt x="2109" y="68175"/>
                  </a:cubicBezTo>
                  <a:cubicBezTo>
                    <a:pt x="1970" y="68737"/>
                    <a:pt x="1837" y="69301"/>
                    <a:pt x="1709" y="69866"/>
                  </a:cubicBezTo>
                  <a:cubicBezTo>
                    <a:pt x="1668" y="70047"/>
                    <a:pt x="1806" y="70219"/>
                    <a:pt x="1991" y="70219"/>
                  </a:cubicBezTo>
                  <a:cubicBezTo>
                    <a:pt x="2125" y="70218"/>
                    <a:pt x="2241" y="70125"/>
                    <a:pt x="2271" y="69993"/>
                  </a:cubicBezTo>
                  <a:cubicBezTo>
                    <a:pt x="2398" y="69432"/>
                    <a:pt x="2530" y="68872"/>
                    <a:pt x="2668" y="68313"/>
                  </a:cubicBezTo>
                  <a:cubicBezTo>
                    <a:pt x="2709" y="68157"/>
                    <a:pt x="2614" y="67997"/>
                    <a:pt x="2458" y="67959"/>
                  </a:cubicBezTo>
                  <a:cubicBezTo>
                    <a:pt x="2435" y="67953"/>
                    <a:pt x="2412" y="67951"/>
                    <a:pt x="2390" y="67951"/>
                  </a:cubicBezTo>
                  <a:close/>
                  <a:moveTo>
                    <a:pt x="176608" y="71289"/>
                  </a:moveTo>
                  <a:cubicBezTo>
                    <a:pt x="176588" y="71289"/>
                    <a:pt x="176569" y="71291"/>
                    <a:pt x="176549" y="71295"/>
                  </a:cubicBezTo>
                  <a:cubicBezTo>
                    <a:pt x="176393" y="71326"/>
                    <a:pt x="176292" y="71478"/>
                    <a:pt x="176325" y="71634"/>
                  </a:cubicBezTo>
                  <a:cubicBezTo>
                    <a:pt x="176441" y="72199"/>
                    <a:pt x="176551" y="72764"/>
                    <a:pt x="176657" y="73330"/>
                  </a:cubicBezTo>
                  <a:cubicBezTo>
                    <a:pt x="176683" y="73467"/>
                    <a:pt x="176801" y="73565"/>
                    <a:pt x="176940" y="73566"/>
                  </a:cubicBezTo>
                  <a:cubicBezTo>
                    <a:pt x="176958" y="73565"/>
                    <a:pt x="176976" y="73564"/>
                    <a:pt x="176994" y="73562"/>
                  </a:cubicBezTo>
                  <a:cubicBezTo>
                    <a:pt x="177150" y="73532"/>
                    <a:pt x="177253" y="73382"/>
                    <a:pt x="177223" y="73225"/>
                  </a:cubicBezTo>
                  <a:cubicBezTo>
                    <a:pt x="177117" y="72655"/>
                    <a:pt x="177006" y="72086"/>
                    <a:pt x="176888" y="71519"/>
                  </a:cubicBezTo>
                  <a:cubicBezTo>
                    <a:pt x="176861" y="71383"/>
                    <a:pt x="176741" y="71289"/>
                    <a:pt x="176608" y="71289"/>
                  </a:cubicBezTo>
                  <a:close/>
                  <a:moveTo>
                    <a:pt x="1625" y="71335"/>
                  </a:moveTo>
                  <a:cubicBezTo>
                    <a:pt x="1492" y="71335"/>
                    <a:pt x="1371" y="71428"/>
                    <a:pt x="1343" y="71565"/>
                  </a:cubicBezTo>
                  <a:cubicBezTo>
                    <a:pt x="1227" y="72132"/>
                    <a:pt x="1115" y="72702"/>
                    <a:pt x="1011" y="73271"/>
                  </a:cubicBezTo>
                  <a:cubicBezTo>
                    <a:pt x="981" y="73427"/>
                    <a:pt x="1085" y="73578"/>
                    <a:pt x="1241" y="73607"/>
                  </a:cubicBezTo>
                  <a:cubicBezTo>
                    <a:pt x="1259" y="73610"/>
                    <a:pt x="1276" y="73612"/>
                    <a:pt x="1294" y="73612"/>
                  </a:cubicBezTo>
                  <a:cubicBezTo>
                    <a:pt x="1433" y="73612"/>
                    <a:pt x="1552" y="73512"/>
                    <a:pt x="1577" y="73376"/>
                  </a:cubicBezTo>
                  <a:cubicBezTo>
                    <a:pt x="1682" y="72810"/>
                    <a:pt x="1792" y="72245"/>
                    <a:pt x="1907" y="71681"/>
                  </a:cubicBezTo>
                  <a:cubicBezTo>
                    <a:pt x="1939" y="71525"/>
                    <a:pt x="1838" y="71373"/>
                    <a:pt x="1682" y="71340"/>
                  </a:cubicBezTo>
                  <a:cubicBezTo>
                    <a:pt x="1663" y="71336"/>
                    <a:pt x="1644" y="71335"/>
                    <a:pt x="1625" y="71335"/>
                  </a:cubicBezTo>
                  <a:close/>
                  <a:moveTo>
                    <a:pt x="177241" y="74696"/>
                  </a:moveTo>
                  <a:cubicBezTo>
                    <a:pt x="177225" y="74696"/>
                    <a:pt x="177209" y="74697"/>
                    <a:pt x="177193" y="74700"/>
                  </a:cubicBezTo>
                  <a:cubicBezTo>
                    <a:pt x="177036" y="74726"/>
                    <a:pt x="176930" y="74875"/>
                    <a:pt x="176957" y="75032"/>
                  </a:cubicBezTo>
                  <a:cubicBezTo>
                    <a:pt x="177051" y="75600"/>
                    <a:pt x="177140" y="76169"/>
                    <a:pt x="177223" y="76739"/>
                  </a:cubicBezTo>
                  <a:cubicBezTo>
                    <a:pt x="177243" y="76881"/>
                    <a:pt x="177364" y="76985"/>
                    <a:pt x="177507" y="76985"/>
                  </a:cubicBezTo>
                  <a:cubicBezTo>
                    <a:pt x="177522" y="76985"/>
                    <a:pt x="177536" y="76984"/>
                    <a:pt x="177549" y="76982"/>
                  </a:cubicBezTo>
                  <a:cubicBezTo>
                    <a:pt x="177708" y="76958"/>
                    <a:pt x="177815" y="76813"/>
                    <a:pt x="177794" y="76655"/>
                  </a:cubicBezTo>
                  <a:cubicBezTo>
                    <a:pt x="177710" y="76082"/>
                    <a:pt x="177620" y="75508"/>
                    <a:pt x="177525" y="74936"/>
                  </a:cubicBezTo>
                  <a:cubicBezTo>
                    <a:pt x="177502" y="74796"/>
                    <a:pt x="177379" y="74696"/>
                    <a:pt x="177241" y="74696"/>
                  </a:cubicBezTo>
                  <a:close/>
                  <a:moveTo>
                    <a:pt x="997" y="74743"/>
                  </a:moveTo>
                  <a:cubicBezTo>
                    <a:pt x="858" y="74743"/>
                    <a:pt x="736" y="74843"/>
                    <a:pt x="712" y="74984"/>
                  </a:cubicBezTo>
                  <a:cubicBezTo>
                    <a:pt x="650" y="75363"/>
                    <a:pt x="590" y="75742"/>
                    <a:pt x="532" y="76122"/>
                  </a:cubicBezTo>
                  <a:lnTo>
                    <a:pt x="447" y="76703"/>
                  </a:lnTo>
                  <a:cubicBezTo>
                    <a:pt x="424" y="76861"/>
                    <a:pt x="533" y="77006"/>
                    <a:pt x="690" y="77029"/>
                  </a:cubicBezTo>
                  <a:cubicBezTo>
                    <a:pt x="705" y="77032"/>
                    <a:pt x="718" y="77033"/>
                    <a:pt x="732" y="77033"/>
                  </a:cubicBezTo>
                  <a:cubicBezTo>
                    <a:pt x="875" y="77033"/>
                    <a:pt x="998" y="76927"/>
                    <a:pt x="1018" y="76786"/>
                  </a:cubicBezTo>
                  <a:lnTo>
                    <a:pt x="1103" y="76209"/>
                  </a:lnTo>
                  <a:cubicBezTo>
                    <a:pt x="1159" y="75831"/>
                    <a:pt x="1219" y="75454"/>
                    <a:pt x="1281" y="75078"/>
                  </a:cubicBezTo>
                  <a:cubicBezTo>
                    <a:pt x="1307" y="74921"/>
                    <a:pt x="1200" y="74773"/>
                    <a:pt x="1043" y="74747"/>
                  </a:cubicBezTo>
                  <a:cubicBezTo>
                    <a:pt x="1027" y="74744"/>
                    <a:pt x="1012" y="74743"/>
                    <a:pt x="997" y="74743"/>
                  </a:cubicBezTo>
                  <a:close/>
                  <a:moveTo>
                    <a:pt x="177742" y="78132"/>
                  </a:moveTo>
                  <a:cubicBezTo>
                    <a:pt x="177730" y="78132"/>
                    <a:pt x="177718" y="78132"/>
                    <a:pt x="177706" y="78134"/>
                  </a:cubicBezTo>
                  <a:cubicBezTo>
                    <a:pt x="177550" y="78154"/>
                    <a:pt x="177439" y="78295"/>
                    <a:pt x="177456" y="78451"/>
                  </a:cubicBezTo>
                  <a:cubicBezTo>
                    <a:pt x="177528" y="79022"/>
                    <a:pt x="177594" y="79594"/>
                    <a:pt x="177655" y="80167"/>
                  </a:cubicBezTo>
                  <a:cubicBezTo>
                    <a:pt x="177670" y="80313"/>
                    <a:pt x="177793" y="80424"/>
                    <a:pt x="177940" y="80425"/>
                  </a:cubicBezTo>
                  <a:cubicBezTo>
                    <a:pt x="177951" y="80425"/>
                    <a:pt x="177961" y="80424"/>
                    <a:pt x="177971" y="80422"/>
                  </a:cubicBezTo>
                  <a:cubicBezTo>
                    <a:pt x="178130" y="80406"/>
                    <a:pt x="178244" y="80264"/>
                    <a:pt x="178227" y="80106"/>
                  </a:cubicBezTo>
                  <a:cubicBezTo>
                    <a:pt x="178166" y="79530"/>
                    <a:pt x="178100" y="78954"/>
                    <a:pt x="178028" y="78379"/>
                  </a:cubicBezTo>
                  <a:cubicBezTo>
                    <a:pt x="178007" y="78235"/>
                    <a:pt x="177884" y="78132"/>
                    <a:pt x="177742" y="78132"/>
                  </a:cubicBezTo>
                  <a:close/>
                  <a:moveTo>
                    <a:pt x="501" y="78180"/>
                  </a:moveTo>
                  <a:cubicBezTo>
                    <a:pt x="360" y="78180"/>
                    <a:pt x="237" y="78283"/>
                    <a:pt x="215" y="78427"/>
                  </a:cubicBezTo>
                  <a:cubicBezTo>
                    <a:pt x="145" y="79001"/>
                    <a:pt x="79" y="79577"/>
                    <a:pt x="19" y="80154"/>
                  </a:cubicBezTo>
                  <a:cubicBezTo>
                    <a:pt x="1" y="80312"/>
                    <a:pt x="116" y="80455"/>
                    <a:pt x="274" y="80470"/>
                  </a:cubicBezTo>
                  <a:cubicBezTo>
                    <a:pt x="285" y="80472"/>
                    <a:pt x="295" y="80473"/>
                    <a:pt x="304" y="80473"/>
                  </a:cubicBezTo>
                  <a:cubicBezTo>
                    <a:pt x="452" y="80473"/>
                    <a:pt x="575" y="80361"/>
                    <a:pt x="591" y="80215"/>
                  </a:cubicBezTo>
                  <a:cubicBezTo>
                    <a:pt x="651" y="79642"/>
                    <a:pt x="717" y="79069"/>
                    <a:pt x="788" y="78497"/>
                  </a:cubicBezTo>
                  <a:cubicBezTo>
                    <a:pt x="804" y="78341"/>
                    <a:pt x="693" y="78201"/>
                    <a:pt x="537" y="78182"/>
                  </a:cubicBezTo>
                  <a:cubicBezTo>
                    <a:pt x="525" y="78180"/>
                    <a:pt x="513" y="78180"/>
                    <a:pt x="501" y="781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87;p64">
              <a:extLst>
                <a:ext uri="{FF2B5EF4-FFF2-40B4-BE49-F238E27FC236}">
                  <a16:creationId xmlns:a16="http://schemas.microsoft.com/office/drawing/2014/main" id="{37135EAB-2D35-C7A5-0169-163E21249C5E}"/>
                </a:ext>
              </a:extLst>
            </p:cNvPr>
            <p:cNvSpPr/>
            <p:nvPr/>
          </p:nvSpPr>
          <p:spPr>
            <a:xfrm>
              <a:off x="1526800" y="2928150"/>
              <a:ext cx="16750" cy="35925"/>
            </a:xfrm>
            <a:custGeom>
              <a:avLst/>
              <a:gdLst/>
              <a:ahLst/>
              <a:cxnLst/>
              <a:rect l="l" t="t" r="r" b="b"/>
              <a:pathLst>
                <a:path w="670" h="1437" extrusionOk="0">
                  <a:moveTo>
                    <a:pt x="370" y="0"/>
                  </a:moveTo>
                  <a:cubicBezTo>
                    <a:pt x="215" y="0"/>
                    <a:pt x="94" y="113"/>
                    <a:pt x="82" y="264"/>
                  </a:cubicBezTo>
                  <a:cubicBezTo>
                    <a:pt x="58" y="552"/>
                    <a:pt x="34" y="840"/>
                    <a:pt x="12" y="1127"/>
                  </a:cubicBezTo>
                  <a:cubicBezTo>
                    <a:pt x="0" y="1287"/>
                    <a:pt x="119" y="1425"/>
                    <a:pt x="279" y="1437"/>
                  </a:cubicBezTo>
                  <a:lnTo>
                    <a:pt x="300" y="1437"/>
                  </a:lnTo>
                  <a:cubicBezTo>
                    <a:pt x="450" y="1437"/>
                    <a:pt x="575" y="1322"/>
                    <a:pt x="587" y="1172"/>
                  </a:cubicBezTo>
                  <a:cubicBezTo>
                    <a:pt x="608" y="885"/>
                    <a:pt x="631" y="598"/>
                    <a:pt x="655" y="313"/>
                  </a:cubicBezTo>
                  <a:cubicBezTo>
                    <a:pt x="670" y="155"/>
                    <a:pt x="552" y="14"/>
                    <a:pt x="394" y="1"/>
                  </a:cubicBezTo>
                  <a:cubicBezTo>
                    <a:pt x="386" y="1"/>
                    <a:pt x="378" y="0"/>
                    <a:pt x="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88;p64">
              <a:extLst>
                <a:ext uri="{FF2B5EF4-FFF2-40B4-BE49-F238E27FC236}">
                  <a16:creationId xmlns:a16="http://schemas.microsoft.com/office/drawing/2014/main" id="{97E25B85-EF9C-E14C-0A77-3C891D302430}"/>
                </a:ext>
              </a:extLst>
            </p:cNvPr>
            <p:cNvSpPr/>
            <p:nvPr/>
          </p:nvSpPr>
          <p:spPr>
            <a:xfrm>
              <a:off x="1772350" y="2060100"/>
              <a:ext cx="387300" cy="519325"/>
            </a:xfrm>
            <a:custGeom>
              <a:avLst/>
              <a:gdLst/>
              <a:ahLst/>
              <a:cxnLst/>
              <a:rect l="l" t="t" r="r" b="b"/>
              <a:pathLst>
                <a:path w="15492" h="20773" extrusionOk="0">
                  <a:moveTo>
                    <a:pt x="1" y="0"/>
                  </a:moveTo>
                  <a:lnTo>
                    <a:pt x="10386" y="20772"/>
                  </a:lnTo>
                  <a:lnTo>
                    <a:pt x="15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89;p64">
              <a:extLst>
                <a:ext uri="{FF2B5EF4-FFF2-40B4-BE49-F238E27FC236}">
                  <a16:creationId xmlns:a16="http://schemas.microsoft.com/office/drawing/2014/main" id="{DFDDEB89-709E-F097-1DBB-9A5561C8CD9F}"/>
                </a:ext>
              </a:extLst>
            </p:cNvPr>
            <p:cNvSpPr/>
            <p:nvPr/>
          </p:nvSpPr>
          <p:spPr>
            <a:xfrm>
              <a:off x="1763500" y="2052900"/>
              <a:ext cx="404250" cy="533725"/>
            </a:xfrm>
            <a:custGeom>
              <a:avLst/>
              <a:gdLst/>
              <a:ahLst/>
              <a:cxnLst/>
              <a:rect l="l" t="t" r="r" b="b"/>
              <a:pathLst>
                <a:path w="16170" h="21349" extrusionOk="0">
                  <a:moveTo>
                    <a:pt x="15478" y="576"/>
                  </a:moveTo>
                  <a:lnTo>
                    <a:pt x="10647" y="20232"/>
                  </a:lnTo>
                  <a:lnTo>
                    <a:pt x="820" y="576"/>
                  </a:lnTo>
                  <a:close/>
                  <a:moveTo>
                    <a:pt x="355" y="1"/>
                  </a:moveTo>
                  <a:cubicBezTo>
                    <a:pt x="140" y="1"/>
                    <a:pt x="1" y="226"/>
                    <a:pt x="97" y="417"/>
                  </a:cubicBezTo>
                  <a:lnTo>
                    <a:pt x="10483" y="21190"/>
                  </a:lnTo>
                  <a:cubicBezTo>
                    <a:pt x="10532" y="21287"/>
                    <a:pt x="10631" y="21348"/>
                    <a:pt x="10740" y="21348"/>
                  </a:cubicBezTo>
                  <a:cubicBezTo>
                    <a:pt x="10750" y="21348"/>
                    <a:pt x="10762" y="21348"/>
                    <a:pt x="10773" y="21347"/>
                  </a:cubicBezTo>
                  <a:cubicBezTo>
                    <a:pt x="10893" y="21334"/>
                    <a:pt x="10991" y="21246"/>
                    <a:pt x="11020" y="21129"/>
                  </a:cubicBezTo>
                  <a:lnTo>
                    <a:pt x="16125" y="357"/>
                  </a:lnTo>
                  <a:cubicBezTo>
                    <a:pt x="16169" y="176"/>
                    <a:pt x="16032" y="1"/>
                    <a:pt x="15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90;p64">
              <a:extLst>
                <a:ext uri="{FF2B5EF4-FFF2-40B4-BE49-F238E27FC236}">
                  <a16:creationId xmlns:a16="http://schemas.microsoft.com/office/drawing/2014/main" id="{3E0557D6-9692-3154-B0C5-E9F70F18D25C}"/>
                </a:ext>
              </a:extLst>
            </p:cNvPr>
            <p:cNvSpPr/>
            <p:nvPr/>
          </p:nvSpPr>
          <p:spPr>
            <a:xfrm>
              <a:off x="1813950" y="2079800"/>
              <a:ext cx="246475" cy="499625"/>
            </a:xfrm>
            <a:custGeom>
              <a:avLst/>
              <a:gdLst/>
              <a:ahLst/>
              <a:cxnLst/>
              <a:rect l="l" t="t" r="r" b="b"/>
              <a:pathLst>
                <a:path w="9859" h="19985" extrusionOk="0">
                  <a:moveTo>
                    <a:pt x="0" y="0"/>
                  </a:moveTo>
                  <a:lnTo>
                    <a:pt x="8722" y="19984"/>
                  </a:lnTo>
                  <a:lnTo>
                    <a:pt x="9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891;p64">
              <a:extLst>
                <a:ext uri="{FF2B5EF4-FFF2-40B4-BE49-F238E27FC236}">
                  <a16:creationId xmlns:a16="http://schemas.microsoft.com/office/drawing/2014/main" id="{8B19BC12-A17A-824A-38F6-F214861ADD2C}"/>
                </a:ext>
              </a:extLst>
            </p:cNvPr>
            <p:cNvSpPr/>
            <p:nvPr/>
          </p:nvSpPr>
          <p:spPr>
            <a:xfrm>
              <a:off x="1805275" y="2072600"/>
              <a:ext cx="262550" cy="514025"/>
            </a:xfrm>
            <a:custGeom>
              <a:avLst/>
              <a:gdLst/>
              <a:ahLst/>
              <a:cxnLst/>
              <a:rect l="l" t="t" r="r" b="b"/>
              <a:pathLst>
                <a:path w="10502" h="20561" extrusionOk="0">
                  <a:moveTo>
                    <a:pt x="9899" y="576"/>
                  </a:moveTo>
                  <a:lnTo>
                    <a:pt x="8850" y="19050"/>
                  </a:lnTo>
                  <a:lnTo>
                    <a:pt x="787" y="576"/>
                  </a:lnTo>
                  <a:close/>
                  <a:moveTo>
                    <a:pt x="345" y="1"/>
                  </a:moveTo>
                  <a:cubicBezTo>
                    <a:pt x="139" y="1"/>
                    <a:pt x="1" y="213"/>
                    <a:pt x="83" y="404"/>
                  </a:cubicBezTo>
                  <a:lnTo>
                    <a:pt x="8804" y="20388"/>
                  </a:lnTo>
                  <a:cubicBezTo>
                    <a:pt x="8850" y="20492"/>
                    <a:pt x="8953" y="20560"/>
                    <a:pt x="9066" y="20560"/>
                  </a:cubicBezTo>
                  <a:cubicBezTo>
                    <a:pt x="9067" y="20560"/>
                    <a:pt x="9068" y="20560"/>
                    <a:pt x="9069" y="20560"/>
                  </a:cubicBezTo>
                  <a:cubicBezTo>
                    <a:pt x="9086" y="20560"/>
                    <a:pt x="9103" y="20559"/>
                    <a:pt x="9120" y="20557"/>
                  </a:cubicBezTo>
                  <a:cubicBezTo>
                    <a:pt x="9252" y="20533"/>
                    <a:pt x="9349" y="20422"/>
                    <a:pt x="9357" y="20289"/>
                  </a:cubicBezTo>
                  <a:lnTo>
                    <a:pt x="10493" y="304"/>
                  </a:lnTo>
                  <a:cubicBezTo>
                    <a:pt x="10502" y="140"/>
                    <a:pt x="10371" y="1"/>
                    <a:pt x="10205" y="1"/>
                  </a:cubicBezTo>
                  <a:lnTo>
                    <a:pt x="347" y="1"/>
                  </a:lnTo>
                  <a:cubicBezTo>
                    <a:pt x="347" y="1"/>
                    <a:pt x="346" y="1"/>
                    <a:pt x="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892;p64">
              <a:extLst>
                <a:ext uri="{FF2B5EF4-FFF2-40B4-BE49-F238E27FC236}">
                  <a16:creationId xmlns:a16="http://schemas.microsoft.com/office/drawing/2014/main" id="{DCB6DB3C-4E22-8D4E-223C-EEF57F401480}"/>
                </a:ext>
              </a:extLst>
            </p:cNvPr>
            <p:cNvSpPr/>
            <p:nvPr/>
          </p:nvSpPr>
          <p:spPr>
            <a:xfrm>
              <a:off x="1759225" y="2040900"/>
              <a:ext cx="272800" cy="538525"/>
            </a:xfrm>
            <a:custGeom>
              <a:avLst/>
              <a:gdLst/>
              <a:ahLst/>
              <a:cxnLst/>
              <a:rect l="l" t="t" r="r" b="b"/>
              <a:pathLst>
                <a:path w="10912" h="21541" extrusionOk="0">
                  <a:moveTo>
                    <a:pt x="0" y="1"/>
                  </a:moveTo>
                  <a:lnTo>
                    <a:pt x="10911" y="21540"/>
                  </a:lnTo>
                  <a:lnTo>
                    <a:pt x="9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893;p64">
              <a:extLst>
                <a:ext uri="{FF2B5EF4-FFF2-40B4-BE49-F238E27FC236}">
                  <a16:creationId xmlns:a16="http://schemas.microsoft.com/office/drawing/2014/main" id="{329C4CBA-E5DE-73CB-3EB8-8A50B36C629E}"/>
                </a:ext>
              </a:extLst>
            </p:cNvPr>
            <p:cNvSpPr/>
            <p:nvPr/>
          </p:nvSpPr>
          <p:spPr>
            <a:xfrm>
              <a:off x="1750375" y="2033700"/>
              <a:ext cx="289025" cy="552925"/>
            </a:xfrm>
            <a:custGeom>
              <a:avLst/>
              <a:gdLst/>
              <a:ahLst/>
              <a:cxnLst/>
              <a:rect l="l" t="t" r="r" b="b"/>
              <a:pathLst>
                <a:path w="11561" h="22117" extrusionOk="0">
                  <a:moveTo>
                    <a:pt x="9936" y="578"/>
                  </a:moveTo>
                  <a:lnTo>
                    <a:pt x="10912" y="20493"/>
                  </a:lnTo>
                  <a:lnTo>
                    <a:pt x="823" y="578"/>
                  </a:lnTo>
                  <a:close/>
                  <a:moveTo>
                    <a:pt x="354" y="1"/>
                  </a:moveTo>
                  <a:cubicBezTo>
                    <a:pt x="139" y="1"/>
                    <a:pt x="0" y="228"/>
                    <a:pt x="97" y="419"/>
                  </a:cubicBezTo>
                  <a:lnTo>
                    <a:pt x="11009" y="21959"/>
                  </a:lnTo>
                  <a:cubicBezTo>
                    <a:pt x="11057" y="22055"/>
                    <a:pt x="11156" y="22116"/>
                    <a:pt x="11265" y="22116"/>
                  </a:cubicBezTo>
                  <a:cubicBezTo>
                    <a:pt x="11430" y="22116"/>
                    <a:pt x="11561" y="21979"/>
                    <a:pt x="11553" y="21815"/>
                  </a:cubicBezTo>
                  <a:lnTo>
                    <a:pt x="10500" y="276"/>
                  </a:lnTo>
                  <a:cubicBezTo>
                    <a:pt x="10492" y="122"/>
                    <a:pt x="10366" y="1"/>
                    <a:pt x="10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3894;p64">
              <a:extLst>
                <a:ext uri="{FF2B5EF4-FFF2-40B4-BE49-F238E27FC236}">
                  <a16:creationId xmlns:a16="http://schemas.microsoft.com/office/drawing/2014/main" id="{7AB1FDB6-131A-C3FA-466E-433AEC6EF859}"/>
                </a:ext>
              </a:extLst>
            </p:cNvPr>
            <p:cNvSpPr/>
            <p:nvPr/>
          </p:nvSpPr>
          <p:spPr>
            <a:xfrm>
              <a:off x="1173825" y="1944100"/>
              <a:ext cx="858200" cy="635325"/>
            </a:xfrm>
            <a:custGeom>
              <a:avLst/>
              <a:gdLst/>
              <a:ahLst/>
              <a:cxnLst/>
              <a:rect l="l" t="t" r="r" b="b"/>
              <a:pathLst>
                <a:path w="34328" h="25413" extrusionOk="0">
                  <a:moveTo>
                    <a:pt x="1" y="1"/>
                  </a:moveTo>
                  <a:lnTo>
                    <a:pt x="6279" y="25412"/>
                  </a:lnTo>
                  <a:lnTo>
                    <a:pt x="34327" y="25412"/>
                  </a:lnTo>
                  <a:lnTo>
                    <a:pt x="29880" y="2880"/>
                  </a:lnTo>
                  <a:lnTo>
                    <a:pt x="15923" y="2880"/>
                  </a:lnTo>
                  <a:lnTo>
                    <a:pt x="133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3895;p64">
              <a:extLst>
                <a:ext uri="{FF2B5EF4-FFF2-40B4-BE49-F238E27FC236}">
                  <a16:creationId xmlns:a16="http://schemas.microsoft.com/office/drawing/2014/main" id="{C4B35D6B-D6FC-A9BA-FBEE-7415EF393390}"/>
                </a:ext>
              </a:extLst>
            </p:cNvPr>
            <p:cNvSpPr/>
            <p:nvPr/>
          </p:nvSpPr>
          <p:spPr>
            <a:xfrm>
              <a:off x="1165700" y="1936875"/>
              <a:ext cx="874250" cy="649750"/>
            </a:xfrm>
            <a:custGeom>
              <a:avLst/>
              <a:gdLst/>
              <a:ahLst/>
              <a:cxnLst/>
              <a:rect l="l" t="t" r="r" b="b"/>
              <a:pathLst>
                <a:path w="34970" h="25990" extrusionOk="0">
                  <a:moveTo>
                    <a:pt x="13573" y="578"/>
                  </a:moveTo>
                  <a:lnTo>
                    <a:pt x="16032" y="3361"/>
                  </a:lnTo>
                  <a:cubicBezTo>
                    <a:pt x="16088" y="3422"/>
                    <a:pt x="16165" y="3458"/>
                    <a:pt x="16248" y="3458"/>
                  </a:cubicBezTo>
                  <a:lnTo>
                    <a:pt x="29969" y="3458"/>
                  </a:lnTo>
                  <a:lnTo>
                    <a:pt x="34302" y="25413"/>
                  </a:lnTo>
                  <a:lnTo>
                    <a:pt x="6829" y="25413"/>
                  </a:lnTo>
                  <a:lnTo>
                    <a:pt x="694" y="578"/>
                  </a:lnTo>
                  <a:close/>
                  <a:moveTo>
                    <a:pt x="326" y="1"/>
                  </a:moveTo>
                  <a:cubicBezTo>
                    <a:pt x="139" y="1"/>
                    <a:pt x="1" y="177"/>
                    <a:pt x="46" y="358"/>
                  </a:cubicBezTo>
                  <a:lnTo>
                    <a:pt x="6324" y="25772"/>
                  </a:lnTo>
                  <a:cubicBezTo>
                    <a:pt x="6355" y="25899"/>
                    <a:pt x="6470" y="25989"/>
                    <a:pt x="6604" y="25989"/>
                  </a:cubicBezTo>
                  <a:lnTo>
                    <a:pt x="34651" y="25989"/>
                  </a:lnTo>
                  <a:cubicBezTo>
                    <a:pt x="34832" y="25989"/>
                    <a:pt x="34969" y="25824"/>
                    <a:pt x="34934" y="25645"/>
                  </a:cubicBezTo>
                  <a:lnTo>
                    <a:pt x="30487" y="3113"/>
                  </a:lnTo>
                  <a:cubicBezTo>
                    <a:pt x="30460" y="2978"/>
                    <a:pt x="30342" y="2881"/>
                    <a:pt x="30205" y="2881"/>
                  </a:cubicBezTo>
                  <a:lnTo>
                    <a:pt x="16379" y="2881"/>
                  </a:lnTo>
                  <a:lnTo>
                    <a:pt x="13920" y="98"/>
                  </a:lnTo>
                  <a:cubicBezTo>
                    <a:pt x="13865" y="37"/>
                    <a:pt x="13787" y="1"/>
                    <a:pt x="137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896;p64">
              <a:extLst>
                <a:ext uri="{FF2B5EF4-FFF2-40B4-BE49-F238E27FC236}">
                  <a16:creationId xmlns:a16="http://schemas.microsoft.com/office/drawing/2014/main" id="{397757AC-D680-3CA5-3224-41C2044E4FB5}"/>
                </a:ext>
              </a:extLst>
            </p:cNvPr>
            <p:cNvSpPr/>
            <p:nvPr/>
          </p:nvSpPr>
          <p:spPr>
            <a:xfrm>
              <a:off x="1888075" y="1032825"/>
              <a:ext cx="941125" cy="557025"/>
            </a:xfrm>
            <a:custGeom>
              <a:avLst/>
              <a:gdLst/>
              <a:ahLst/>
              <a:cxnLst/>
              <a:rect l="l" t="t" r="r" b="b"/>
              <a:pathLst>
                <a:path w="37645" h="22281" extrusionOk="0">
                  <a:moveTo>
                    <a:pt x="55" y="1"/>
                  </a:moveTo>
                  <a:cubicBezTo>
                    <a:pt x="25" y="1"/>
                    <a:pt x="0" y="26"/>
                    <a:pt x="0" y="56"/>
                  </a:cubicBezTo>
                  <a:lnTo>
                    <a:pt x="0" y="22225"/>
                  </a:lnTo>
                  <a:cubicBezTo>
                    <a:pt x="0" y="22257"/>
                    <a:pt x="25" y="22281"/>
                    <a:pt x="55" y="22281"/>
                  </a:cubicBezTo>
                  <a:lnTo>
                    <a:pt x="37591" y="22281"/>
                  </a:lnTo>
                  <a:cubicBezTo>
                    <a:pt x="37621" y="22281"/>
                    <a:pt x="37645" y="22257"/>
                    <a:pt x="37645" y="22225"/>
                  </a:cubicBezTo>
                  <a:lnTo>
                    <a:pt x="37645" y="56"/>
                  </a:lnTo>
                  <a:cubicBezTo>
                    <a:pt x="37645" y="26"/>
                    <a:pt x="37621" y="1"/>
                    <a:pt x="37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897;p64">
              <a:extLst>
                <a:ext uri="{FF2B5EF4-FFF2-40B4-BE49-F238E27FC236}">
                  <a16:creationId xmlns:a16="http://schemas.microsoft.com/office/drawing/2014/main" id="{0B2B3B2C-C9FD-FBA1-D457-675E279AE965}"/>
                </a:ext>
              </a:extLst>
            </p:cNvPr>
            <p:cNvSpPr/>
            <p:nvPr/>
          </p:nvSpPr>
          <p:spPr>
            <a:xfrm>
              <a:off x="1880875" y="1025625"/>
              <a:ext cx="955550" cy="571450"/>
            </a:xfrm>
            <a:custGeom>
              <a:avLst/>
              <a:gdLst/>
              <a:ahLst/>
              <a:cxnLst/>
              <a:rect l="l" t="t" r="r" b="b"/>
              <a:pathLst>
                <a:path w="38222" h="22858" extrusionOk="0">
                  <a:moveTo>
                    <a:pt x="35820" y="578"/>
                  </a:moveTo>
                  <a:cubicBezTo>
                    <a:pt x="36828" y="579"/>
                    <a:pt x="37644" y="1395"/>
                    <a:pt x="37645" y="2402"/>
                  </a:cubicBezTo>
                  <a:lnTo>
                    <a:pt x="37645" y="20456"/>
                  </a:lnTo>
                  <a:cubicBezTo>
                    <a:pt x="37644" y="21464"/>
                    <a:pt x="36828" y="22279"/>
                    <a:pt x="35820" y="22281"/>
                  </a:cubicBezTo>
                  <a:lnTo>
                    <a:pt x="2400" y="22281"/>
                  </a:lnTo>
                  <a:cubicBezTo>
                    <a:pt x="1394" y="22279"/>
                    <a:pt x="577" y="21464"/>
                    <a:pt x="576" y="20456"/>
                  </a:cubicBezTo>
                  <a:lnTo>
                    <a:pt x="576" y="2402"/>
                  </a:lnTo>
                  <a:cubicBezTo>
                    <a:pt x="577" y="1395"/>
                    <a:pt x="1394" y="579"/>
                    <a:pt x="2400" y="578"/>
                  </a:cubicBezTo>
                  <a:close/>
                  <a:moveTo>
                    <a:pt x="2400" y="1"/>
                  </a:moveTo>
                  <a:cubicBezTo>
                    <a:pt x="1077" y="1"/>
                    <a:pt x="0" y="1078"/>
                    <a:pt x="0" y="2402"/>
                  </a:cubicBezTo>
                  <a:lnTo>
                    <a:pt x="0" y="20456"/>
                  </a:lnTo>
                  <a:cubicBezTo>
                    <a:pt x="0" y="21780"/>
                    <a:pt x="1077" y="22858"/>
                    <a:pt x="2400" y="22858"/>
                  </a:cubicBezTo>
                  <a:lnTo>
                    <a:pt x="35820" y="22858"/>
                  </a:lnTo>
                  <a:cubicBezTo>
                    <a:pt x="37145" y="22858"/>
                    <a:pt x="38222" y="21780"/>
                    <a:pt x="38222" y="20456"/>
                  </a:cubicBezTo>
                  <a:lnTo>
                    <a:pt x="38222" y="2402"/>
                  </a:lnTo>
                  <a:cubicBezTo>
                    <a:pt x="38222" y="1078"/>
                    <a:pt x="37145" y="1"/>
                    <a:pt x="35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3898;p64">
              <a:extLst>
                <a:ext uri="{FF2B5EF4-FFF2-40B4-BE49-F238E27FC236}">
                  <a16:creationId xmlns:a16="http://schemas.microsoft.com/office/drawing/2014/main" id="{8908CBAE-C4FA-6D1A-3AE4-279005ECB985}"/>
                </a:ext>
              </a:extLst>
            </p:cNvPr>
            <p:cNvSpPr/>
            <p:nvPr/>
          </p:nvSpPr>
          <p:spPr>
            <a:xfrm>
              <a:off x="1888075" y="1138475"/>
              <a:ext cx="941125" cy="201700"/>
            </a:xfrm>
            <a:custGeom>
              <a:avLst/>
              <a:gdLst/>
              <a:ahLst/>
              <a:cxnLst/>
              <a:rect l="l" t="t" r="r" b="b"/>
              <a:pathLst>
                <a:path w="37645" h="8068" extrusionOk="0">
                  <a:moveTo>
                    <a:pt x="0" y="0"/>
                  </a:moveTo>
                  <a:lnTo>
                    <a:pt x="0" y="8068"/>
                  </a:lnTo>
                  <a:lnTo>
                    <a:pt x="37645" y="8068"/>
                  </a:lnTo>
                  <a:lnTo>
                    <a:pt x="37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899;p64">
              <a:extLst>
                <a:ext uri="{FF2B5EF4-FFF2-40B4-BE49-F238E27FC236}">
                  <a16:creationId xmlns:a16="http://schemas.microsoft.com/office/drawing/2014/main" id="{3C018088-8C3D-480C-352A-05DE112BE214}"/>
                </a:ext>
              </a:extLst>
            </p:cNvPr>
            <p:cNvSpPr/>
            <p:nvPr/>
          </p:nvSpPr>
          <p:spPr>
            <a:xfrm>
              <a:off x="1880875" y="1131300"/>
              <a:ext cx="955550" cy="216075"/>
            </a:xfrm>
            <a:custGeom>
              <a:avLst/>
              <a:gdLst/>
              <a:ahLst/>
              <a:cxnLst/>
              <a:rect l="l" t="t" r="r" b="b"/>
              <a:pathLst>
                <a:path w="38222" h="8643" extrusionOk="0">
                  <a:moveTo>
                    <a:pt x="37645" y="575"/>
                  </a:moveTo>
                  <a:lnTo>
                    <a:pt x="37645" y="8066"/>
                  </a:lnTo>
                  <a:lnTo>
                    <a:pt x="576" y="8066"/>
                  </a:lnTo>
                  <a:lnTo>
                    <a:pt x="576" y="575"/>
                  </a:lnTo>
                  <a:close/>
                  <a:moveTo>
                    <a:pt x="286" y="1"/>
                  </a:moveTo>
                  <a:cubicBezTo>
                    <a:pt x="127" y="1"/>
                    <a:pt x="0" y="130"/>
                    <a:pt x="0" y="289"/>
                  </a:cubicBezTo>
                  <a:lnTo>
                    <a:pt x="0" y="8355"/>
                  </a:lnTo>
                  <a:cubicBezTo>
                    <a:pt x="0" y="8513"/>
                    <a:pt x="129" y="8643"/>
                    <a:pt x="288" y="8643"/>
                  </a:cubicBezTo>
                  <a:lnTo>
                    <a:pt x="37933" y="8643"/>
                  </a:lnTo>
                  <a:cubicBezTo>
                    <a:pt x="38092" y="8643"/>
                    <a:pt x="38222" y="8513"/>
                    <a:pt x="38222" y="8355"/>
                  </a:cubicBezTo>
                  <a:lnTo>
                    <a:pt x="38222" y="289"/>
                  </a:lnTo>
                  <a:cubicBezTo>
                    <a:pt x="38222" y="130"/>
                    <a:pt x="38093" y="1"/>
                    <a:pt x="37935" y="1"/>
                  </a:cubicBezTo>
                  <a:cubicBezTo>
                    <a:pt x="37934" y="1"/>
                    <a:pt x="37933" y="1"/>
                    <a:pt x="37933" y="1"/>
                  </a:cubicBezTo>
                  <a:lnTo>
                    <a:pt x="288" y="1"/>
                  </a:lnTo>
                  <a:cubicBezTo>
                    <a:pt x="287" y="1"/>
                    <a:pt x="287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900;p64">
              <a:extLst>
                <a:ext uri="{FF2B5EF4-FFF2-40B4-BE49-F238E27FC236}">
                  <a16:creationId xmlns:a16="http://schemas.microsoft.com/office/drawing/2014/main" id="{810C6419-B27B-6E08-D8BE-F14E9EE61088}"/>
                </a:ext>
              </a:extLst>
            </p:cNvPr>
            <p:cNvSpPr/>
            <p:nvPr/>
          </p:nvSpPr>
          <p:spPr>
            <a:xfrm>
              <a:off x="2548725" y="1461550"/>
              <a:ext cx="81825" cy="78725"/>
            </a:xfrm>
            <a:custGeom>
              <a:avLst/>
              <a:gdLst/>
              <a:ahLst/>
              <a:cxnLst/>
              <a:rect l="l" t="t" r="r" b="b"/>
              <a:pathLst>
                <a:path w="3273" h="3149" extrusionOk="0">
                  <a:moveTo>
                    <a:pt x="1698" y="0"/>
                  </a:moveTo>
                  <a:cubicBezTo>
                    <a:pt x="1288" y="0"/>
                    <a:pt x="886" y="160"/>
                    <a:pt x="586" y="461"/>
                  </a:cubicBezTo>
                  <a:cubicBezTo>
                    <a:pt x="135" y="912"/>
                    <a:pt x="0" y="1588"/>
                    <a:pt x="244" y="2177"/>
                  </a:cubicBezTo>
                  <a:cubicBezTo>
                    <a:pt x="487" y="2765"/>
                    <a:pt x="1062" y="3149"/>
                    <a:pt x="1699" y="3149"/>
                  </a:cubicBezTo>
                  <a:cubicBezTo>
                    <a:pt x="2567" y="3149"/>
                    <a:pt x="3272" y="2444"/>
                    <a:pt x="3272" y="1575"/>
                  </a:cubicBezTo>
                  <a:cubicBezTo>
                    <a:pt x="3272" y="938"/>
                    <a:pt x="2888" y="364"/>
                    <a:pt x="2301" y="120"/>
                  </a:cubicBezTo>
                  <a:cubicBezTo>
                    <a:pt x="2106" y="40"/>
                    <a:pt x="1901" y="0"/>
                    <a:pt x="1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901;p64">
              <a:extLst>
                <a:ext uri="{FF2B5EF4-FFF2-40B4-BE49-F238E27FC236}">
                  <a16:creationId xmlns:a16="http://schemas.microsoft.com/office/drawing/2014/main" id="{390A173F-D7EE-C97E-20DB-6F3FB20DEEB3}"/>
                </a:ext>
              </a:extLst>
            </p:cNvPr>
            <p:cNvSpPr/>
            <p:nvPr/>
          </p:nvSpPr>
          <p:spPr>
            <a:xfrm>
              <a:off x="2540950" y="1454350"/>
              <a:ext cx="96800" cy="93150"/>
            </a:xfrm>
            <a:custGeom>
              <a:avLst/>
              <a:gdLst/>
              <a:ahLst/>
              <a:cxnLst/>
              <a:rect l="l" t="t" r="r" b="b"/>
              <a:pathLst>
                <a:path w="3872" h="3726" extrusionOk="0">
                  <a:moveTo>
                    <a:pt x="2008" y="577"/>
                  </a:moveTo>
                  <a:cubicBezTo>
                    <a:pt x="2719" y="577"/>
                    <a:pt x="3294" y="1153"/>
                    <a:pt x="3295" y="1863"/>
                  </a:cubicBezTo>
                  <a:cubicBezTo>
                    <a:pt x="3295" y="2384"/>
                    <a:pt x="2982" y="2853"/>
                    <a:pt x="2501" y="3052"/>
                  </a:cubicBezTo>
                  <a:cubicBezTo>
                    <a:pt x="2342" y="3118"/>
                    <a:pt x="2174" y="3150"/>
                    <a:pt x="2008" y="3150"/>
                  </a:cubicBezTo>
                  <a:cubicBezTo>
                    <a:pt x="1674" y="3150"/>
                    <a:pt x="1345" y="3020"/>
                    <a:pt x="1099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19" y="890"/>
                    <a:pt x="1488" y="577"/>
                    <a:pt x="2008" y="577"/>
                  </a:cubicBezTo>
                  <a:close/>
                  <a:moveTo>
                    <a:pt x="2009" y="0"/>
                  </a:moveTo>
                  <a:cubicBezTo>
                    <a:pt x="1525" y="0"/>
                    <a:pt x="1048" y="190"/>
                    <a:pt x="691" y="546"/>
                  </a:cubicBezTo>
                  <a:cubicBezTo>
                    <a:pt x="159" y="1079"/>
                    <a:pt x="1" y="1880"/>
                    <a:pt x="288" y="2576"/>
                  </a:cubicBezTo>
                  <a:cubicBezTo>
                    <a:pt x="576" y="3271"/>
                    <a:pt x="1255" y="3726"/>
                    <a:pt x="2008" y="3726"/>
                  </a:cubicBezTo>
                  <a:cubicBezTo>
                    <a:pt x="3038" y="3725"/>
                    <a:pt x="3871" y="2891"/>
                    <a:pt x="3871" y="1863"/>
                  </a:cubicBezTo>
                  <a:cubicBezTo>
                    <a:pt x="3871" y="1109"/>
                    <a:pt x="3418" y="430"/>
                    <a:pt x="2721" y="142"/>
                  </a:cubicBezTo>
                  <a:cubicBezTo>
                    <a:pt x="2491" y="47"/>
                    <a:pt x="2249" y="0"/>
                    <a:pt x="2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902;p64">
              <a:extLst>
                <a:ext uri="{FF2B5EF4-FFF2-40B4-BE49-F238E27FC236}">
                  <a16:creationId xmlns:a16="http://schemas.microsoft.com/office/drawing/2014/main" id="{B418A995-01E9-7160-F0E8-FAA8E59EDBBF}"/>
                </a:ext>
              </a:extLst>
            </p:cNvPr>
            <p:cNvSpPr/>
            <p:nvPr/>
          </p:nvSpPr>
          <p:spPr>
            <a:xfrm>
              <a:off x="2658050" y="1461550"/>
              <a:ext cx="81850" cy="78725"/>
            </a:xfrm>
            <a:custGeom>
              <a:avLst/>
              <a:gdLst/>
              <a:ahLst/>
              <a:cxnLst/>
              <a:rect l="l" t="t" r="r" b="b"/>
              <a:pathLst>
                <a:path w="3274" h="3149" extrusionOk="0">
                  <a:moveTo>
                    <a:pt x="1699" y="0"/>
                  </a:moveTo>
                  <a:cubicBezTo>
                    <a:pt x="1289" y="0"/>
                    <a:pt x="887" y="160"/>
                    <a:pt x="586" y="461"/>
                  </a:cubicBezTo>
                  <a:cubicBezTo>
                    <a:pt x="136" y="912"/>
                    <a:pt x="0" y="1588"/>
                    <a:pt x="244" y="2177"/>
                  </a:cubicBezTo>
                  <a:cubicBezTo>
                    <a:pt x="489" y="2765"/>
                    <a:pt x="1062" y="3149"/>
                    <a:pt x="1699" y="3149"/>
                  </a:cubicBezTo>
                  <a:cubicBezTo>
                    <a:pt x="2568" y="3149"/>
                    <a:pt x="3274" y="2444"/>
                    <a:pt x="3274" y="1575"/>
                  </a:cubicBezTo>
                  <a:cubicBezTo>
                    <a:pt x="3274" y="938"/>
                    <a:pt x="2890" y="364"/>
                    <a:pt x="2301" y="120"/>
                  </a:cubicBezTo>
                  <a:cubicBezTo>
                    <a:pt x="2106" y="40"/>
                    <a:pt x="1902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903;p64">
              <a:extLst>
                <a:ext uri="{FF2B5EF4-FFF2-40B4-BE49-F238E27FC236}">
                  <a16:creationId xmlns:a16="http://schemas.microsoft.com/office/drawing/2014/main" id="{59675B68-17B2-F0DA-CA1F-9162F83B6CB0}"/>
                </a:ext>
              </a:extLst>
            </p:cNvPr>
            <p:cNvSpPr/>
            <p:nvPr/>
          </p:nvSpPr>
          <p:spPr>
            <a:xfrm>
              <a:off x="2650275" y="1454350"/>
              <a:ext cx="96825" cy="93150"/>
            </a:xfrm>
            <a:custGeom>
              <a:avLst/>
              <a:gdLst/>
              <a:ahLst/>
              <a:cxnLst/>
              <a:rect l="l" t="t" r="r" b="b"/>
              <a:pathLst>
                <a:path w="3873" h="3726" extrusionOk="0">
                  <a:moveTo>
                    <a:pt x="2010" y="577"/>
                  </a:moveTo>
                  <a:cubicBezTo>
                    <a:pt x="2720" y="577"/>
                    <a:pt x="3294" y="1153"/>
                    <a:pt x="3297" y="1863"/>
                  </a:cubicBezTo>
                  <a:cubicBezTo>
                    <a:pt x="3297" y="2383"/>
                    <a:pt x="2984" y="2853"/>
                    <a:pt x="2503" y="3052"/>
                  </a:cubicBezTo>
                  <a:cubicBezTo>
                    <a:pt x="2343" y="3118"/>
                    <a:pt x="2176" y="3150"/>
                    <a:pt x="2010" y="3150"/>
                  </a:cubicBezTo>
                  <a:cubicBezTo>
                    <a:pt x="1675" y="3150"/>
                    <a:pt x="1347" y="3020"/>
                    <a:pt x="1101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20" y="890"/>
                    <a:pt x="1489" y="577"/>
                    <a:pt x="2010" y="577"/>
                  </a:cubicBezTo>
                  <a:close/>
                  <a:moveTo>
                    <a:pt x="2010" y="0"/>
                  </a:moveTo>
                  <a:cubicBezTo>
                    <a:pt x="1525" y="0"/>
                    <a:pt x="1049" y="190"/>
                    <a:pt x="693" y="546"/>
                  </a:cubicBezTo>
                  <a:cubicBezTo>
                    <a:pt x="160" y="1079"/>
                    <a:pt x="1" y="1880"/>
                    <a:pt x="289" y="2576"/>
                  </a:cubicBezTo>
                  <a:cubicBezTo>
                    <a:pt x="578" y="3273"/>
                    <a:pt x="1257" y="3726"/>
                    <a:pt x="2010" y="3726"/>
                  </a:cubicBezTo>
                  <a:cubicBezTo>
                    <a:pt x="3038" y="3725"/>
                    <a:pt x="3871" y="2891"/>
                    <a:pt x="3873" y="1863"/>
                  </a:cubicBezTo>
                  <a:cubicBezTo>
                    <a:pt x="3871" y="1109"/>
                    <a:pt x="3418" y="430"/>
                    <a:pt x="2722" y="142"/>
                  </a:cubicBezTo>
                  <a:cubicBezTo>
                    <a:pt x="2492" y="47"/>
                    <a:pt x="2250" y="0"/>
                    <a:pt x="2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904;p64">
              <a:extLst>
                <a:ext uri="{FF2B5EF4-FFF2-40B4-BE49-F238E27FC236}">
                  <a16:creationId xmlns:a16="http://schemas.microsoft.com/office/drawing/2014/main" id="{54B82F97-DAC7-502A-4BCD-B886EAA125E5}"/>
                </a:ext>
              </a:extLst>
            </p:cNvPr>
            <p:cNvSpPr/>
            <p:nvPr/>
          </p:nvSpPr>
          <p:spPr>
            <a:xfrm>
              <a:off x="3330175" y="659725"/>
              <a:ext cx="1007825" cy="653450"/>
            </a:xfrm>
            <a:custGeom>
              <a:avLst/>
              <a:gdLst/>
              <a:ahLst/>
              <a:cxnLst/>
              <a:rect l="l" t="t" r="r" b="b"/>
              <a:pathLst>
                <a:path w="40313" h="26138" extrusionOk="0">
                  <a:moveTo>
                    <a:pt x="1" y="0"/>
                  </a:moveTo>
                  <a:lnTo>
                    <a:pt x="1" y="26137"/>
                  </a:lnTo>
                  <a:lnTo>
                    <a:pt x="40313" y="26137"/>
                  </a:lnTo>
                  <a:lnTo>
                    <a:pt x="40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905;p64">
              <a:extLst>
                <a:ext uri="{FF2B5EF4-FFF2-40B4-BE49-F238E27FC236}">
                  <a16:creationId xmlns:a16="http://schemas.microsoft.com/office/drawing/2014/main" id="{7CB6D8A0-1EA1-8CBF-0D77-1FD65CEDCB06}"/>
                </a:ext>
              </a:extLst>
            </p:cNvPr>
            <p:cNvSpPr/>
            <p:nvPr/>
          </p:nvSpPr>
          <p:spPr>
            <a:xfrm>
              <a:off x="3322950" y="652525"/>
              <a:ext cx="1022250" cy="667850"/>
            </a:xfrm>
            <a:custGeom>
              <a:avLst/>
              <a:gdLst/>
              <a:ahLst/>
              <a:cxnLst/>
              <a:rect l="l" t="t" r="r" b="b"/>
              <a:pathLst>
                <a:path w="40890" h="26714" extrusionOk="0">
                  <a:moveTo>
                    <a:pt x="40313" y="576"/>
                  </a:moveTo>
                  <a:lnTo>
                    <a:pt x="40313" y="26137"/>
                  </a:lnTo>
                  <a:lnTo>
                    <a:pt x="578" y="26137"/>
                  </a:lnTo>
                  <a:lnTo>
                    <a:pt x="578" y="576"/>
                  </a:lnTo>
                  <a:close/>
                  <a:moveTo>
                    <a:pt x="290" y="0"/>
                  </a:moveTo>
                  <a:cubicBezTo>
                    <a:pt x="130" y="0"/>
                    <a:pt x="1" y="130"/>
                    <a:pt x="1" y="288"/>
                  </a:cubicBezTo>
                  <a:lnTo>
                    <a:pt x="1" y="26425"/>
                  </a:lnTo>
                  <a:cubicBezTo>
                    <a:pt x="1" y="26584"/>
                    <a:pt x="130" y="26713"/>
                    <a:pt x="290" y="26713"/>
                  </a:cubicBezTo>
                  <a:lnTo>
                    <a:pt x="40601" y="26713"/>
                  </a:lnTo>
                  <a:cubicBezTo>
                    <a:pt x="40760" y="26713"/>
                    <a:pt x="40890" y="26584"/>
                    <a:pt x="40890" y="26425"/>
                  </a:cubicBezTo>
                  <a:lnTo>
                    <a:pt x="40890" y="288"/>
                  </a:lnTo>
                  <a:cubicBezTo>
                    <a:pt x="40890" y="130"/>
                    <a:pt x="40760" y="0"/>
                    <a:pt x="40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906;p64">
              <a:extLst>
                <a:ext uri="{FF2B5EF4-FFF2-40B4-BE49-F238E27FC236}">
                  <a16:creationId xmlns:a16="http://schemas.microsoft.com/office/drawing/2014/main" id="{E8F93255-7728-E1C0-B87A-082A3BCB9990}"/>
                </a:ext>
              </a:extLst>
            </p:cNvPr>
            <p:cNvSpPr/>
            <p:nvPr/>
          </p:nvSpPr>
          <p:spPr>
            <a:xfrm>
              <a:off x="3379200" y="701150"/>
              <a:ext cx="912950" cy="565175"/>
            </a:xfrm>
            <a:custGeom>
              <a:avLst/>
              <a:gdLst/>
              <a:ahLst/>
              <a:cxnLst/>
              <a:rect l="l" t="t" r="r" b="b"/>
              <a:pathLst>
                <a:path w="36518" h="22607" extrusionOk="0">
                  <a:moveTo>
                    <a:pt x="1" y="1"/>
                  </a:moveTo>
                  <a:lnTo>
                    <a:pt x="1" y="22607"/>
                  </a:lnTo>
                  <a:lnTo>
                    <a:pt x="36518" y="22607"/>
                  </a:lnTo>
                  <a:lnTo>
                    <a:pt x="36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907;p64">
              <a:extLst>
                <a:ext uri="{FF2B5EF4-FFF2-40B4-BE49-F238E27FC236}">
                  <a16:creationId xmlns:a16="http://schemas.microsoft.com/office/drawing/2014/main" id="{DADD20E9-4C57-AADE-DC51-B7A20822B72D}"/>
                </a:ext>
              </a:extLst>
            </p:cNvPr>
            <p:cNvSpPr/>
            <p:nvPr/>
          </p:nvSpPr>
          <p:spPr>
            <a:xfrm>
              <a:off x="3372050" y="693950"/>
              <a:ext cx="927300" cy="579575"/>
            </a:xfrm>
            <a:custGeom>
              <a:avLst/>
              <a:gdLst/>
              <a:ahLst/>
              <a:cxnLst/>
              <a:rect l="l" t="t" r="r" b="b"/>
              <a:pathLst>
                <a:path w="37092" h="23183" extrusionOk="0">
                  <a:moveTo>
                    <a:pt x="36516" y="577"/>
                  </a:moveTo>
                  <a:lnTo>
                    <a:pt x="36516" y="22607"/>
                  </a:lnTo>
                  <a:lnTo>
                    <a:pt x="576" y="22607"/>
                  </a:lnTo>
                  <a:lnTo>
                    <a:pt x="576" y="577"/>
                  </a:lnTo>
                  <a:close/>
                  <a:moveTo>
                    <a:pt x="288" y="1"/>
                  </a:moveTo>
                  <a:cubicBezTo>
                    <a:pt x="129" y="1"/>
                    <a:pt x="0" y="129"/>
                    <a:pt x="0" y="289"/>
                  </a:cubicBezTo>
                  <a:lnTo>
                    <a:pt x="0" y="22895"/>
                  </a:lnTo>
                  <a:cubicBezTo>
                    <a:pt x="0" y="23053"/>
                    <a:pt x="129" y="23183"/>
                    <a:pt x="288" y="23183"/>
                  </a:cubicBezTo>
                  <a:lnTo>
                    <a:pt x="36804" y="23183"/>
                  </a:lnTo>
                  <a:cubicBezTo>
                    <a:pt x="36963" y="23183"/>
                    <a:pt x="37092" y="23053"/>
                    <a:pt x="37092" y="22895"/>
                  </a:cubicBezTo>
                  <a:lnTo>
                    <a:pt x="37092" y="289"/>
                  </a:lnTo>
                  <a:cubicBezTo>
                    <a:pt x="37092" y="129"/>
                    <a:pt x="36963" y="1"/>
                    <a:pt x="368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3908;p64">
              <a:extLst>
                <a:ext uri="{FF2B5EF4-FFF2-40B4-BE49-F238E27FC236}">
                  <a16:creationId xmlns:a16="http://schemas.microsoft.com/office/drawing/2014/main" id="{2897D04F-1137-5A64-0BDC-F6EF4BC1E329}"/>
                </a:ext>
              </a:extLst>
            </p:cNvPr>
            <p:cNvSpPr/>
            <p:nvPr/>
          </p:nvSpPr>
          <p:spPr>
            <a:xfrm>
              <a:off x="3422700" y="927050"/>
              <a:ext cx="223600" cy="244550"/>
            </a:xfrm>
            <a:custGeom>
              <a:avLst/>
              <a:gdLst/>
              <a:ahLst/>
              <a:cxnLst/>
              <a:rect l="l" t="t" r="r" b="b"/>
              <a:pathLst>
                <a:path w="8944" h="9782" extrusionOk="0">
                  <a:moveTo>
                    <a:pt x="4472" y="0"/>
                  </a:moveTo>
                  <a:cubicBezTo>
                    <a:pt x="2002" y="0"/>
                    <a:pt x="0" y="4238"/>
                    <a:pt x="0" y="6708"/>
                  </a:cubicBezTo>
                  <a:cubicBezTo>
                    <a:pt x="0" y="9177"/>
                    <a:pt x="2002" y="9782"/>
                    <a:pt x="4472" y="9782"/>
                  </a:cubicBezTo>
                  <a:cubicBezTo>
                    <a:pt x="6941" y="9782"/>
                    <a:pt x="8943" y="9177"/>
                    <a:pt x="8943" y="6708"/>
                  </a:cubicBezTo>
                  <a:cubicBezTo>
                    <a:pt x="8943" y="4238"/>
                    <a:pt x="6941" y="0"/>
                    <a:pt x="4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3909;p64">
              <a:extLst>
                <a:ext uri="{FF2B5EF4-FFF2-40B4-BE49-F238E27FC236}">
                  <a16:creationId xmlns:a16="http://schemas.microsoft.com/office/drawing/2014/main" id="{812FB7F4-5AFB-2D0C-0FA9-05FB1ED2C674}"/>
                </a:ext>
              </a:extLst>
            </p:cNvPr>
            <p:cNvSpPr/>
            <p:nvPr/>
          </p:nvSpPr>
          <p:spPr>
            <a:xfrm>
              <a:off x="3415500" y="919850"/>
              <a:ext cx="238000" cy="258975"/>
            </a:xfrm>
            <a:custGeom>
              <a:avLst/>
              <a:gdLst/>
              <a:ahLst/>
              <a:cxnLst/>
              <a:rect l="l" t="t" r="r" b="b"/>
              <a:pathLst>
                <a:path w="9520" h="10359" extrusionOk="0">
                  <a:moveTo>
                    <a:pt x="4760" y="577"/>
                  </a:moveTo>
                  <a:cubicBezTo>
                    <a:pt x="6988" y="577"/>
                    <a:pt x="8943" y="4577"/>
                    <a:pt x="8943" y="6996"/>
                  </a:cubicBezTo>
                  <a:cubicBezTo>
                    <a:pt x="8943" y="8923"/>
                    <a:pt x="7653" y="9782"/>
                    <a:pt x="4760" y="9782"/>
                  </a:cubicBezTo>
                  <a:cubicBezTo>
                    <a:pt x="1867" y="9782"/>
                    <a:pt x="577" y="8923"/>
                    <a:pt x="577" y="6996"/>
                  </a:cubicBezTo>
                  <a:cubicBezTo>
                    <a:pt x="577" y="4577"/>
                    <a:pt x="2531" y="577"/>
                    <a:pt x="4760" y="577"/>
                  </a:cubicBezTo>
                  <a:close/>
                  <a:moveTo>
                    <a:pt x="4760" y="0"/>
                  </a:moveTo>
                  <a:cubicBezTo>
                    <a:pt x="2178" y="0"/>
                    <a:pt x="0" y="4297"/>
                    <a:pt x="0" y="6996"/>
                  </a:cubicBezTo>
                  <a:cubicBezTo>
                    <a:pt x="0" y="10359"/>
                    <a:pt x="3583" y="10359"/>
                    <a:pt x="4760" y="10359"/>
                  </a:cubicBezTo>
                  <a:cubicBezTo>
                    <a:pt x="5937" y="10359"/>
                    <a:pt x="9519" y="10359"/>
                    <a:pt x="9519" y="6996"/>
                  </a:cubicBezTo>
                  <a:cubicBezTo>
                    <a:pt x="9519" y="4298"/>
                    <a:pt x="7341" y="0"/>
                    <a:pt x="47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3910;p64">
              <a:extLst>
                <a:ext uri="{FF2B5EF4-FFF2-40B4-BE49-F238E27FC236}">
                  <a16:creationId xmlns:a16="http://schemas.microsoft.com/office/drawing/2014/main" id="{EC314690-E097-EBAE-500F-5D94AE22BC84}"/>
                </a:ext>
              </a:extLst>
            </p:cNvPr>
            <p:cNvSpPr/>
            <p:nvPr/>
          </p:nvSpPr>
          <p:spPr>
            <a:xfrm>
              <a:off x="3457625" y="794325"/>
              <a:ext cx="153725" cy="153725"/>
            </a:xfrm>
            <a:custGeom>
              <a:avLst/>
              <a:gdLst/>
              <a:ahLst/>
              <a:cxnLst/>
              <a:rect l="l" t="t" r="r" b="b"/>
              <a:pathLst>
                <a:path w="6149" h="6149" extrusionOk="0">
                  <a:moveTo>
                    <a:pt x="3075" y="0"/>
                  </a:moveTo>
                  <a:cubicBezTo>
                    <a:pt x="1376" y="0"/>
                    <a:pt x="0" y="1376"/>
                    <a:pt x="0" y="3075"/>
                  </a:cubicBezTo>
                  <a:cubicBezTo>
                    <a:pt x="0" y="4772"/>
                    <a:pt x="1376" y="6149"/>
                    <a:pt x="3075" y="6149"/>
                  </a:cubicBezTo>
                  <a:cubicBezTo>
                    <a:pt x="4773" y="6149"/>
                    <a:pt x="6149" y="4772"/>
                    <a:pt x="6149" y="3075"/>
                  </a:cubicBezTo>
                  <a:cubicBezTo>
                    <a:pt x="6149" y="1376"/>
                    <a:pt x="4773" y="0"/>
                    <a:pt x="3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3911;p64">
              <a:extLst>
                <a:ext uri="{FF2B5EF4-FFF2-40B4-BE49-F238E27FC236}">
                  <a16:creationId xmlns:a16="http://schemas.microsoft.com/office/drawing/2014/main" id="{D9605907-6544-515D-7829-73FFD2951AB9}"/>
                </a:ext>
              </a:extLst>
            </p:cNvPr>
            <p:cNvSpPr/>
            <p:nvPr/>
          </p:nvSpPr>
          <p:spPr>
            <a:xfrm>
              <a:off x="3450425" y="787100"/>
              <a:ext cx="168125" cy="168150"/>
            </a:xfrm>
            <a:custGeom>
              <a:avLst/>
              <a:gdLst/>
              <a:ahLst/>
              <a:cxnLst/>
              <a:rect l="l" t="t" r="r" b="b"/>
              <a:pathLst>
                <a:path w="6725" h="6726" extrusionOk="0">
                  <a:moveTo>
                    <a:pt x="3363" y="577"/>
                  </a:moveTo>
                  <a:cubicBezTo>
                    <a:pt x="4899" y="577"/>
                    <a:pt x="6149" y="1827"/>
                    <a:pt x="6149" y="3362"/>
                  </a:cubicBezTo>
                  <a:cubicBezTo>
                    <a:pt x="6149" y="4899"/>
                    <a:pt x="4899" y="6149"/>
                    <a:pt x="3363" y="6149"/>
                  </a:cubicBezTo>
                  <a:cubicBezTo>
                    <a:pt x="1826" y="6149"/>
                    <a:pt x="576" y="4899"/>
                    <a:pt x="576" y="3362"/>
                  </a:cubicBezTo>
                  <a:cubicBezTo>
                    <a:pt x="576" y="1827"/>
                    <a:pt x="1826" y="577"/>
                    <a:pt x="3363" y="577"/>
                  </a:cubicBezTo>
                  <a:close/>
                  <a:moveTo>
                    <a:pt x="3363" y="0"/>
                  </a:moveTo>
                  <a:cubicBezTo>
                    <a:pt x="1508" y="0"/>
                    <a:pt x="1" y="1509"/>
                    <a:pt x="1" y="3362"/>
                  </a:cubicBezTo>
                  <a:cubicBezTo>
                    <a:pt x="1" y="5217"/>
                    <a:pt x="1508" y="6726"/>
                    <a:pt x="3363" y="6726"/>
                  </a:cubicBezTo>
                  <a:cubicBezTo>
                    <a:pt x="5217" y="6726"/>
                    <a:pt x="6725" y="5217"/>
                    <a:pt x="6725" y="3362"/>
                  </a:cubicBezTo>
                  <a:cubicBezTo>
                    <a:pt x="6725" y="1509"/>
                    <a:pt x="5217" y="0"/>
                    <a:pt x="3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3912;p64">
              <a:extLst>
                <a:ext uri="{FF2B5EF4-FFF2-40B4-BE49-F238E27FC236}">
                  <a16:creationId xmlns:a16="http://schemas.microsoft.com/office/drawing/2014/main" id="{6E319C77-C87E-71C4-BD12-D9DBDF68048B}"/>
                </a:ext>
              </a:extLst>
            </p:cNvPr>
            <p:cNvSpPr/>
            <p:nvPr/>
          </p:nvSpPr>
          <p:spPr>
            <a:xfrm>
              <a:off x="3743650" y="794325"/>
              <a:ext cx="215150" cy="28800"/>
            </a:xfrm>
            <a:custGeom>
              <a:avLst/>
              <a:gdLst/>
              <a:ahLst/>
              <a:cxnLst/>
              <a:rect l="l" t="t" r="r" b="b"/>
              <a:pathLst>
                <a:path w="8606" h="1152" extrusionOk="0">
                  <a:moveTo>
                    <a:pt x="8031" y="0"/>
                  </a:moveTo>
                  <a:cubicBezTo>
                    <a:pt x="8030" y="0"/>
                    <a:pt x="8030" y="0"/>
                    <a:pt x="8029" y="0"/>
                  </a:cubicBezTo>
                  <a:lnTo>
                    <a:pt x="577" y="0"/>
                  </a:lnTo>
                  <a:cubicBezTo>
                    <a:pt x="259" y="0"/>
                    <a:pt x="1" y="258"/>
                    <a:pt x="1" y="576"/>
                  </a:cubicBezTo>
                  <a:cubicBezTo>
                    <a:pt x="1" y="894"/>
                    <a:pt x="259" y="1152"/>
                    <a:pt x="577" y="1152"/>
                  </a:cubicBezTo>
                  <a:lnTo>
                    <a:pt x="8029" y="1152"/>
                  </a:lnTo>
                  <a:cubicBezTo>
                    <a:pt x="8348" y="1152"/>
                    <a:pt x="8606" y="894"/>
                    <a:pt x="8606" y="576"/>
                  </a:cubicBezTo>
                  <a:cubicBezTo>
                    <a:pt x="8606" y="259"/>
                    <a:pt x="8349" y="0"/>
                    <a:pt x="8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3913;p64">
              <a:extLst>
                <a:ext uri="{FF2B5EF4-FFF2-40B4-BE49-F238E27FC236}">
                  <a16:creationId xmlns:a16="http://schemas.microsoft.com/office/drawing/2014/main" id="{AC277277-3BF5-8782-5033-E710F3BC1F65}"/>
                </a:ext>
              </a:extLst>
            </p:cNvPr>
            <p:cNvSpPr/>
            <p:nvPr/>
          </p:nvSpPr>
          <p:spPr>
            <a:xfrm>
              <a:off x="3743650" y="875050"/>
              <a:ext cx="215150" cy="28850"/>
            </a:xfrm>
            <a:custGeom>
              <a:avLst/>
              <a:gdLst/>
              <a:ahLst/>
              <a:cxnLst/>
              <a:rect l="l" t="t" r="r" b="b"/>
              <a:pathLst>
                <a:path w="8606" h="1154" extrusionOk="0">
                  <a:moveTo>
                    <a:pt x="577" y="0"/>
                  </a:moveTo>
                  <a:cubicBezTo>
                    <a:pt x="259" y="0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8029" y="1153"/>
                  </a:lnTo>
                  <a:cubicBezTo>
                    <a:pt x="8348" y="1153"/>
                    <a:pt x="8606" y="895"/>
                    <a:pt x="8606" y="576"/>
                  </a:cubicBezTo>
                  <a:cubicBezTo>
                    <a:pt x="8606" y="258"/>
                    <a:pt x="8348" y="0"/>
                    <a:pt x="80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3914;p64">
              <a:extLst>
                <a:ext uri="{FF2B5EF4-FFF2-40B4-BE49-F238E27FC236}">
                  <a16:creationId xmlns:a16="http://schemas.microsoft.com/office/drawing/2014/main" id="{5BDA4A71-42DC-7BE0-8097-CB4A149DB621}"/>
                </a:ext>
              </a:extLst>
            </p:cNvPr>
            <p:cNvSpPr/>
            <p:nvPr/>
          </p:nvSpPr>
          <p:spPr>
            <a:xfrm>
              <a:off x="3743650" y="1017875"/>
              <a:ext cx="463550" cy="28825"/>
            </a:xfrm>
            <a:custGeom>
              <a:avLst/>
              <a:gdLst/>
              <a:ahLst/>
              <a:cxnLst/>
              <a:rect l="l" t="t" r="r" b="b"/>
              <a:pathLst>
                <a:path w="18542" h="1153" extrusionOk="0">
                  <a:moveTo>
                    <a:pt x="577" y="0"/>
                  </a:moveTo>
                  <a:cubicBezTo>
                    <a:pt x="259" y="0"/>
                    <a:pt x="1" y="258"/>
                    <a:pt x="1" y="577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7"/>
                  </a:cubicBezTo>
                  <a:cubicBezTo>
                    <a:pt x="18542" y="258"/>
                    <a:pt x="18284" y="0"/>
                    <a:pt x="179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3915;p64">
              <a:extLst>
                <a:ext uri="{FF2B5EF4-FFF2-40B4-BE49-F238E27FC236}">
                  <a16:creationId xmlns:a16="http://schemas.microsoft.com/office/drawing/2014/main" id="{4BEFB4CC-06B1-9BFC-36BB-40C4F7F12D7B}"/>
                </a:ext>
              </a:extLst>
            </p:cNvPr>
            <p:cNvSpPr/>
            <p:nvPr/>
          </p:nvSpPr>
          <p:spPr>
            <a:xfrm>
              <a:off x="3743650" y="1123450"/>
              <a:ext cx="463550" cy="28850"/>
            </a:xfrm>
            <a:custGeom>
              <a:avLst/>
              <a:gdLst/>
              <a:ahLst/>
              <a:cxnLst/>
              <a:rect l="l" t="t" r="r" b="b"/>
              <a:pathLst>
                <a:path w="18542" h="1154" extrusionOk="0">
                  <a:moveTo>
                    <a:pt x="577" y="1"/>
                  </a:moveTo>
                  <a:cubicBezTo>
                    <a:pt x="259" y="1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6"/>
                  </a:cubicBezTo>
                  <a:cubicBezTo>
                    <a:pt x="18542" y="258"/>
                    <a:pt x="18284" y="1"/>
                    <a:pt x="179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3916;p64">
              <a:extLst>
                <a:ext uri="{FF2B5EF4-FFF2-40B4-BE49-F238E27FC236}">
                  <a16:creationId xmlns:a16="http://schemas.microsoft.com/office/drawing/2014/main" id="{DE71446F-B777-A58F-AAD7-FBDC0E49FC46}"/>
                </a:ext>
              </a:extLst>
            </p:cNvPr>
            <p:cNvSpPr/>
            <p:nvPr/>
          </p:nvSpPr>
          <p:spPr>
            <a:xfrm>
              <a:off x="4883650" y="1032825"/>
              <a:ext cx="917400" cy="558175"/>
            </a:xfrm>
            <a:custGeom>
              <a:avLst/>
              <a:gdLst/>
              <a:ahLst/>
              <a:cxnLst/>
              <a:rect l="l" t="t" r="r" b="b"/>
              <a:pathLst>
                <a:path w="36696" h="22327" extrusionOk="0">
                  <a:moveTo>
                    <a:pt x="88" y="1"/>
                  </a:moveTo>
                  <a:cubicBezTo>
                    <a:pt x="38" y="1"/>
                    <a:pt x="0" y="40"/>
                    <a:pt x="0" y="88"/>
                  </a:cubicBezTo>
                  <a:lnTo>
                    <a:pt x="0" y="22239"/>
                  </a:lnTo>
                  <a:cubicBezTo>
                    <a:pt x="0" y="22287"/>
                    <a:pt x="38" y="22326"/>
                    <a:pt x="88" y="22326"/>
                  </a:cubicBezTo>
                  <a:lnTo>
                    <a:pt x="36608" y="22326"/>
                  </a:lnTo>
                  <a:cubicBezTo>
                    <a:pt x="36656" y="22326"/>
                    <a:pt x="36696" y="22287"/>
                    <a:pt x="36696" y="22239"/>
                  </a:cubicBezTo>
                  <a:lnTo>
                    <a:pt x="36696" y="88"/>
                  </a:lnTo>
                  <a:cubicBezTo>
                    <a:pt x="36696" y="40"/>
                    <a:pt x="36656" y="1"/>
                    <a:pt x="36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3917;p64">
              <a:extLst>
                <a:ext uri="{FF2B5EF4-FFF2-40B4-BE49-F238E27FC236}">
                  <a16:creationId xmlns:a16="http://schemas.microsoft.com/office/drawing/2014/main" id="{70DA13FC-6D45-B50C-FF8B-B96D099DA33D}"/>
                </a:ext>
              </a:extLst>
            </p:cNvPr>
            <p:cNvSpPr/>
            <p:nvPr/>
          </p:nvSpPr>
          <p:spPr>
            <a:xfrm>
              <a:off x="4869250" y="1018450"/>
              <a:ext cx="946225" cy="586925"/>
            </a:xfrm>
            <a:custGeom>
              <a:avLst/>
              <a:gdLst/>
              <a:ahLst/>
              <a:cxnLst/>
              <a:rect l="l" t="t" r="r" b="b"/>
              <a:pathLst>
                <a:path w="37849" h="23477" extrusionOk="0">
                  <a:moveTo>
                    <a:pt x="33913" y="1153"/>
                  </a:moveTo>
                  <a:cubicBezTo>
                    <a:pt x="35447" y="1153"/>
                    <a:pt x="36696" y="2400"/>
                    <a:pt x="36696" y="3934"/>
                  </a:cubicBezTo>
                  <a:lnTo>
                    <a:pt x="36696" y="19543"/>
                  </a:lnTo>
                  <a:cubicBezTo>
                    <a:pt x="36696" y="21077"/>
                    <a:pt x="35447" y="22325"/>
                    <a:pt x="33913" y="22325"/>
                  </a:cubicBezTo>
                  <a:lnTo>
                    <a:pt x="3933" y="22325"/>
                  </a:lnTo>
                  <a:cubicBezTo>
                    <a:pt x="2399" y="22325"/>
                    <a:pt x="1152" y="21077"/>
                    <a:pt x="1152" y="19543"/>
                  </a:cubicBezTo>
                  <a:lnTo>
                    <a:pt x="1152" y="3934"/>
                  </a:lnTo>
                  <a:cubicBezTo>
                    <a:pt x="1152" y="2400"/>
                    <a:pt x="2399" y="1153"/>
                    <a:pt x="3933" y="1153"/>
                  </a:cubicBezTo>
                  <a:close/>
                  <a:moveTo>
                    <a:pt x="3933" y="0"/>
                  </a:moveTo>
                  <a:cubicBezTo>
                    <a:pt x="1765" y="0"/>
                    <a:pt x="0" y="1765"/>
                    <a:pt x="0" y="3934"/>
                  </a:cubicBezTo>
                  <a:lnTo>
                    <a:pt x="0" y="19543"/>
                  </a:lnTo>
                  <a:cubicBezTo>
                    <a:pt x="0" y="21712"/>
                    <a:pt x="1765" y="23477"/>
                    <a:pt x="3933" y="23477"/>
                  </a:cubicBezTo>
                  <a:lnTo>
                    <a:pt x="33913" y="23477"/>
                  </a:lnTo>
                  <a:cubicBezTo>
                    <a:pt x="36083" y="23477"/>
                    <a:pt x="37849" y="21712"/>
                    <a:pt x="37849" y="19543"/>
                  </a:cubicBezTo>
                  <a:lnTo>
                    <a:pt x="37849" y="3934"/>
                  </a:lnTo>
                  <a:cubicBezTo>
                    <a:pt x="37849" y="1765"/>
                    <a:pt x="36083" y="0"/>
                    <a:pt x="33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3918;p64">
              <a:extLst>
                <a:ext uri="{FF2B5EF4-FFF2-40B4-BE49-F238E27FC236}">
                  <a16:creationId xmlns:a16="http://schemas.microsoft.com/office/drawing/2014/main" id="{CFA070B1-4DB3-A0A4-D81A-C6DA8E6E9AA5}"/>
                </a:ext>
              </a:extLst>
            </p:cNvPr>
            <p:cNvSpPr/>
            <p:nvPr/>
          </p:nvSpPr>
          <p:spPr>
            <a:xfrm>
              <a:off x="4883650" y="1032825"/>
              <a:ext cx="917400" cy="275225"/>
            </a:xfrm>
            <a:custGeom>
              <a:avLst/>
              <a:gdLst/>
              <a:ahLst/>
              <a:cxnLst/>
              <a:rect l="l" t="t" r="r" b="b"/>
              <a:pathLst>
                <a:path w="36696" h="11009" extrusionOk="0">
                  <a:moveTo>
                    <a:pt x="1674" y="1"/>
                  </a:moveTo>
                  <a:cubicBezTo>
                    <a:pt x="750" y="1"/>
                    <a:pt x="0" y="751"/>
                    <a:pt x="0" y="1675"/>
                  </a:cubicBezTo>
                  <a:lnTo>
                    <a:pt x="0" y="2139"/>
                  </a:lnTo>
                  <a:lnTo>
                    <a:pt x="16574" y="10645"/>
                  </a:lnTo>
                  <a:cubicBezTo>
                    <a:pt x="17073" y="10888"/>
                    <a:pt x="17613" y="11009"/>
                    <a:pt x="18154" y="11009"/>
                  </a:cubicBezTo>
                  <a:cubicBezTo>
                    <a:pt x="18724" y="11009"/>
                    <a:pt x="19293" y="10874"/>
                    <a:pt x="19812" y="10605"/>
                  </a:cubicBezTo>
                  <a:lnTo>
                    <a:pt x="36696" y="2065"/>
                  </a:lnTo>
                  <a:lnTo>
                    <a:pt x="36696" y="1675"/>
                  </a:lnTo>
                  <a:cubicBezTo>
                    <a:pt x="36696" y="751"/>
                    <a:pt x="35946" y="1"/>
                    <a:pt x="350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3919;p64">
              <a:extLst>
                <a:ext uri="{FF2B5EF4-FFF2-40B4-BE49-F238E27FC236}">
                  <a16:creationId xmlns:a16="http://schemas.microsoft.com/office/drawing/2014/main" id="{A9A5398C-3C28-62A7-F40F-BCE335DB93E1}"/>
                </a:ext>
              </a:extLst>
            </p:cNvPr>
            <p:cNvSpPr/>
            <p:nvPr/>
          </p:nvSpPr>
          <p:spPr>
            <a:xfrm>
              <a:off x="4869225" y="1018400"/>
              <a:ext cx="946225" cy="304000"/>
            </a:xfrm>
            <a:custGeom>
              <a:avLst/>
              <a:gdLst/>
              <a:ahLst/>
              <a:cxnLst/>
              <a:rect l="l" t="t" r="r" b="b"/>
              <a:pathLst>
                <a:path w="37849" h="12160" extrusionOk="0">
                  <a:moveTo>
                    <a:pt x="35598" y="1155"/>
                  </a:moveTo>
                  <a:cubicBezTo>
                    <a:pt x="36205" y="1155"/>
                    <a:pt x="36696" y="1647"/>
                    <a:pt x="36697" y="2252"/>
                  </a:cubicBezTo>
                  <a:lnTo>
                    <a:pt x="36697" y="2288"/>
                  </a:lnTo>
                  <a:lnTo>
                    <a:pt x="20130" y="10669"/>
                  </a:lnTo>
                  <a:cubicBezTo>
                    <a:pt x="20128" y="10669"/>
                    <a:pt x="20127" y="10670"/>
                    <a:pt x="20126" y="10671"/>
                  </a:cubicBezTo>
                  <a:cubicBezTo>
                    <a:pt x="19689" y="10897"/>
                    <a:pt x="19207" y="11010"/>
                    <a:pt x="18727" y="11010"/>
                  </a:cubicBezTo>
                  <a:cubicBezTo>
                    <a:pt x="18275" y="11010"/>
                    <a:pt x="17824" y="10910"/>
                    <a:pt x="17414" y="10710"/>
                  </a:cubicBezTo>
                  <a:lnTo>
                    <a:pt x="1153" y="2365"/>
                  </a:lnTo>
                  <a:lnTo>
                    <a:pt x="1153" y="2252"/>
                  </a:lnTo>
                  <a:cubicBezTo>
                    <a:pt x="1154" y="1647"/>
                    <a:pt x="1645" y="1155"/>
                    <a:pt x="2251" y="1155"/>
                  </a:cubicBezTo>
                  <a:close/>
                  <a:moveTo>
                    <a:pt x="2250" y="1"/>
                  </a:moveTo>
                  <a:cubicBezTo>
                    <a:pt x="1010" y="1"/>
                    <a:pt x="0" y="1011"/>
                    <a:pt x="0" y="2252"/>
                  </a:cubicBezTo>
                  <a:lnTo>
                    <a:pt x="0" y="2716"/>
                  </a:lnTo>
                  <a:cubicBezTo>
                    <a:pt x="0" y="2932"/>
                    <a:pt x="121" y="3130"/>
                    <a:pt x="313" y="3229"/>
                  </a:cubicBezTo>
                  <a:lnTo>
                    <a:pt x="16899" y="11740"/>
                  </a:lnTo>
                  <a:cubicBezTo>
                    <a:pt x="17466" y="12016"/>
                    <a:pt x="18091" y="12160"/>
                    <a:pt x="18723" y="12160"/>
                  </a:cubicBezTo>
                  <a:cubicBezTo>
                    <a:pt x="18725" y="12160"/>
                    <a:pt x="18728" y="12160"/>
                    <a:pt x="18731" y="12160"/>
                  </a:cubicBezTo>
                  <a:cubicBezTo>
                    <a:pt x="18733" y="12160"/>
                    <a:pt x="18736" y="12160"/>
                    <a:pt x="18738" y="12160"/>
                  </a:cubicBezTo>
                  <a:cubicBezTo>
                    <a:pt x="19404" y="12160"/>
                    <a:pt x="20059" y="12000"/>
                    <a:pt x="20652" y="11694"/>
                  </a:cubicBezTo>
                  <a:lnTo>
                    <a:pt x="37533" y="3155"/>
                  </a:lnTo>
                  <a:cubicBezTo>
                    <a:pt x="37726" y="3057"/>
                    <a:pt x="37849" y="2859"/>
                    <a:pt x="37849" y="2642"/>
                  </a:cubicBezTo>
                  <a:lnTo>
                    <a:pt x="37849" y="2252"/>
                  </a:lnTo>
                  <a:cubicBezTo>
                    <a:pt x="37849" y="1011"/>
                    <a:pt x="36840" y="1"/>
                    <a:pt x="35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3920;p64">
              <a:extLst>
                <a:ext uri="{FF2B5EF4-FFF2-40B4-BE49-F238E27FC236}">
                  <a16:creationId xmlns:a16="http://schemas.microsoft.com/office/drawing/2014/main" id="{35FC2FA4-AEDE-A8F8-DA9E-C3416B8993A2}"/>
                </a:ext>
              </a:extLst>
            </p:cNvPr>
            <p:cNvSpPr/>
            <p:nvPr/>
          </p:nvSpPr>
          <p:spPr>
            <a:xfrm>
              <a:off x="5394725" y="2005800"/>
              <a:ext cx="927275" cy="468050"/>
            </a:xfrm>
            <a:custGeom>
              <a:avLst/>
              <a:gdLst/>
              <a:ahLst/>
              <a:cxnLst/>
              <a:rect l="l" t="t" r="r" b="b"/>
              <a:pathLst>
                <a:path w="37091" h="18722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lnTo>
                    <a:pt x="0" y="18661"/>
                  </a:lnTo>
                  <a:cubicBezTo>
                    <a:pt x="0" y="18695"/>
                    <a:pt x="28" y="18721"/>
                    <a:pt x="62" y="18721"/>
                  </a:cubicBezTo>
                  <a:lnTo>
                    <a:pt x="37031" y="18721"/>
                  </a:lnTo>
                  <a:cubicBezTo>
                    <a:pt x="37064" y="18721"/>
                    <a:pt x="37091" y="18695"/>
                    <a:pt x="37091" y="18661"/>
                  </a:cubicBezTo>
                  <a:lnTo>
                    <a:pt x="37091" y="61"/>
                  </a:lnTo>
                  <a:cubicBezTo>
                    <a:pt x="37091" y="28"/>
                    <a:pt x="37064" y="0"/>
                    <a:pt x="37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3921;p64">
              <a:extLst>
                <a:ext uri="{FF2B5EF4-FFF2-40B4-BE49-F238E27FC236}">
                  <a16:creationId xmlns:a16="http://schemas.microsoft.com/office/drawing/2014/main" id="{11BB80C4-B969-CE6A-F4DD-1EBA6EBA54AE}"/>
                </a:ext>
              </a:extLst>
            </p:cNvPr>
            <p:cNvSpPr/>
            <p:nvPr/>
          </p:nvSpPr>
          <p:spPr>
            <a:xfrm>
              <a:off x="5394725" y="2351400"/>
              <a:ext cx="140275" cy="251400"/>
            </a:xfrm>
            <a:custGeom>
              <a:avLst/>
              <a:gdLst/>
              <a:ahLst/>
              <a:cxnLst/>
              <a:rect l="l" t="t" r="r" b="b"/>
              <a:pathLst>
                <a:path w="5611" h="10056" extrusionOk="0">
                  <a:moveTo>
                    <a:pt x="0" y="1"/>
                  </a:moveTo>
                  <a:lnTo>
                    <a:pt x="0" y="10056"/>
                  </a:lnTo>
                  <a:lnTo>
                    <a:pt x="5610" y="3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3922;p64">
              <a:extLst>
                <a:ext uri="{FF2B5EF4-FFF2-40B4-BE49-F238E27FC236}">
                  <a16:creationId xmlns:a16="http://schemas.microsoft.com/office/drawing/2014/main" id="{F76DC511-4038-5C74-F9BD-5B183DD25E28}"/>
                </a:ext>
              </a:extLst>
            </p:cNvPr>
            <p:cNvSpPr/>
            <p:nvPr/>
          </p:nvSpPr>
          <p:spPr>
            <a:xfrm>
              <a:off x="5618200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5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1" y="1939"/>
                    <a:pt x="297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4" y="3844"/>
                    <a:pt x="3995" y="2983"/>
                    <a:pt x="3995" y="1923"/>
                  </a:cubicBezTo>
                  <a:cubicBezTo>
                    <a:pt x="3995" y="1145"/>
                    <a:pt x="3526" y="444"/>
                    <a:pt x="2809" y="146"/>
                  </a:cubicBezTo>
                  <a:cubicBezTo>
                    <a:pt x="2571" y="48"/>
                    <a:pt x="2322" y="1"/>
                    <a:pt x="2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3923;p64">
              <a:extLst>
                <a:ext uri="{FF2B5EF4-FFF2-40B4-BE49-F238E27FC236}">
                  <a16:creationId xmlns:a16="http://schemas.microsoft.com/office/drawing/2014/main" id="{D2FB2110-8B6B-4717-EA17-9707BA9BBAE2}"/>
                </a:ext>
              </a:extLst>
            </p:cNvPr>
            <p:cNvSpPr/>
            <p:nvPr/>
          </p:nvSpPr>
          <p:spPr>
            <a:xfrm>
              <a:off x="5824050" y="2200325"/>
              <a:ext cx="99925" cy="96125"/>
            </a:xfrm>
            <a:custGeom>
              <a:avLst/>
              <a:gdLst/>
              <a:ahLst/>
              <a:cxnLst/>
              <a:rect l="l" t="t" r="r" b="b"/>
              <a:pathLst>
                <a:path w="3997" h="3845" extrusionOk="0">
                  <a:moveTo>
                    <a:pt x="2076" y="1"/>
                  </a:moveTo>
                  <a:cubicBezTo>
                    <a:pt x="1575" y="1"/>
                    <a:pt x="1084" y="196"/>
                    <a:pt x="716" y="564"/>
                  </a:cubicBezTo>
                  <a:cubicBezTo>
                    <a:pt x="165" y="1113"/>
                    <a:pt x="1" y="1939"/>
                    <a:pt x="298" y="2658"/>
                  </a:cubicBezTo>
                  <a:cubicBezTo>
                    <a:pt x="596" y="3375"/>
                    <a:pt x="1296" y="3844"/>
                    <a:pt x="2074" y="3844"/>
                  </a:cubicBezTo>
                  <a:cubicBezTo>
                    <a:pt x="3135" y="3844"/>
                    <a:pt x="3996" y="2983"/>
                    <a:pt x="3996" y="1923"/>
                  </a:cubicBezTo>
                  <a:cubicBezTo>
                    <a:pt x="3996" y="1145"/>
                    <a:pt x="3527" y="444"/>
                    <a:pt x="2809" y="146"/>
                  </a:cubicBezTo>
                  <a:cubicBezTo>
                    <a:pt x="2572" y="48"/>
                    <a:pt x="2323" y="1"/>
                    <a:pt x="20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3924;p64">
              <a:extLst>
                <a:ext uri="{FF2B5EF4-FFF2-40B4-BE49-F238E27FC236}">
                  <a16:creationId xmlns:a16="http://schemas.microsoft.com/office/drawing/2014/main" id="{D2DD2EC8-9DF7-F49F-CE54-B5C472814AE5}"/>
                </a:ext>
              </a:extLst>
            </p:cNvPr>
            <p:cNvSpPr/>
            <p:nvPr/>
          </p:nvSpPr>
          <p:spPr>
            <a:xfrm>
              <a:off x="6029975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4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0" y="1939"/>
                    <a:pt x="298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5" y="3844"/>
                    <a:pt x="3995" y="2983"/>
                    <a:pt x="3995" y="1923"/>
                  </a:cubicBezTo>
                  <a:cubicBezTo>
                    <a:pt x="3995" y="1145"/>
                    <a:pt x="3527" y="444"/>
                    <a:pt x="2808" y="146"/>
                  </a:cubicBezTo>
                  <a:cubicBezTo>
                    <a:pt x="2571" y="48"/>
                    <a:pt x="2322" y="1"/>
                    <a:pt x="2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3925;p64">
              <a:extLst>
                <a:ext uri="{FF2B5EF4-FFF2-40B4-BE49-F238E27FC236}">
                  <a16:creationId xmlns:a16="http://schemas.microsoft.com/office/drawing/2014/main" id="{7DA15C82-864D-9EBA-6B37-8312F5B6B3F5}"/>
                </a:ext>
              </a:extLst>
            </p:cNvPr>
            <p:cNvSpPr/>
            <p:nvPr/>
          </p:nvSpPr>
          <p:spPr>
            <a:xfrm>
              <a:off x="1157425" y="3075450"/>
              <a:ext cx="875850" cy="648650"/>
            </a:xfrm>
            <a:custGeom>
              <a:avLst/>
              <a:gdLst/>
              <a:ahLst/>
              <a:cxnLst/>
              <a:rect l="l" t="t" r="r" b="b"/>
              <a:pathLst>
                <a:path w="35034" h="25946" extrusionOk="0">
                  <a:moveTo>
                    <a:pt x="32761" y="5477"/>
                  </a:moveTo>
                  <a:lnTo>
                    <a:pt x="31445" y="10363"/>
                  </a:lnTo>
                  <a:lnTo>
                    <a:pt x="31445" y="5477"/>
                  </a:lnTo>
                  <a:close/>
                  <a:moveTo>
                    <a:pt x="12979" y="5477"/>
                  </a:moveTo>
                  <a:lnTo>
                    <a:pt x="12979" y="13779"/>
                  </a:lnTo>
                  <a:lnTo>
                    <a:pt x="12542" y="13779"/>
                  </a:lnTo>
                  <a:lnTo>
                    <a:pt x="9775" y="5477"/>
                  </a:lnTo>
                  <a:close/>
                  <a:moveTo>
                    <a:pt x="18491" y="5477"/>
                  </a:moveTo>
                  <a:lnTo>
                    <a:pt x="18490" y="13779"/>
                  </a:lnTo>
                  <a:lnTo>
                    <a:pt x="14913" y="13779"/>
                  </a:lnTo>
                  <a:lnTo>
                    <a:pt x="14913" y="5477"/>
                  </a:lnTo>
                  <a:close/>
                  <a:moveTo>
                    <a:pt x="24001" y="5477"/>
                  </a:moveTo>
                  <a:lnTo>
                    <a:pt x="24001" y="13779"/>
                  </a:lnTo>
                  <a:lnTo>
                    <a:pt x="20423" y="13779"/>
                  </a:lnTo>
                  <a:lnTo>
                    <a:pt x="20423" y="5477"/>
                  </a:lnTo>
                  <a:close/>
                  <a:moveTo>
                    <a:pt x="29513" y="5477"/>
                  </a:moveTo>
                  <a:lnTo>
                    <a:pt x="29513" y="13779"/>
                  </a:lnTo>
                  <a:lnTo>
                    <a:pt x="25935" y="13779"/>
                  </a:lnTo>
                  <a:lnTo>
                    <a:pt x="25935" y="5477"/>
                  </a:lnTo>
                  <a:close/>
                  <a:moveTo>
                    <a:pt x="16702" y="21222"/>
                  </a:moveTo>
                  <a:cubicBezTo>
                    <a:pt x="16881" y="21222"/>
                    <a:pt x="17063" y="21257"/>
                    <a:pt x="17235" y="21328"/>
                  </a:cubicBezTo>
                  <a:cubicBezTo>
                    <a:pt x="17757" y="21544"/>
                    <a:pt x="18097" y="22054"/>
                    <a:pt x="18097" y="22619"/>
                  </a:cubicBezTo>
                  <a:cubicBezTo>
                    <a:pt x="18095" y="23389"/>
                    <a:pt x="17472" y="24012"/>
                    <a:pt x="16702" y="24014"/>
                  </a:cubicBezTo>
                  <a:cubicBezTo>
                    <a:pt x="16137" y="24014"/>
                    <a:pt x="15627" y="23674"/>
                    <a:pt x="15411" y="23152"/>
                  </a:cubicBezTo>
                  <a:cubicBezTo>
                    <a:pt x="15195" y="22631"/>
                    <a:pt x="15315" y="22030"/>
                    <a:pt x="15713" y="21630"/>
                  </a:cubicBezTo>
                  <a:cubicBezTo>
                    <a:pt x="15981" y="21364"/>
                    <a:pt x="16338" y="21222"/>
                    <a:pt x="16702" y="21222"/>
                  </a:cubicBezTo>
                  <a:close/>
                  <a:moveTo>
                    <a:pt x="26937" y="21222"/>
                  </a:moveTo>
                  <a:cubicBezTo>
                    <a:pt x="27116" y="21222"/>
                    <a:pt x="27298" y="21257"/>
                    <a:pt x="27470" y="21328"/>
                  </a:cubicBezTo>
                  <a:cubicBezTo>
                    <a:pt x="27992" y="21544"/>
                    <a:pt x="28331" y="22054"/>
                    <a:pt x="28331" y="22619"/>
                  </a:cubicBezTo>
                  <a:cubicBezTo>
                    <a:pt x="28330" y="23388"/>
                    <a:pt x="27706" y="24012"/>
                    <a:pt x="26938" y="24014"/>
                  </a:cubicBezTo>
                  <a:lnTo>
                    <a:pt x="26936" y="24014"/>
                  </a:lnTo>
                  <a:cubicBezTo>
                    <a:pt x="26371" y="24014"/>
                    <a:pt x="25863" y="23674"/>
                    <a:pt x="25646" y="23152"/>
                  </a:cubicBezTo>
                  <a:cubicBezTo>
                    <a:pt x="25430" y="22631"/>
                    <a:pt x="25550" y="22030"/>
                    <a:pt x="25949" y="21630"/>
                  </a:cubicBezTo>
                  <a:cubicBezTo>
                    <a:pt x="26216" y="21364"/>
                    <a:pt x="26573" y="21222"/>
                    <a:pt x="26937" y="21222"/>
                  </a:cubicBezTo>
                  <a:close/>
                  <a:moveTo>
                    <a:pt x="955" y="1"/>
                  </a:moveTo>
                  <a:cubicBezTo>
                    <a:pt x="426" y="7"/>
                    <a:pt x="1" y="437"/>
                    <a:pt x="1" y="966"/>
                  </a:cubicBezTo>
                  <a:cubicBezTo>
                    <a:pt x="1" y="1496"/>
                    <a:pt x="426" y="1927"/>
                    <a:pt x="955" y="1933"/>
                  </a:cubicBezTo>
                  <a:lnTo>
                    <a:pt x="6557" y="1933"/>
                  </a:lnTo>
                  <a:lnTo>
                    <a:pt x="12635" y="20168"/>
                  </a:lnTo>
                  <a:cubicBezTo>
                    <a:pt x="12766" y="20563"/>
                    <a:pt x="13136" y="20829"/>
                    <a:pt x="13552" y="20829"/>
                  </a:cubicBezTo>
                  <a:lnTo>
                    <a:pt x="13903" y="20829"/>
                  </a:lnTo>
                  <a:cubicBezTo>
                    <a:pt x="13571" y="21347"/>
                    <a:pt x="13373" y="21959"/>
                    <a:pt x="13373" y="22617"/>
                  </a:cubicBezTo>
                  <a:cubicBezTo>
                    <a:pt x="13373" y="24454"/>
                    <a:pt x="14866" y="25946"/>
                    <a:pt x="16702" y="25946"/>
                  </a:cubicBezTo>
                  <a:cubicBezTo>
                    <a:pt x="18537" y="25946"/>
                    <a:pt x="20030" y="24454"/>
                    <a:pt x="20030" y="22617"/>
                  </a:cubicBezTo>
                  <a:cubicBezTo>
                    <a:pt x="20029" y="21983"/>
                    <a:pt x="19844" y="21362"/>
                    <a:pt x="19499" y="20829"/>
                  </a:cubicBezTo>
                  <a:lnTo>
                    <a:pt x="24139" y="20829"/>
                  </a:lnTo>
                  <a:cubicBezTo>
                    <a:pt x="23807" y="21347"/>
                    <a:pt x="23608" y="21959"/>
                    <a:pt x="23608" y="22617"/>
                  </a:cubicBezTo>
                  <a:cubicBezTo>
                    <a:pt x="23608" y="24454"/>
                    <a:pt x="25101" y="25946"/>
                    <a:pt x="26936" y="25946"/>
                  </a:cubicBezTo>
                  <a:cubicBezTo>
                    <a:pt x="28772" y="25946"/>
                    <a:pt x="30265" y="24454"/>
                    <a:pt x="30265" y="22617"/>
                  </a:cubicBezTo>
                  <a:cubicBezTo>
                    <a:pt x="30264" y="21983"/>
                    <a:pt x="30079" y="21362"/>
                    <a:pt x="29735" y="20829"/>
                  </a:cubicBezTo>
                  <a:lnTo>
                    <a:pt x="30480" y="20829"/>
                  </a:lnTo>
                  <a:cubicBezTo>
                    <a:pt x="31013" y="20829"/>
                    <a:pt x="31446" y="20396"/>
                    <a:pt x="31446" y="19862"/>
                  </a:cubicBezTo>
                  <a:cubicBezTo>
                    <a:pt x="31446" y="19329"/>
                    <a:pt x="31013" y="18896"/>
                    <a:pt x="30480" y="18896"/>
                  </a:cubicBezTo>
                  <a:lnTo>
                    <a:pt x="14249" y="18896"/>
                  </a:lnTo>
                  <a:lnTo>
                    <a:pt x="13187" y="15711"/>
                  </a:lnTo>
                  <a:lnTo>
                    <a:pt x="31266" y="15711"/>
                  </a:lnTo>
                  <a:cubicBezTo>
                    <a:pt x="31703" y="15711"/>
                    <a:pt x="32086" y="15418"/>
                    <a:pt x="32200" y="14996"/>
                  </a:cubicBezTo>
                  <a:lnTo>
                    <a:pt x="34955" y="4761"/>
                  </a:lnTo>
                  <a:cubicBezTo>
                    <a:pt x="35034" y="4471"/>
                    <a:pt x="34971" y="4160"/>
                    <a:pt x="34789" y="3922"/>
                  </a:cubicBezTo>
                  <a:cubicBezTo>
                    <a:pt x="34606" y="3684"/>
                    <a:pt x="34325" y="3544"/>
                    <a:pt x="34025" y="3544"/>
                  </a:cubicBezTo>
                  <a:cubicBezTo>
                    <a:pt x="34024" y="3544"/>
                    <a:pt x="34023" y="3544"/>
                    <a:pt x="34022" y="3544"/>
                  </a:cubicBezTo>
                  <a:lnTo>
                    <a:pt x="9131" y="3544"/>
                  </a:lnTo>
                  <a:lnTo>
                    <a:pt x="8170" y="662"/>
                  </a:lnTo>
                  <a:cubicBezTo>
                    <a:pt x="8039" y="267"/>
                    <a:pt x="7670" y="1"/>
                    <a:pt x="7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3926;p64">
              <a:extLst>
                <a:ext uri="{FF2B5EF4-FFF2-40B4-BE49-F238E27FC236}">
                  <a16:creationId xmlns:a16="http://schemas.microsoft.com/office/drawing/2014/main" id="{4B58DE58-7CB5-51A4-8B98-BE2AABFAD68C}"/>
                </a:ext>
              </a:extLst>
            </p:cNvPr>
            <p:cNvSpPr/>
            <p:nvPr/>
          </p:nvSpPr>
          <p:spPr>
            <a:xfrm>
              <a:off x="5604225" y="3056750"/>
              <a:ext cx="696275" cy="696225"/>
            </a:xfrm>
            <a:custGeom>
              <a:avLst/>
              <a:gdLst/>
              <a:ahLst/>
              <a:cxnLst/>
              <a:rect l="l" t="t" r="r" b="b"/>
              <a:pathLst>
                <a:path w="27851" h="27849" extrusionOk="0">
                  <a:moveTo>
                    <a:pt x="10436" y="2243"/>
                  </a:moveTo>
                  <a:lnTo>
                    <a:pt x="10436" y="2243"/>
                  </a:lnTo>
                  <a:cubicBezTo>
                    <a:pt x="9791" y="3179"/>
                    <a:pt x="9237" y="4378"/>
                    <a:pt x="8796" y="5784"/>
                  </a:cubicBezTo>
                  <a:lnTo>
                    <a:pt x="4868" y="5784"/>
                  </a:lnTo>
                  <a:cubicBezTo>
                    <a:pt x="6351" y="4138"/>
                    <a:pt x="8263" y="2893"/>
                    <a:pt x="10436" y="2243"/>
                  </a:cubicBezTo>
                  <a:close/>
                  <a:moveTo>
                    <a:pt x="13925" y="1729"/>
                  </a:moveTo>
                  <a:cubicBezTo>
                    <a:pt x="15095" y="1729"/>
                    <a:pt x="16336" y="3240"/>
                    <a:pt x="17221" y="5784"/>
                  </a:cubicBezTo>
                  <a:lnTo>
                    <a:pt x="10630" y="5784"/>
                  </a:lnTo>
                  <a:cubicBezTo>
                    <a:pt x="11514" y="3241"/>
                    <a:pt x="12756" y="1729"/>
                    <a:pt x="13925" y="1729"/>
                  </a:cubicBezTo>
                  <a:close/>
                  <a:moveTo>
                    <a:pt x="17414" y="2243"/>
                  </a:moveTo>
                  <a:cubicBezTo>
                    <a:pt x="19588" y="2893"/>
                    <a:pt x="21501" y="4138"/>
                    <a:pt x="22981" y="5784"/>
                  </a:cubicBezTo>
                  <a:lnTo>
                    <a:pt x="19053" y="5784"/>
                  </a:lnTo>
                  <a:cubicBezTo>
                    <a:pt x="18614" y="4378"/>
                    <a:pt x="18058" y="3179"/>
                    <a:pt x="17414" y="2243"/>
                  </a:cubicBezTo>
                  <a:close/>
                  <a:moveTo>
                    <a:pt x="8341" y="7512"/>
                  </a:moveTo>
                  <a:cubicBezTo>
                    <a:pt x="7971" y="9176"/>
                    <a:pt x="7746" y="11047"/>
                    <a:pt x="7695" y="13060"/>
                  </a:cubicBezTo>
                  <a:lnTo>
                    <a:pt x="1774" y="13060"/>
                  </a:lnTo>
                  <a:cubicBezTo>
                    <a:pt x="1910" y="11092"/>
                    <a:pt x="2528" y="9188"/>
                    <a:pt x="3570" y="7512"/>
                  </a:cubicBezTo>
                  <a:close/>
                  <a:moveTo>
                    <a:pt x="17724" y="7512"/>
                  </a:moveTo>
                  <a:cubicBezTo>
                    <a:pt x="18111" y="9112"/>
                    <a:pt x="18364" y="10984"/>
                    <a:pt x="18421" y="13060"/>
                  </a:cubicBezTo>
                  <a:lnTo>
                    <a:pt x="9431" y="13060"/>
                  </a:lnTo>
                  <a:cubicBezTo>
                    <a:pt x="9487" y="10984"/>
                    <a:pt x="9740" y="9111"/>
                    <a:pt x="10128" y="7512"/>
                  </a:cubicBezTo>
                  <a:close/>
                  <a:moveTo>
                    <a:pt x="24280" y="7512"/>
                  </a:moveTo>
                  <a:cubicBezTo>
                    <a:pt x="25322" y="9188"/>
                    <a:pt x="25939" y="11093"/>
                    <a:pt x="26077" y="13060"/>
                  </a:cubicBezTo>
                  <a:lnTo>
                    <a:pt x="20155" y="13060"/>
                  </a:lnTo>
                  <a:cubicBezTo>
                    <a:pt x="20105" y="11047"/>
                    <a:pt x="19879" y="9176"/>
                    <a:pt x="19510" y="7512"/>
                  </a:cubicBezTo>
                  <a:close/>
                  <a:moveTo>
                    <a:pt x="7695" y="14789"/>
                  </a:moveTo>
                  <a:cubicBezTo>
                    <a:pt x="7754" y="17158"/>
                    <a:pt x="8055" y="19334"/>
                    <a:pt x="8548" y="21202"/>
                  </a:cubicBezTo>
                  <a:lnTo>
                    <a:pt x="4162" y="21202"/>
                  </a:lnTo>
                  <a:cubicBezTo>
                    <a:pt x="2766" y="19338"/>
                    <a:pt x="1936" y="17112"/>
                    <a:pt x="1772" y="14789"/>
                  </a:cubicBezTo>
                  <a:close/>
                  <a:moveTo>
                    <a:pt x="18421" y="14789"/>
                  </a:moveTo>
                  <a:cubicBezTo>
                    <a:pt x="18355" y="17252"/>
                    <a:pt x="18009" y="19429"/>
                    <a:pt x="17495" y="21202"/>
                  </a:cubicBezTo>
                  <a:lnTo>
                    <a:pt x="10356" y="21202"/>
                  </a:lnTo>
                  <a:cubicBezTo>
                    <a:pt x="9841" y="19429"/>
                    <a:pt x="9497" y="17252"/>
                    <a:pt x="9430" y="14789"/>
                  </a:cubicBezTo>
                  <a:close/>
                  <a:moveTo>
                    <a:pt x="26077" y="14788"/>
                  </a:moveTo>
                  <a:cubicBezTo>
                    <a:pt x="25914" y="17112"/>
                    <a:pt x="25085" y="19338"/>
                    <a:pt x="23689" y="21202"/>
                  </a:cubicBezTo>
                  <a:lnTo>
                    <a:pt x="19302" y="21202"/>
                  </a:lnTo>
                  <a:cubicBezTo>
                    <a:pt x="19795" y="19334"/>
                    <a:pt x="20096" y="17158"/>
                    <a:pt x="20155" y="14788"/>
                  </a:cubicBezTo>
                  <a:close/>
                  <a:moveTo>
                    <a:pt x="9090" y="22930"/>
                  </a:moveTo>
                  <a:cubicBezTo>
                    <a:pt x="9474" y="23968"/>
                    <a:pt x="9926" y="24868"/>
                    <a:pt x="10436" y="25606"/>
                  </a:cubicBezTo>
                  <a:cubicBezTo>
                    <a:pt x="8662" y="25075"/>
                    <a:pt x="7064" y="24146"/>
                    <a:pt x="5729" y="22930"/>
                  </a:cubicBezTo>
                  <a:close/>
                  <a:moveTo>
                    <a:pt x="22121" y="22930"/>
                  </a:moveTo>
                  <a:cubicBezTo>
                    <a:pt x="20786" y="24146"/>
                    <a:pt x="19187" y="25075"/>
                    <a:pt x="17414" y="25606"/>
                  </a:cubicBezTo>
                  <a:cubicBezTo>
                    <a:pt x="17924" y="24868"/>
                    <a:pt x="18376" y="23968"/>
                    <a:pt x="18760" y="22930"/>
                  </a:cubicBezTo>
                  <a:close/>
                  <a:moveTo>
                    <a:pt x="16889" y="22930"/>
                  </a:moveTo>
                  <a:cubicBezTo>
                    <a:pt x="16040" y="24945"/>
                    <a:pt x="14954" y="26121"/>
                    <a:pt x="13925" y="26121"/>
                  </a:cubicBezTo>
                  <a:cubicBezTo>
                    <a:pt x="12895" y="26121"/>
                    <a:pt x="11811" y="24945"/>
                    <a:pt x="10961" y="22930"/>
                  </a:cubicBezTo>
                  <a:close/>
                  <a:moveTo>
                    <a:pt x="13925" y="0"/>
                  </a:moveTo>
                  <a:cubicBezTo>
                    <a:pt x="6248" y="0"/>
                    <a:pt x="1" y="6246"/>
                    <a:pt x="1" y="13925"/>
                  </a:cubicBezTo>
                  <a:cubicBezTo>
                    <a:pt x="1" y="21602"/>
                    <a:pt x="6248" y="27849"/>
                    <a:pt x="13925" y="27849"/>
                  </a:cubicBezTo>
                  <a:cubicBezTo>
                    <a:pt x="21604" y="27849"/>
                    <a:pt x="27851" y="21603"/>
                    <a:pt x="27851" y="13925"/>
                  </a:cubicBezTo>
                  <a:cubicBezTo>
                    <a:pt x="27851" y="6246"/>
                    <a:pt x="21605" y="0"/>
                    <a:pt x="13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5893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32"/>
          <p:cNvSpPr/>
          <p:nvPr/>
        </p:nvSpPr>
        <p:spPr>
          <a:xfrm>
            <a:off x="6065003" y="2806614"/>
            <a:ext cx="3909454" cy="1574800"/>
          </a:xfrm>
          <a:prstGeom prst="roundRect">
            <a:avLst>
              <a:gd name="adj" fmla="val 8324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37" name="Google Shape;1437;p32"/>
          <p:cNvSpPr/>
          <p:nvPr/>
        </p:nvSpPr>
        <p:spPr>
          <a:xfrm>
            <a:off x="6012550" y="1235404"/>
            <a:ext cx="3971963" cy="1371851"/>
          </a:xfrm>
          <a:prstGeom prst="roundRect">
            <a:avLst>
              <a:gd name="adj" fmla="val 10110"/>
            </a:avLst>
          </a:prstGeom>
          <a:solidFill>
            <a:srgbClr val="00B050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dirty="0"/>
          </a:p>
        </p:txBody>
      </p:sp>
      <p:grpSp>
        <p:nvGrpSpPr>
          <p:cNvPr id="1440" name="Google Shape;1440;p32"/>
          <p:cNvGrpSpPr/>
          <p:nvPr/>
        </p:nvGrpSpPr>
        <p:grpSpPr>
          <a:xfrm>
            <a:off x="2401402" y="1854510"/>
            <a:ext cx="1893096" cy="3424781"/>
            <a:chOff x="-2050539" y="1195241"/>
            <a:chExt cx="1262850" cy="2284812"/>
          </a:xfrm>
        </p:grpSpPr>
        <p:sp>
          <p:nvSpPr>
            <p:cNvPr id="1441" name="Google Shape;1441;p32"/>
            <p:cNvSpPr/>
            <p:nvPr/>
          </p:nvSpPr>
          <p:spPr>
            <a:xfrm>
              <a:off x="-2050539" y="1195241"/>
              <a:ext cx="1262850" cy="2284812"/>
            </a:xfrm>
            <a:custGeom>
              <a:avLst/>
              <a:gdLst/>
              <a:ahLst/>
              <a:cxnLst/>
              <a:rect l="l" t="t" r="r" b="b"/>
              <a:pathLst>
                <a:path w="38679" h="79613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7058"/>
                  </a:lnTo>
                  <a:lnTo>
                    <a:pt x="15" y="77312"/>
                  </a:lnTo>
                  <a:lnTo>
                    <a:pt x="60" y="77566"/>
                  </a:lnTo>
                  <a:lnTo>
                    <a:pt x="120" y="77820"/>
                  </a:lnTo>
                  <a:lnTo>
                    <a:pt x="209" y="78044"/>
                  </a:lnTo>
                  <a:lnTo>
                    <a:pt x="314" y="78268"/>
                  </a:lnTo>
                  <a:lnTo>
                    <a:pt x="433" y="78477"/>
                  </a:lnTo>
                  <a:lnTo>
                    <a:pt x="583" y="78687"/>
                  </a:lnTo>
                  <a:lnTo>
                    <a:pt x="747" y="78866"/>
                  </a:lnTo>
                  <a:lnTo>
                    <a:pt x="941" y="79030"/>
                  </a:lnTo>
                  <a:lnTo>
                    <a:pt x="1136" y="79180"/>
                  </a:lnTo>
                  <a:lnTo>
                    <a:pt x="1345" y="79299"/>
                  </a:lnTo>
                  <a:lnTo>
                    <a:pt x="1569" y="79419"/>
                  </a:lnTo>
                  <a:lnTo>
                    <a:pt x="1808" y="79493"/>
                  </a:lnTo>
                  <a:lnTo>
                    <a:pt x="2047" y="79553"/>
                  </a:lnTo>
                  <a:lnTo>
                    <a:pt x="2301" y="79598"/>
                  </a:lnTo>
                  <a:lnTo>
                    <a:pt x="2555" y="79613"/>
                  </a:lnTo>
                  <a:lnTo>
                    <a:pt x="36124" y="79613"/>
                  </a:lnTo>
                  <a:lnTo>
                    <a:pt x="36378" y="79598"/>
                  </a:lnTo>
                  <a:lnTo>
                    <a:pt x="36632" y="79553"/>
                  </a:lnTo>
                  <a:lnTo>
                    <a:pt x="36886" y="79493"/>
                  </a:lnTo>
                  <a:lnTo>
                    <a:pt x="37110" y="79419"/>
                  </a:lnTo>
                  <a:lnTo>
                    <a:pt x="37334" y="79299"/>
                  </a:lnTo>
                  <a:lnTo>
                    <a:pt x="37558" y="79180"/>
                  </a:lnTo>
                  <a:lnTo>
                    <a:pt x="37753" y="79030"/>
                  </a:lnTo>
                  <a:lnTo>
                    <a:pt x="37932" y="78866"/>
                  </a:lnTo>
                  <a:lnTo>
                    <a:pt x="38096" y="78687"/>
                  </a:lnTo>
                  <a:lnTo>
                    <a:pt x="38246" y="78477"/>
                  </a:lnTo>
                  <a:lnTo>
                    <a:pt x="38365" y="78268"/>
                  </a:lnTo>
                  <a:lnTo>
                    <a:pt x="38485" y="78044"/>
                  </a:lnTo>
                  <a:lnTo>
                    <a:pt x="38559" y="77820"/>
                  </a:lnTo>
                  <a:lnTo>
                    <a:pt x="38634" y="77566"/>
                  </a:lnTo>
                  <a:lnTo>
                    <a:pt x="38664" y="77312"/>
                  </a:lnTo>
                  <a:lnTo>
                    <a:pt x="38679" y="77058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-2050539" y="1195241"/>
              <a:ext cx="1087557" cy="2238519"/>
            </a:xfrm>
            <a:custGeom>
              <a:avLst/>
              <a:gdLst/>
              <a:ahLst/>
              <a:cxnLst/>
              <a:rect l="l" t="t" r="r" b="b"/>
              <a:pathLst>
                <a:path w="38679" h="79613" fill="none" extrusionOk="0">
                  <a:moveTo>
                    <a:pt x="38679" y="1912"/>
                  </a:moveTo>
                  <a:lnTo>
                    <a:pt x="38679" y="77058"/>
                  </a:lnTo>
                  <a:lnTo>
                    <a:pt x="38679" y="77058"/>
                  </a:lnTo>
                  <a:lnTo>
                    <a:pt x="38664" y="77312"/>
                  </a:lnTo>
                  <a:lnTo>
                    <a:pt x="38634" y="77566"/>
                  </a:lnTo>
                  <a:lnTo>
                    <a:pt x="38559" y="77820"/>
                  </a:lnTo>
                  <a:lnTo>
                    <a:pt x="38485" y="78044"/>
                  </a:lnTo>
                  <a:lnTo>
                    <a:pt x="38365" y="78268"/>
                  </a:lnTo>
                  <a:lnTo>
                    <a:pt x="38246" y="78477"/>
                  </a:lnTo>
                  <a:lnTo>
                    <a:pt x="38096" y="78687"/>
                  </a:lnTo>
                  <a:lnTo>
                    <a:pt x="37932" y="78866"/>
                  </a:lnTo>
                  <a:lnTo>
                    <a:pt x="37753" y="79030"/>
                  </a:lnTo>
                  <a:lnTo>
                    <a:pt x="37558" y="79180"/>
                  </a:lnTo>
                  <a:lnTo>
                    <a:pt x="37334" y="79299"/>
                  </a:lnTo>
                  <a:lnTo>
                    <a:pt x="37110" y="79419"/>
                  </a:lnTo>
                  <a:lnTo>
                    <a:pt x="36886" y="79493"/>
                  </a:lnTo>
                  <a:lnTo>
                    <a:pt x="36632" y="79553"/>
                  </a:lnTo>
                  <a:lnTo>
                    <a:pt x="36378" y="79598"/>
                  </a:lnTo>
                  <a:lnTo>
                    <a:pt x="36124" y="79613"/>
                  </a:lnTo>
                  <a:lnTo>
                    <a:pt x="2555" y="79613"/>
                  </a:lnTo>
                  <a:lnTo>
                    <a:pt x="2555" y="79613"/>
                  </a:lnTo>
                  <a:lnTo>
                    <a:pt x="2301" y="79598"/>
                  </a:lnTo>
                  <a:lnTo>
                    <a:pt x="2047" y="79553"/>
                  </a:lnTo>
                  <a:lnTo>
                    <a:pt x="1808" y="79493"/>
                  </a:lnTo>
                  <a:lnTo>
                    <a:pt x="1569" y="79419"/>
                  </a:lnTo>
                  <a:lnTo>
                    <a:pt x="1345" y="79299"/>
                  </a:lnTo>
                  <a:lnTo>
                    <a:pt x="1136" y="79180"/>
                  </a:lnTo>
                  <a:lnTo>
                    <a:pt x="941" y="79030"/>
                  </a:lnTo>
                  <a:lnTo>
                    <a:pt x="747" y="78866"/>
                  </a:lnTo>
                  <a:lnTo>
                    <a:pt x="583" y="78687"/>
                  </a:lnTo>
                  <a:lnTo>
                    <a:pt x="433" y="78477"/>
                  </a:lnTo>
                  <a:lnTo>
                    <a:pt x="314" y="78268"/>
                  </a:lnTo>
                  <a:lnTo>
                    <a:pt x="209" y="78044"/>
                  </a:lnTo>
                  <a:lnTo>
                    <a:pt x="120" y="77820"/>
                  </a:lnTo>
                  <a:lnTo>
                    <a:pt x="60" y="77566"/>
                  </a:lnTo>
                  <a:lnTo>
                    <a:pt x="15" y="77312"/>
                  </a:lnTo>
                  <a:lnTo>
                    <a:pt x="0" y="77058"/>
                  </a:lnTo>
                  <a:lnTo>
                    <a:pt x="0" y="1912"/>
                  </a:lnTo>
                  <a:lnTo>
                    <a:pt x="0" y="1912"/>
                  </a:lnTo>
                  <a:lnTo>
                    <a:pt x="15" y="1718"/>
                  </a:lnTo>
                  <a:lnTo>
                    <a:pt x="45" y="1524"/>
                  </a:lnTo>
                  <a:lnTo>
                    <a:pt x="90" y="1345"/>
                  </a:lnTo>
                  <a:lnTo>
                    <a:pt x="150" y="1165"/>
                  </a:lnTo>
                  <a:lnTo>
                    <a:pt x="239" y="1001"/>
                  </a:lnTo>
                  <a:lnTo>
                    <a:pt x="329" y="852"/>
                  </a:lnTo>
                  <a:lnTo>
                    <a:pt x="433" y="702"/>
                  </a:lnTo>
                  <a:lnTo>
                    <a:pt x="568" y="568"/>
                  </a:lnTo>
                  <a:lnTo>
                    <a:pt x="702" y="448"/>
                  </a:lnTo>
                  <a:lnTo>
                    <a:pt x="837" y="329"/>
                  </a:lnTo>
                  <a:lnTo>
                    <a:pt x="1001" y="239"/>
                  </a:lnTo>
                  <a:lnTo>
                    <a:pt x="1165" y="150"/>
                  </a:lnTo>
                  <a:lnTo>
                    <a:pt x="1345" y="90"/>
                  </a:lnTo>
                  <a:lnTo>
                    <a:pt x="1524" y="45"/>
                  </a:lnTo>
                  <a:lnTo>
                    <a:pt x="1718" y="15"/>
                  </a:lnTo>
                  <a:lnTo>
                    <a:pt x="1912" y="0"/>
                  </a:lnTo>
                  <a:lnTo>
                    <a:pt x="36767" y="0"/>
                  </a:lnTo>
                  <a:lnTo>
                    <a:pt x="36767" y="0"/>
                  </a:lnTo>
                  <a:lnTo>
                    <a:pt x="36961" y="15"/>
                  </a:lnTo>
                  <a:lnTo>
                    <a:pt x="37155" y="45"/>
                  </a:lnTo>
                  <a:lnTo>
                    <a:pt x="37334" y="90"/>
                  </a:lnTo>
                  <a:lnTo>
                    <a:pt x="37514" y="150"/>
                  </a:lnTo>
                  <a:lnTo>
                    <a:pt x="37678" y="239"/>
                  </a:lnTo>
                  <a:lnTo>
                    <a:pt x="37842" y="329"/>
                  </a:lnTo>
                  <a:lnTo>
                    <a:pt x="37992" y="448"/>
                  </a:lnTo>
                  <a:lnTo>
                    <a:pt x="38126" y="568"/>
                  </a:lnTo>
                  <a:lnTo>
                    <a:pt x="38246" y="702"/>
                  </a:lnTo>
                  <a:lnTo>
                    <a:pt x="38350" y="852"/>
                  </a:lnTo>
                  <a:lnTo>
                    <a:pt x="38455" y="1001"/>
                  </a:lnTo>
                  <a:lnTo>
                    <a:pt x="38529" y="1165"/>
                  </a:lnTo>
                  <a:lnTo>
                    <a:pt x="38589" y="1345"/>
                  </a:lnTo>
                  <a:lnTo>
                    <a:pt x="38634" y="1524"/>
                  </a:lnTo>
                  <a:lnTo>
                    <a:pt x="38664" y="1718"/>
                  </a:lnTo>
                  <a:lnTo>
                    <a:pt x="38679" y="19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-2050539" y="1195241"/>
              <a:ext cx="1262850" cy="202474"/>
            </a:xfrm>
            <a:custGeom>
              <a:avLst/>
              <a:gdLst/>
              <a:ahLst/>
              <a:cxnLst/>
              <a:rect l="l" t="t" r="r" b="b"/>
              <a:pathLst>
                <a:path w="38679" h="7201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201"/>
                  </a:lnTo>
                  <a:lnTo>
                    <a:pt x="38679" y="7201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-1191895" y="125219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4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5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1" y="762"/>
                  </a:lnTo>
                  <a:lnTo>
                    <a:pt x="61" y="881"/>
                  </a:lnTo>
                  <a:lnTo>
                    <a:pt x="31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1" y="1509"/>
                  </a:lnTo>
                  <a:lnTo>
                    <a:pt x="61" y="1628"/>
                  </a:lnTo>
                  <a:lnTo>
                    <a:pt x="91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5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4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3" y="2226"/>
                  </a:lnTo>
                  <a:lnTo>
                    <a:pt x="2137" y="2151"/>
                  </a:lnTo>
                  <a:lnTo>
                    <a:pt x="2227" y="2062"/>
                  </a:lnTo>
                  <a:lnTo>
                    <a:pt x="2302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1" y="1389"/>
                  </a:lnTo>
                  <a:lnTo>
                    <a:pt x="2511" y="1255"/>
                  </a:lnTo>
                  <a:lnTo>
                    <a:pt x="2511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2" y="553"/>
                  </a:lnTo>
                  <a:lnTo>
                    <a:pt x="2227" y="463"/>
                  </a:lnTo>
                  <a:lnTo>
                    <a:pt x="2137" y="374"/>
                  </a:lnTo>
                  <a:lnTo>
                    <a:pt x="2063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-1060534" y="1252192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1" y="30"/>
                  </a:lnTo>
                  <a:lnTo>
                    <a:pt x="882" y="60"/>
                  </a:lnTo>
                  <a:lnTo>
                    <a:pt x="762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45" y="881"/>
                  </a:lnTo>
                  <a:lnTo>
                    <a:pt x="15" y="1001"/>
                  </a:lnTo>
                  <a:lnTo>
                    <a:pt x="0" y="1120"/>
                  </a:lnTo>
                  <a:lnTo>
                    <a:pt x="0" y="1255"/>
                  </a:lnTo>
                  <a:lnTo>
                    <a:pt x="0" y="1389"/>
                  </a:lnTo>
                  <a:lnTo>
                    <a:pt x="15" y="1509"/>
                  </a:lnTo>
                  <a:lnTo>
                    <a:pt x="45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2" y="2420"/>
                  </a:lnTo>
                  <a:lnTo>
                    <a:pt x="882" y="2450"/>
                  </a:lnTo>
                  <a:lnTo>
                    <a:pt x="1001" y="2495"/>
                  </a:lnTo>
                  <a:lnTo>
                    <a:pt x="1121" y="2510"/>
                  </a:lnTo>
                  <a:lnTo>
                    <a:pt x="1375" y="2510"/>
                  </a:lnTo>
                  <a:lnTo>
                    <a:pt x="1509" y="2495"/>
                  </a:lnTo>
                  <a:lnTo>
                    <a:pt x="1629" y="2450"/>
                  </a:lnTo>
                  <a:lnTo>
                    <a:pt x="1748" y="2420"/>
                  </a:lnTo>
                  <a:lnTo>
                    <a:pt x="1853" y="2360"/>
                  </a:lnTo>
                  <a:lnTo>
                    <a:pt x="1957" y="2301"/>
                  </a:lnTo>
                  <a:lnTo>
                    <a:pt x="2047" y="2226"/>
                  </a:lnTo>
                  <a:lnTo>
                    <a:pt x="2137" y="2151"/>
                  </a:lnTo>
                  <a:lnTo>
                    <a:pt x="2226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06" y="1748"/>
                  </a:lnTo>
                  <a:lnTo>
                    <a:pt x="2450" y="1628"/>
                  </a:lnTo>
                  <a:lnTo>
                    <a:pt x="2480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0" y="1001"/>
                  </a:lnTo>
                  <a:lnTo>
                    <a:pt x="2450" y="881"/>
                  </a:lnTo>
                  <a:lnTo>
                    <a:pt x="2406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6" y="463"/>
                  </a:lnTo>
                  <a:lnTo>
                    <a:pt x="2137" y="374"/>
                  </a:lnTo>
                  <a:lnTo>
                    <a:pt x="2047" y="284"/>
                  </a:lnTo>
                  <a:lnTo>
                    <a:pt x="1957" y="209"/>
                  </a:lnTo>
                  <a:lnTo>
                    <a:pt x="1853" y="149"/>
                  </a:lnTo>
                  <a:lnTo>
                    <a:pt x="1748" y="105"/>
                  </a:lnTo>
                  <a:lnTo>
                    <a:pt x="1629" y="60"/>
                  </a:lnTo>
                  <a:lnTo>
                    <a:pt x="1509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-925686" y="125219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60" y="881"/>
                  </a:lnTo>
                  <a:lnTo>
                    <a:pt x="30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0" y="1509"/>
                  </a:lnTo>
                  <a:lnTo>
                    <a:pt x="60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2" y="2226"/>
                  </a:lnTo>
                  <a:lnTo>
                    <a:pt x="2152" y="2151"/>
                  </a:lnTo>
                  <a:lnTo>
                    <a:pt x="2227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7" y="463"/>
                  </a:lnTo>
                  <a:lnTo>
                    <a:pt x="2152" y="374"/>
                  </a:lnTo>
                  <a:lnTo>
                    <a:pt x="2062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47" name="Google Shape;1447;p32"/>
            <p:cNvGrpSpPr/>
            <p:nvPr/>
          </p:nvGrpSpPr>
          <p:grpSpPr>
            <a:xfrm>
              <a:off x="-1837552" y="1587475"/>
              <a:ext cx="691023" cy="562247"/>
              <a:chOff x="-3597916" y="995402"/>
              <a:chExt cx="1552861" cy="1263474"/>
            </a:xfrm>
          </p:grpSpPr>
          <p:sp>
            <p:nvSpPr>
              <p:cNvPr id="1448" name="Google Shape;1448;p32"/>
              <p:cNvSpPr/>
              <p:nvPr/>
            </p:nvSpPr>
            <p:spPr>
              <a:xfrm>
                <a:off x="-3597916" y="995402"/>
                <a:ext cx="1552843" cy="922581"/>
              </a:xfrm>
              <a:custGeom>
                <a:avLst/>
                <a:gdLst/>
                <a:ahLst/>
                <a:cxnLst/>
                <a:rect l="l" t="t" r="r" b="b"/>
                <a:pathLst>
                  <a:path w="43937" h="26104" extrusionOk="0">
                    <a:moveTo>
                      <a:pt x="19778" y="1"/>
                    </a:moveTo>
                    <a:lnTo>
                      <a:pt x="19207" y="28"/>
                    </a:lnTo>
                    <a:lnTo>
                      <a:pt x="18636" y="69"/>
                    </a:lnTo>
                    <a:lnTo>
                      <a:pt x="18078" y="123"/>
                    </a:lnTo>
                    <a:lnTo>
                      <a:pt x="17507" y="191"/>
                    </a:lnTo>
                    <a:lnTo>
                      <a:pt x="16935" y="273"/>
                    </a:lnTo>
                    <a:lnTo>
                      <a:pt x="16214" y="409"/>
                    </a:lnTo>
                    <a:lnTo>
                      <a:pt x="15507" y="572"/>
                    </a:lnTo>
                    <a:lnTo>
                      <a:pt x="14800" y="762"/>
                    </a:lnTo>
                    <a:lnTo>
                      <a:pt x="14120" y="966"/>
                    </a:lnTo>
                    <a:lnTo>
                      <a:pt x="13439" y="1198"/>
                    </a:lnTo>
                    <a:lnTo>
                      <a:pt x="12759" y="1456"/>
                    </a:lnTo>
                    <a:lnTo>
                      <a:pt x="12106" y="1728"/>
                    </a:lnTo>
                    <a:lnTo>
                      <a:pt x="11467" y="2027"/>
                    </a:lnTo>
                    <a:lnTo>
                      <a:pt x="10937" y="2300"/>
                    </a:lnTo>
                    <a:lnTo>
                      <a:pt x="10433" y="2572"/>
                    </a:lnTo>
                    <a:lnTo>
                      <a:pt x="9930" y="2871"/>
                    </a:lnTo>
                    <a:lnTo>
                      <a:pt x="9427" y="3170"/>
                    </a:lnTo>
                    <a:lnTo>
                      <a:pt x="8991" y="3456"/>
                    </a:lnTo>
                    <a:lnTo>
                      <a:pt x="8556" y="3755"/>
                    </a:lnTo>
                    <a:lnTo>
                      <a:pt x="8121" y="4068"/>
                    </a:lnTo>
                    <a:lnTo>
                      <a:pt x="7713" y="4394"/>
                    </a:lnTo>
                    <a:lnTo>
                      <a:pt x="7209" y="4802"/>
                    </a:lnTo>
                    <a:lnTo>
                      <a:pt x="6720" y="5238"/>
                    </a:lnTo>
                    <a:lnTo>
                      <a:pt x="6257" y="5673"/>
                    </a:lnTo>
                    <a:lnTo>
                      <a:pt x="5795" y="6135"/>
                    </a:lnTo>
                    <a:lnTo>
                      <a:pt x="5523" y="6408"/>
                    </a:lnTo>
                    <a:lnTo>
                      <a:pt x="5264" y="6693"/>
                    </a:lnTo>
                    <a:lnTo>
                      <a:pt x="4761" y="7264"/>
                    </a:lnTo>
                    <a:lnTo>
                      <a:pt x="4394" y="7713"/>
                    </a:lnTo>
                    <a:lnTo>
                      <a:pt x="4040" y="8176"/>
                    </a:lnTo>
                    <a:lnTo>
                      <a:pt x="3700" y="8638"/>
                    </a:lnTo>
                    <a:lnTo>
                      <a:pt x="3373" y="9114"/>
                    </a:lnTo>
                    <a:lnTo>
                      <a:pt x="3061" y="9604"/>
                    </a:lnTo>
                    <a:lnTo>
                      <a:pt x="2761" y="10107"/>
                    </a:lnTo>
                    <a:lnTo>
                      <a:pt x="2476" y="10611"/>
                    </a:lnTo>
                    <a:lnTo>
                      <a:pt x="2217" y="11128"/>
                    </a:lnTo>
                    <a:lnTo>
                      <a:pt x="1932" y="11685"/>
                    </a:lnTo>
                    <a:lnTo>
                      <a:pt x="1673" y="12257"/>
                    </a:lnTo>
                    <a:lnTo>
                      <a:pt x="1510" y="12665"/>
                    </a:lnTo>
                    <a:lnTo>
                      <a:pt x="1347" y="13059"/>
                    </a:lnTo>
                    <a:lnTo>
                      <a:pt x="1197" y="13467"/>
                    </a:lnTo>
                    <a:lnTo>
                      <a:pt x="1047" y="13889"/>
                    </a:lnTo>
                    <a:lnTo>
                      <a:pt x="911" y="14297"/>
                    </a:lnTo>
                    <a:lnTo>
                      <a:pt x="789" y="14719"/>
                    </a:lnTo>
                    <a:lnTo>
                      <a:pt x="680" y="15140"/>
                    </a:lnTo>
                    <a:lnTo>
                      <a:pt x="571" y="15576"/>
                    </a:lnTo>
                    <a:lnTo>
                      <a:pt x="435" y="16133"/>
                    </a:lnTo>
                    <a:lnTo>
                      <a:pt x="326" y="16705"/>
                    </a:lnTo>
                    <a:lnTo>
                      <a:pt x="245" y="17222"/>
                    </a:lnTo>
                    <a:lnTo>
                      <a:pt x="163" y="17752"/>
                    </a:lnTo>
                    <a:lnTo>
                      <a:pt x="109" y="18269"/>
                    </a:lnTo>
                    <a:lnTo>
                      <a:pt x="68" y="18799"/>
                    </a:lnTo>
                    <a:lnTo>
                      <a:pt x="27" y="19357"/>
                    </a:lnTo>
                    <a:lnTo>
                      <a:pt x="14" y="19928"/>
                    </a:lnTo>
                    <a:lnTo>
                      <a:pt x="0" y="20336"/>
                    </a:lnTo>
                    <a:lnTo>
                      <a:pt x="0" y="22690"/>
                    </a:lnTo>
                    <a:lnTo>
                      <a:pt x="14" y="22867"/>
                    </a:lnTo>
                    <a:lnTo>
                      <a:pt x="27" y="23043"/>
                    </a:lnTo>
                    <a:lnTo>
                      <a:pt x="41" y="23207"/>
                    </a:lnTo>
                    <a:lnTo>
                      <a:pt x="82" y="23383"/>
                    </a:lnTo>
                    <a:lnTo>
                      <a:pt x="109" y="23547"/>
                    </a:lnTo>
                    <a:lnTo>
                      <a:pt x="163" y="23710"/>
                    </a:lnTo>
                    <a:lnTo>
                      <a:pt x="218" y="23860"/>
                    </a:lnTo>
                    <a:lnTo>
                      <a:pt x="272" y="24023"/>
                    </a:lnTo>
                    <a:lnTo>
                      <a:pt x="422" y="24322"/>
                    </a:lnTo>
                    <a:lnTo>
                      <a:pt x="585" y="24594"/>
                    </a:lnTo>
                    <a:lnTo>
                      <a:pt x="789" y="24866"/>
                    </a:lnTo>
                    <a:lnTo>
                      <a:pt x="1007" y="25097"/>
                    </a:lnTo>
                    <a:lnTo>
                      <a:pt x="1251" y="25329"/>
                    </a:lnTo>
                    <a:lnTo>
                      <a:pt x="1510" y="25519"/>
                    </a:lnTo>
                    <a:lnTo>
                      <a:pt x="1796" y="25696"/>
                    </a:lnTo>
                    <a:lnTo>
                      <a:pt x="2095" y="25832"/>
                    </a:lnTo>
                    <a:lnTo>
                      <a:pt x="2244" y="25900"/>
                    </a:lnTo>
                    <a:lnTo>
                      <a:pt x="2408" y="25954"/>
                    </a:lnTo>
                    <a:lnTo>
                      <a:pt x="2571" y="25995"/>
                    </a:lnTo>
                    <a:lnTo>
                      <a:pt x="2734" y="26036"/>
                    </a:lnTo>
                    <a:lnTo>
                      <a:pt x="2897" y="26063"/>
                    </a:lnTo>
                    <a:lnTo>
                      <a:pt x="3074" y="26090"/>
                    </a:lnTo>
                    <a:lnTo>
                      <a:pt x="3237" y="26104"/>
                    </a:lnTo>
                    <a:lnTo>
                      <a:pt x="43936" y="26104"/>
                    </a:lnTo>
                    <a:lnTo>
                      <a:pt x="43936" y="18772"/>
                    </a:lnTo>
                    <a:lnTo>
                      <a:pt x="43936" y="18459"/>
                    </a:lnTo>
                    <a:lnTo>
                      <a:pt x="43909" y="17888"/>
                    </a:lnTo>
                    <a:lnTo>
                      <a:pt x="43882" y="17317"/>
                    </a:lnTo>
                    <a:lnTo>
                      <a:pt x="43841" y="16922"/>
                    </a:lnTo>
                    <a:lnTo>
                      <a:pt x="43800" y="16528"/>
                    </a:lnTo>
                    <a:lnTo>
                      <a:pt x="43760" y="16133"/>
                    </a:lnTo>
                    <a:lnTo>
                      <a:pt x="43692" y="15752"/>
                    </a:lnTo>
                    <a:lnTo>
                      <a:pt x="43624" y="15358"/>
                    </a:lnTo>
                    <a:lnTo>
                      <a:pt x="43556" y="14977"/>
                    </a:lnTo>
                    <a:lnTo>
                      <a:pt x="43474" y="14596"/>
                    </a:lnTo>
                    <a:lnTo>
                      <a:pt x="43379" y="14215"/>
                    </a:lnTo>
                    <a:lnTo>
                      <a:pt x="43175" y="13467"/>
                    </a:lnTo>
                    <a:lnTo>
                      <a:pt x="42943" y="12733"/>
                    </a:lnTo>
                    <a:lnTo>
                      <a:pt x="42685" y="12012"/>
                    </a:lnTo>
                    <a:lnTo>
                      <a:pt x="42399" y="11318"/>
                    </a:lnTo>
                    <a:lnTo>
                      <a:pt x="42141" y="10733"/>
                    </a:lnTo>
                    <a:lnTo>
                      <a:pt x="41855" y="10175"/>
                    </a:lnTo>
                    <a:lnTo>
                      <a:pt x="41651" y="9795"/>
                    </a:lnTo>
                    <a:lnTo>
                      <a:pt x="41447" y="9414"/>
                    </a:lnTo>
                    <a:lnTo>
                      <a:pt x="41230" y="9046"/>
                    </a:lnTo>
                    <a:lnTo>
                      <a:pt x="40998" y="8679"/>
                    </a:lnTo>
                    <a:lnTo>
                      <a:pt x="40753" y="8312"/>
                    </a:lnTo>
                    <a:lnTo>
                      <a:pt x="40509" y="7958"/>
                    </a:lnTo>
                    <a:lnTo>
                      <a:pt x="40264" y="7605"/>
                    </a:lnTo>
                    <a:lnTo>
                      <a:pt x="40005" y="7264"/>
                    </a:lnTo>
                    <a:lnTo>
                      <a:pt x="39774" y="6979"/>
                    </a:lnTo>
                    <a:lnTo>
                      <a:pt x="39529" y="6693"/>
                    </a:lnTo>
                    <a:lnTo>
                      <a:pt x="39298" y="6408"/>
                    </a:lnTo>
                    <a:lnTo>
                      <a:pt x="39039" y="6135"/>
                    </a:lnTo>
                    <a:lnTo>
                      <a:pt x="38767" y="5836"/>
                    </a:lnTo>
                    <a:lnTo>
                      <a:pt x="38495" y="5551"/>
                    </a:lnTo>
                    <a:lnTo>
                      <a:pt x="38210" y="5278"/>
                    </a:lnTo>
                    <a:lnTo>
                      <a:pt x="37924" y="5006"/>
                    </a:lnTo>
                    <a:lnTo>
                      <a:pt x="37638" y="4734"/>
                    </a:lnTo>
                    <a:lnTo>
                      <a:pt x="37339" y="4476"/>
                    </a:lnTo>
                    <a:lnTo>
                      <a:pt x="37026" y="4217"/>
                    </a:lnTo>
                    <a:lnTo>
                      <a:pt x="36713" y="3973"/>
                    </a:lnTo>
                    <a:lnTo>
                      <a:pt x="36401" y="3728"/>
                    </a:lnTo>
                    <a:lnTo>
                      <a:pt x="36088" y="3497"/>
                    </a:lnTo>
                    <a:lnTo>
                      <a:pt x="35761" y="3265"/>
                    </a:lnTo>
                    <a:lnTo>
                      <a:pt x="35421" y="3048"/>
                    </a:lnTo>
                    <a:lnTo>
                      <a:pt x="35095" y="2830"/>
                    </a:lnTo>
                    <a:lnTo>
                      <a:pt x="34755" y="2626"/>
                    </a:lnTo>
                    <a:lnTo>
                      <a:pt x="34401" y="2422"/>
                    </a:lnTo>
                    <a:lnTo>
                      <a:pt x="34061" y="2232"/>
                    </a:lnTo>
                    <a:lnTo>
                      <a:pt x="33707" y="2041"/>
                    </a:lnTo>
                    <a:lnTo>
                      <a:pt x="33340" y="1864"/>
                    </a:lnTo>
                    <a:lnTo>
                      <a:pt x="32986" y="1687"/>
                    </a:lnTo>
                    <a:lnTo>
                      <a:pt x="32619" y="1524"/>
                    </a:lnTo>
                    <a:lnTo>
                      <a:pt x="32238" y="1375"/>
                    </a:lnTo>
                    <a:lnTo>
                      <a:pt x="31871" y="1225"/>
                    </a:lnTo>
                    <a:lnTo>
                      <a:pt x="31490" y="1089"/>
                    </a:lnTo>
                    <a:lnTo>
                      <a:pt x="31109" y="953"/>
                    </a:lnTo>
                    <a:lnTo>
                      <a:pt x="30715" y="830"/>
                    </a:lnTo>
                    <a:lnTo>
                      <a:pt x="30334" y="708"/>
                    </a:lnTo>
                    <a:lnTo>
                      <a:pt x="29939" y="599"/>
                    </a:lnTo>
                    <a:lnTo>
                      <a:pt x="29531" y="504"/>
                    </a:lnTo>
                    <a:lnTo>
                      <a:pt x="29137" y="409"/>
                    </a:lnTo>
                    <a:lnTo>
                      <a:pt x="28729" y="327"/>
                    </a:lnTo>
                    <a:lnTo>
                      <a:pt x="28321" y="259"/>
                    </a:lnTo>
                    <a:lnTo>
                      <a:pt x="27913" y="191"/>
                    </a:lnTo>
                    <a:lnTo>
                      <a:pt x="27355" y="123"/>
                    </a:lnTo>
                    <a:lnTo>
                      <a:pt x="26784" y="69"/>
                    </a:lnTo>
                    <a:lnTo>
                      <a:pt x="26389" y="42"/>
                    </a:lnTo>
                    <a:lnTo>
                      <a:pt x="25981" y="14"/>
                    </a:lnTo>
                    <a:lnTo>
                      <a:pt x="25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FF532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B7491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-2739789" y="2103051"/>
                <a:ext cx="573079" cy="155825"/>
              </a:xfrm>
              <a:custGeom>
                <a:avLst/>
                <a:gdLst/>
                <a:ahLst/>
                <a:cxnLst/>
                <a:rect l="l" t="t" r="r" b="b"/>
                <a:pathLst>
                  <a:path w="16215" h="4409" extrusionOk="0">
                    <a:moveTo>
                      <a:pt x="1" y="1"/>
                    </a:moveTo>
                    <a:lnTo>
                      <a:pt x="191" y="191"/>
                    </a:lnTo>
                    <a:lnTo>
                      <a:pt x="966" y="980"/>
                    </a:lnTo>
                    <a:lnTo>
                      <a:pt x="1347" y="1361"/>
                    </a:lnTo>
                    <a:lnTo>
                      <a:pt x="1728" y="1742"/>
                    </a:lnTo>
                    <a:lnTo>
                      <a:pt x="2109" y="2096"/>
                    </a:lnTo>
                    <a:lnTo>
                      <a:pt x="2504" y="2449"/>
                    </a:lnTo>
                    <a:lnTo>
                      <a:pt x="2912" y="2776"/>
                    </a:lnTo>
                    <a:lnTo>
                      <a:pt x="3347" y="3089"/>
                    </a:lnTo>
                    <a:lnTo>
                      <a:pt x="3565" y="3238"/>
                    </a:lnTo>
                    <a:lnTo>
                      <a:pt x="3782" y="3374"/>
                    </a:lnTo>
                    <a:lnTo>
                      <a:pt x="4013" y="3497"/>
                    </a:lnTo>
                    <a:lnTo>
                      <a:pt x="4258" y="3633"/>
                    </a:lnTo>
                    <a:lnTo>
                      <a:pt x="4503" y="3742"/>
                    </a:lnTo>
                    <a:lnTo>
                      <a:pt x="4748" y="3850"/>
                    </a:lnTo>
                    <a:lnTo>
                      <a:pt x="5020" y="3946"/>
                    </a:lnTo>
                    <a:lnTo>
                      <a:pt x="5278" y="4041"/>
                    </a:lnTo>
                    <a:lnTo>
                      <a:pt x="5564" y="4122"/>
                    </a:lnTo>
                    <a:lnTo>
                      <a:pt x="5850" y="4191"/>
                    </a:lnTo>
                    <a:lnTo>
                      <a:pt x="6149" y="4259"/>
                    </a:lnTo>
                    <a:lnTo>
                      <a:pt x="6448" y="4313"/>
                    </a:lnTo>
                    <a:lnTo>
                      <a:pt x="6775" y="4354"/>
                    </a:lnTo>
                    <a:lnTo>
                      <a:pt x="7101" y="4381"/>
                    </a:lnTo>
                    <a:lnTo>
                      <a:pt x="7441" y="4395"/>
                    </a:lnTo>
                    <a:lnTo>
                      <a:pt x="7795" y="4408"/>
                    </a:lnTo>
                    <a:lnTo>
                      <a:pt x="8271" y="4395"/>
                    </a:lnTo>
                    <a:lnTo>
                      <a:pt x="8747" y="4354"/>
                    </a:lnTo>
                    <a:lnTo>
                      <a:pt x="9223" y="4299"/>
                    </a:lnTo>
                    <a:lnTo>
                      <a:pt x="9686" y="4218"/>
                    </a:lnTo>
                    <a:lnTo>
                      <a:pt x="10148" y="4109"/>
                    </a:lnTo>
                    <a:lnTo>
                      <a:pt x="10611" y="3986"/>
                    </a:lnTo>
                    <a:lnTo>
                      <a:pt x="11060" y="3837"/>
                    </a:lnTo>
                    <a:lnTo>
                      <a:pt x="11495" y="3660"/>
                    </a:lnTo>
                    <a:lnTo>
                      <a:pt x="11930" y="3470"/>
                    </a:lnTo>
                    <a:lnTo>
                      <a:pt x="12352" y="3266"/>
                    </a:lnTo>
                    <a:lnTo>
                      <a:pt x="12760" y="3034"/>
                    </a:lnTo>
                    <a:lnTo>
                      <a:pt x="13168" y="2776"/>
                    </a:lnTo>
                    <a:lnTo>
                      <a:pt x="13549" y="2504"/>
                    </a:lnTo>
                    <a:lnTo>
                      <a:pt x="13930" y="2205"/>
                    </a:lnTo>
                    <a:lnTo>
                      <a:pt x="14283" y="1905"/>
                    </a:lnTo>
                    <a:lnTo>
                      <a:pt x="14637" y="1565"/>
                    </a:lnTo>
                    <a:lnTo>
                      <a:pt x="1621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-3597456" y="1659815"/>
                <a:ext cx="235593" cy="133665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3782" extrusionOk="0">
                    <a:moveTo>
                      <a:pt x="55" y="0"/>
                    </a:moveTo>
                    <a:lnTo>
                      <a:pt x="14" y="558"/>
                    </a:lnTo>
                    <a:lnTo>
                      <a:pt x="1" y="1129"/>
                    </a:lnTo>
                    <a:lnTo>
                      <a:pt x="2884" y="1129"/>
                    </a:lnTo>
                    <a:lnTo>
                      <a:pt x="3156" y="1143"/>
                    </a:lnTo>
                    <a:lnTo>
                      <a:pt x="3415" y="1184"/>
                    </a:lnTo>
                    <a:lnTo>
                      <a:pt x="3673" y="1252"/>
                    </a:lnTo>
                    <a:lnTo>
                      <a:pt x="3918" y="1347"/>
                    </a:lnTo>
                    <a:lnTo>
                      <a:pt x="4149" y="1456"/>
                    </a:lnTo>
                    <a:lnTo>
                      <a:pt x="4367" y="1592"/>
                    </a:lnTo>
                    <a:lnTo>
                      <a:pt x="4571" y="1742"/>
                    </a:lnTo>
                    <a:lnTo>
                      <a:pt x="4762" y="1905"/>
                    </a:lnTo>
                    <a:lnTo>
                      <a:pt x="4925" y="2095"/>
                    </a:lnTo>
                    <a:lnTo>
                      <a:pt x="5074" y="2299"/>
                    </a:lnTo>
                    <a:lnTo>
                      <a:pt x="5210" y="2517"/>
                    </a:lnTo>
                    <a:lnTo>
                      <a:pt x="5319" y="2748"/>
                    </a:lnTo>
                    <a:lnTo>
                      <a:pt x="5414" y="2993"/>
                    </a:lnTo>
                    <a:lnTo>
                      <a:pt x="5482" y="3251"/>
                    </a:lnTo>
                    <a:lnTo>
                      <a:pt x="5523" y="3510"/>
                    </a:lnTo>
                    <a:lnTo>
                      <a:pt x="5537" y="3782"/>
                    </a:lnTo>
                    <a:lnTo>
                      <a:pt x="6666" y="3782"/>
                    </a:lnTo>
                    <a:lnTo>
                      <a:pt x="6666" y="3591"/>
                    </a:lnTo>
                    <a:lnTo>
                      <a:pt x="6652" y="3387"/>
                    </a:lnTo>
                    <a:lnTo>
                      <a:pt x="6625" y="3211"/>
                    </a:lnTo>
                    <a:lnTo>
                      <a:pt x="6598" y="3020"/>
                    </a:lnTo>
                    <a:lnTo>
                      <a:pt x="6543" y="2830"/>
                    </a:lnTo>
                    <a:lnTo>
                      <a:pt x="6503" y="2653"/>
                    </a:lnTo>
                    <a:lnTo>
                      <a:pt x="6435" y="2476"/>
                    </a:lnTo>
                    <a:lnTo>
                      <a:pt x="6367" y="2313"/>
                    </a:lnTo>
                    <a:lnTo>
                      <a:pt x="6299" y="2136"/>
                    </a:lnTo>
                    <a:lnTo>
                      <a:pt x="6217" y="1973"/>
                    </a:lnTo>
                    <a:lnTo>
                      <a:pt x="6122" y="1823"/>
                    </a:lnTo>
                    <a:lnTo>
                      <a:pt x="6027" y="1660"/>
                    </a:lnTo>
                    <a:lnTo>
                      <a:pt x="5918" y="1524"/>
                    </a:lnTo>
                    <a:lnTo>
                      <a:pt x="5809" y="1374"/>
                    </a:lnTo>
                    <a:lnTo>
                      <a:pt x="5686" y="1238"/>
                    </a:lnTo>
                    <a:lnTo>
                      <a:pt x="5564" y="1102"/>
                    </a:lnTo>
                    <a:lnTo>
                      <a:pt x="5428" y="980"/>
                    </a:lnTo>
                    <a:lnTo>
                      <a:pt x="5292" y="857"/>
                    </a:lnTo>
                    <a:lnTo>
                      <a:pt x="5142" y="749"/>
                    </a:lnTo>
                    <a:lnTo>
                      <a:pt x="4993" y="640"/>
                    </a:lnTo>
                    <a:lnTo>
                      <a:pt x="4843" y="545"/>
                    </a:lnTo>
                    <a:lnTo>
                      <a:pt x="4694" y="449"/>
                    </a:lnTo>
                    <a:lnTo>
                      <a:pt x="4530" y="368"/>
                    </a:lnTo>
                    <a:lnTo>
                      <a:pt x="4353" y="300"/>
                    </a:lnTo>
                    <a:lnTo>
                      <a:pt x="4190" y="232"/>
                    </a:lnTo>
                    <a:lnTo>
                      <a:pt x="4013" y="164"/>
                    </a:lnTo>
                    <a:lnTo>
                      <a:pt x="3823" y="109"/>
                    </a:lnTo>
                    <a:lnTo>
                      <a:pt x="3646" y="68"/>
                    </a:lnTo>
                    <a:lnTo>
                      <a:pt x="3456" y="41"/>
                    </a:lnTo>
                    <a:lnTo>
                      <a:pt x="3265" y="14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-3586393" y="1355017"/>
                <a:ext cx="411069" cy="230787"/>
              </a:xfrm>
              <a:custGeom>
                <a:avLst/>
                <a:gdLst/>
                <a:ahLst/>
                <a:cxnLst/>
                <a:rect l="l" t="t" r="r" b="b"/>
                <a:pathLst>
                  <a:path w="11631" h="6530" extrusionOk="0">
                    <a:moveTo>
                      <a:pt x="10502" y="0"/>
                    </a:moveTo>
                    <a:lnTo>
                      <a:pt x="10488" y="272"/>
                    </a:lnTo>
                    <a:lnTo>
                      <a:pt x="10474" y="558"/>
                    </a:lnTo>
                    <a:lnTo>
                      <a:pt x="10434" y="817"/>
                    </a:lnTo>
                    <a:lnTo>
                      <a:pt x="10393" y="1089"/>
                    </a:lnTo>
                    <a:lnTo>
                      <a:pt x="10325" y="1347"/>
                    </a:lnTo>
                    <a:lnTo>
                      <a:pt x="10257" y="1606"/>
                    </a:lnTo>
                    <a:lnTo>
                      <a:pt x="10175" y="1850"/>
                    </a:lnTo>
                    <a:lnTo>
                      <a:pt x="10080" y="2095"/>
                    </a:lnTo>
                    <a:lnTo>
                      <a:pt x="9971" y="2340"/>
                    </a:lnTo>
                    <a:lnTo>
                      <a:pt x="9849" y="2571"/>
                    </a:lnTo>
                    <a:lnTo>
                      <a:pt x="9713" y="2803"/>
                    </a:lnTo>
                    <a:lnTo>
                      <a:pt x="9577" y="3020"/>
                    </a:lnTo>
                    <a:lnTo>
                      <a:pt x="9427" y="3224"/>
                    </a:lnTo>
                    <a:lnTo>
                      <a:pt x="9264" y="3428"/>
                    </a:lnTo>
                    <a:lnTo>
                      <a:pt x="9101" y="3632"/>
                    </a:lnTo>
                    <a:lnTo>
                      <a:pt x="8910" y="3823"/>
                    </a:lnTo>
                    <a:lnTo>
                      <a:pt x="8733" y="4000"/>
                    </a:lnTo>
                    <a:lnTo>
                      <a:pt x="8529" y="4163"/>
                    </a:lnTo>
                    <a:lnTo>
                      <a:pt x="8325" y="4326"/>
                    </a:lnTo>
                    <a:lnTo>
                      <a:pt x="8121" y="4476"/>
                    </a:lnTo>
                    <a:lnTo>
                      <a:pt x="7904" y="4612"/>
                    </a:lnTo>
                    <a:lnTo>
                      <a:pt x="7672" y="4748"/>
                    </a:lnTo>
                    <a:lnTo>
                      <a:pt x="7441" y="4870"/>
                    </a:lnTo>
                    <a:lnTo>
                      <a:pt x="7196" y="4979"/>
                    </a:lnTo>
                    <a:lnTo>
                      <a:pt x="6951" y="5074"/>
                    </a:lnTo>
                    <a:lnTo>
                      <a:pt x="6707" y="5156"/>
                    </a:lnTo>
                    <a:lnTo>
                      <a:pt x="6448" y="5224"/>
                    </a:lnTo>
                    <a:lnTo>
                      <a:pt x="6190" y="5292"/>
                    </a:lnTo>
                    <a:lnTo>
                      <a:pt x="5918" y="5333"/>
                    </a:lnTo>
                    <a:lnTo>
                      <a:pt x="5646" y="5373"/>
                    </a:lnTo>
                    <a:lnTo>
                      <a:pt x="5373" y="5387"/>
                    </a:lnTo>
                    <a:lnTo>
                      <a:pt x="5101" y="5401"/>
                    </a:lnTo>
                    <a:lnTo>
                      <a:pt x="245" y="5401"/>
                    </a:lnTo>
                    <a:lnTo>
                      <a:pt x="109" y="5958"/>
                    </a:lnTo>
                    <a:lnTo>
                      <a:pt x="0" y="6530"/>
                    </a:lnTo>
                    <a:lnTo>
                      <a:pt x="5101" y="6530"/>
                    </a:lnTo>
                    <a:lnTo>
                      <a:pt x="5523" y="6516"/>
                    </a:lnTo>
                    <a:lnTo>
                      <a:pt x="5945" y="6475"/>
                    </a:lnTo>
                    <a:lnTo>
                      <a:pt x="6353" y="6407"/>
                    </a:lnTo>
                    <a:lnTo>
                      <a:pt x="6761" y="6326"/>
                    </a:lnTo>
                    <a:lnTo>
                      <a:pt x="7155" y="6203"/>
                    </a:lnTo>
                    <a:lnTo>
                      <a:pt x="7536" y="6067"/>
                    </a:lnTo>
                    <a:lnTo>
                      <a:pt x="7904" y="5904"/>
                    </a:lnTo>
                    <a:lnTo>
                      <a:pt x="8271" y="5713"/>
                    </a:lnTo>
                    <a:lnTo>
                      <a:pt x="8611" y="5509"/>
                    </a:lnTo>
                    <a:lnTo>
                      <a:pt x="8937" y="5278"/>
                    </a:lnTo>
                    <a:lnTo>
                      <a:pt x="9250" y="5033"/>
                    </a:lnTo>
                    <a:lnTo>
                      <a:pt x="9549" y="4775"/>
                    </a:lnTo>
                    <a:lnTo>
                      <a:pt x="9835" y="4489"/>
                    </a:lnTo>
                    <a:lnTo>
                      <a:pt x="10107" y="4190"/>
                    </a:lnTo>
                    <a:lnTo>
                      <a:pt x="10352" y="3877"/>
                    </a:lnTo>
                    <a:lnTo>
                      <a:pt x="10583" y="3551"/>
                    </a:lnTo>
                    <a:lnTo>
                      <a:pt x="10747" y="3279"/>
                    </a:lnTo>
                    <a:lnTo>
                      <a:pt x="10910" y="2993"/>
                    </a:lnTo>
                    <a:lnTo>
                      <a:pt x="11046" y="2707"/>
                    </a:lnTo>
                    <a:lnTo>
                      <a:pt x="11168" y="2422"/>
                    </a:lnTo>
                    <a:lnTo>
                      <a:pt x="11277" y="2136"/>
                    </a:lnTo>
                    <a:lnTo>
                      <a:pt x="11372" y="1850"/>
                    </a:lnTo>
                    <a:lnTo>
                      <a:pt x="11454" y="1551"/>
                    </a:lnTo>
                    <a:lnTo>
                      <a:pt x="11508" y="1252"/>
                    </a:lnTo>
                    <a:lnTo>
                      <a:pt x="11563" y="939"/>
                    </a:lnTo>
                    <a:lnTo>
                      <a:pt x="11603" y="640"/>
                    </a:lnTo>
                    <a:lnTo>
                      <a:pt x="11631" y="313"/>
                    </a:lnTo>
                    <a:lnTo>
                      <a:pt x="1163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-2484966" y="1641048"/>
                <a:ext cx="439908" cy="172648"/>
              </a:xfrm>
              <a:custGeom>
                <a:avLst/>
                <a:gdLst/>
                <a:ahLst/>
                <a:cxnLst/>
                <a:rect l="l" t="t" r="r" b="b"/>
                <a:pathLst>
                  <a:path w="12447" h="4885" extrusionOk="0">
                    <a:moveTo>
                      <a:pt x="0" y="1"/>
                    </a:moveTo>
                    <a:lnTo>
                      <a:pt x="14" y="246"/>
                    </a:lnTo>
                    <a:lnTo>
                      <a:pt x="27" y="491"/>
                    </a:lnTo>
                    <a:lnTo>
                      <a:pt x="54" y="735"/>
                    </a:lnTo>
                    <a:lnTo>
                      <a:pt x="109" y="980"/>
                    </a:lnTo>
                    <a:lnTo>
                      <a:pt x="150" y="1212"/>
                    </a:lnTo>
                    <a:lnTo>
                      <a:pt x="218" y="1443"/>
                    </a:lnTo>
                    <a:lnTo>
                      <a:pt x="299" y="1660"/>
                    </a:lnTo>
                    <a:lnTo>
                      <a:pt x="381" y="1878"/>
                    </a:lnTo>
                    <a:lnTo>
                      <a:pt x="476" y="2096"/>
                    </a:lnTo>
                    <a:lnTo>
                      <a:pt x="585" y="2300"/>
                    </a:lnTo>
                    <a:lnTo>
                      <a:pt x="694" y="2504"/>
                    </a:lnTo>
                    <a:lnTo>
                      <a:pt x="816" y="2708"/>
                    </a:lnTo>
                    <a:lnTo>
                      <a:pt x="952" y="2898"/>
                    </a:lnTo>
                    <a:lnTo>
                      <a:pt x="1102" y="3075"/>
                    </a:lnTo>
                    <a:lnTo>
                      <a:pt x="1251" y="3252"/>
                    </a:lnTo>
                    <a:lnTo>
                      <a:pt x="1401" y="3415"/>
                    </a:lnTo>
                    <a:lnTo>
                      <a:pt x="1564" y="3578"/>
                    </a:lnTo>
                    <a:lnTo>
                      <a:pt x="1741" y="3728"/>
                    </a:lnTo>
                    <a:lnTo>
                      <a:pt x="1918" y="3878"/>
                    </a:lnTo>
                    <a:lnTo>
                      <a:pt x="2108" y="4014"/>
                    </a:lnTo>
                    <a:lnTo>
                      <a:pt x="2312" y="4150"/>
                    </a:lnTo>
                    <a:lnTo>
                      <a:pt x="2503" y="4258"/>
                    </a:lnTo>
                    <a:lnTo>
                      <a:pt x="2707" y="4367"/>
                    </a:lnTo>
                    <a:lnTo>
                      <a:pt x="2925" y="4476"/>
                    </a:lnTo>
                    <a:lnTo>
                      <a:pt x="3142" y="4558"/>
                    </a:lnTo>
                    <a:lnTo>
                      <a:pt x="3360" y="4639"/>
                    </a:lnTo>
                    <a:lnTo>
                      <a:pt x="3591" y="4707"/>
                    </a:lnTo>
                    <a:lnTo>
                      <a:pt x="3822" y="4762"/>
                    </a:lnTo>
                    <a:lnTo>
                      <a:pt x="4054" y="4816"/>
                    </a:lnTo>
                    <a:lnTo>
                      <a:pt x="4298" y="4843"/>
                    </a:lnTo>
                    <a:lnTo>
                      <a:pt x="4543" y="4871"/>
                    </a:lnTo>
                    <a:lnTo>
                      <a:pt x="4788" y="4884"/>
                    </a:lnTo>
                    <a:lnTo>
                      <a:pt x="12446" y="4884"/>
                    </a:lnTo>
                    <a:lnTo>
                      <a:pt x="12446" y="3742"/>
                    </a:lnTo>
                    <a:lnTo>
                      <a:pt x="4693" y="3742"/>
                    </a:lnTo>
                    <a:lnTo>
                      <a:pt x="4503" y="3728"/>
                    </a:lnTo>
                    <a:lnTo>
                      <a:pt x="4312" y="3701"/>
                    </a:lnTo>
                    <a:lnTo>
                      <a:pt x="4122" y="3674"/>
                    </a:lnTo>
                    <a:lnTo>
                      <a:pt x="3945" y="3619"/>
                    </a:lnTo>
                    <a:lnTo>
                      <a:pt x="3768" y="3578"/>
                    </a:lnTo>
                    <a:lnTo>
                      <a:pt x="3591" y="3510"/>
                    </a:lnTo>
                    <a:lnTo>
                      <a:pt x="3428" y="3442"/>
                    </a:lnTo>
                    <a:lnTo>
                      <a:pt x="3265" y="3374"/>
                    </a:lnTo>
                    <a:lnTo>
                      <a:pt x="3101" y="3293"/>
                    </a:lnTo>
                    <a:lnTo>
                      <a:pt x="2938" y="3197"/>
                    </a:lnTo>
                    <a:lnTo>
                      <a:pt x="2789" y="3102"/>
                    </a:lnTo>
                    <a:lnTo>
                      <a:pt x="2639" y="2993"/>
                    </a:lnTo>
                    <a:lnTo>
                      <a:pt x="2503" y="2885"/>
                    </a:lnTo>
                    <a:lnTo>
                      <a:pt x="2367" y="2776"/>
                    </a:lnTo>
                    <a:lnTo>
                      <a:pt x="2231" y="2653"/>
                    </a:lnTo>
                    <a:lnTo>
                      <a:pt x="2108" y="2517"/>
                    </a:lnTo>
                    <a:lnTo>
                      <a:pt x="2000" y="2381"/>
                    </a:lnTo>
                    <a:lnTo>
                      <a:pt x="1891" y="2245"/>
                    </a:lnTo>
                    <a:lnTo>
                      <a:pt x="1782" y="2096"/>
                    </a:lnTo>
                    <a:lnTo>
                      <a:pt x="1687" y="1946"/>
                    </a:lnTo>
                    <a:lnTo>
                      <a:pt x="1592" y="1783"/>
                    </a:lnTo>
                    <a:lnTo>
                      <a:pt x="1510" y="1620"/>
                    </a:lnTo>
                    <a:lnTo>
                      <a:pt x="1442" y="1456"/>
                    </a:lnTo>
                    <a:lnTo>
                      <a:pt x="1374" y="1293"/>
                    </a:lnTo>
                    <a:lnTo>
                      <a:pt x="1306" y="1116"/>
                    </a:lnTo>
                    <a:lnTo>
                      <a:pt x="1265" y="939"/>
                    </a:lnTo>
                    <a:lnTo>
                      <a:pt x="1224" y="763"/>
                    </a:lnTo>
                    <a:lnTo>
                      <a:pt x="1183" y="572"/>
                    </a:lnTo>
                    <a:lnTo>
                      <a:pt x="1156" y="382"/>
                    </a:lnTo>
                    <a:lnTo>
                      <a:pt x="1143" y="191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-3538786" y="1388664"/>
                <a:ext cx="18993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374" h="1130" extrusionOk="0">
                    <a:moveTo>
                      <a:pt x="544" y="1"/>
                    </a:moveTo>
                    <a:lnTo>
                      <a:pt x="259" y="558"/>
                    </a:lnTo>
                    <a:lnTo>
                      <a:pt x="0" y="1130"/>
                    </a:lnTo>
                    <a:lnTo>
                      <a:pt x="5373" y="1130"/>
                    </a:lnTo>
                    <a:lnTo>
                      <a:pt x="537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-2663342" y="1212232"/>
                <a:ext cx="479350" cy="223117"/>
              </a:xfrm>
              <a:custGeom>
                <a:avLst/>
                <a:gdLst/>
                <a:ahLst/>
                <a:cxnLst/>
                <a:rect l="l" t="t" r="r" b="b"/>
                <a:pathLst>
                  <a:path w="13563" h="6313" extrusionOk="0">
                    <a:moveTo>
                      <a:pt x="5972" y="0"/>
                    </a:moveTo>
                    <a:lnTo>
                      <a:pt x="5618" y="41"/>
                    </a:lnTo>
                    <a:lnTo>
                      <a:pt x="5265" y="82"/>
                    </a:lnTo>
                    <a:lnTo>
                      <a:pt x="4925" y="150"/>
                    </a:lnTo>
                    <a:lnTo>
                      <a:pt x="4598" y="232"/>
                    </a:lnTo>
                    <a:lnTo>
                      <a:pt x="4272" y="341"/>
                    </a:lnTo>
                    <a:lnTo>
                      <a:pt x="3945" y="463"/>
                    </a:lnTo>
                    <a:lnTo>
                      <a:pt x="3632" y="599"/>
                    </a:lnTo>
                    <a:lnTo>
                      <a:pt x="3333" y="749"/>
                    </a:lnTo>
                    <a:lnTo>
                      <a:pt x="3047" y="925"/>
                    </a:lnTo>
                    <a:lnTo>
                      <a:pt x="2762" y="1102"/>
                    </a:lnTo>
                    <a:lnTo>
                      <a:pt x="2490" y="1293"/>
                    </a:lnTo>
                    <a:lnTo>
                      <a:pt x="2231" y="1510"/>
                    </a:lnTo>
                    <a:lnTo>
                      <a:pt x="1986" y="1742"/>
                    </a:lnTo>
                    <a:lnTo>
                      <a:pt x="1742" y="1973"/>
                    </a:lnTo>
                    <a:lnTo>
                      <a:pt x="1524" y="2218"/>
                    </a:lnTo>
                    <a:lnTo>
                      <a:pt x="1320" y="2463"/>
                    </a:lnTo>
                    <a:lnTo>
                      <a:pt x="1129" y="2721"/>
                    </a:lnTo>
                    <a:lnTo>
                      <a:pt x="966" y="2979"/>
                    </a:lnTo>
                    <a:lnTo>
                      <a:pt x="803" y="3251"/>
                    </a:lnTo>
                    <a:lnTo>
                      <a:pt x="626" y="3605"/>
                    </a:lnTo>
                    <a:lnTo>
                      <a:pt x="463" y="3959"/>
                    </a:lnTo>
                    <a:lnTo>
                      <a:pt x="327" y="4326"/>
                    </a:lnTo>
                    <a:lnTo>
                      <a:pt x="218" y="4707"/>
                    </a:lnTo>
                    <a:lnTo>
                      <a:pt x="123" y="5101"/>
                    </a:lnTo>
                    <a:lnTo>
                      <a:pt x="55" y="5496"/>
                    </a:lnTo>
                    <a:lnTo>
                      <a:pt x="14" y="5904"/>
                    </a:lnTo>
                    <a:lnTo>
                      <a:pt x="0" y="6312"/>
                    </a:lnTo>
                    <a:lnTo>
                      <a:pt x="1143" y="6312"/>
                    </a:lnTo>
                    <a:lnTo>
                      <a:pt x="1157" y="6054"/>
                    </a:lnTo>
                    <a:lnTo>
                      <a:pt x="1170" y="5782"/>
                    </a:lnTo>
                    <a:lnTo>
                      <a:pt x="1198" y="5523"/>
                    </a:lnTo>
                    <a:lnTo>
                      <a:pt x="1252" y="5265"/>
                    </a:lnTo>
                    <a:lnTo>
                      <a:pt x="1306" y="5020"/>
                    </a:lnTo>
                    <a:lnTo>
                      <a:pt x="1374" y="4775"/>
                    </a:lnTo>
                    <a:lnTo>
                      <a:pt x="1456" y="4530"/>
                    </a:lnTo>
                    <a:lnTo>
                      <a:pt x="1551" y="4299"/>
                    </a:lnTo>
                    <a:lnTo>
                      <a:pt x="1660" y="4068"/>
                    </a:lnTo>
                    <a:lnTo>
                      <a:pt x="1769" y="3850"/>
                    </a:lnTo>
                    <a:lnTo>
                      <a:pt x="1891" y="3632"/>
                    </a:lnTo>
                    <a:lnTo>
                      <a:pt x="2027" y="3415"/>
                    </a:lnTo>
                    <a:lnTo>
                      <a:pt x="2177" y="3211"/>
                    </a:lnTo>
                    <a:lnTo>
                      <a:pt x="2327" y="3020"/>
                    </a:lnTo>
                    <a:lnTo>
                      <a:pt x="2490" y="2830"/>
                    </a:lnTo>
                    <a:lnTo>
                      <a:pt x="2667" y="2653"/>
                    </a:lnTo>
                    <a:lnTo>
                      <a:pt x="2843" y="2476"/>
                    </a:lnTo>
                    <a:lnTo>
                      <a:pt x="3034" y="2313"/>
                    </a:lnTo>
                    <a:lnTo>
                      <a:pt x="3224" y="2163"/>
                    </a:lnTo>
                    <a:lnTo>
                      <a:pt x="3428" y="2014"/>
                    </a:lnTo>
                    <a:lnTo>
                      <a:pt x="3646" y="1878"/>
                    </a:lnTo>
                    <a:lnTo>
                      <a:pt x="3864" y="1755"/>
                    </a:lnTo>
                    <a:lnTo>
                      <a:pt x="4081" y="1646"/>
                    </a:lnTo>
                    <a:lnTo>
                      <a:pt x="4313" y="1538"/>
                    </a:lnTo>
                    <a:lnTo>
                      <a:pt x="4544" y="1442"/>
                    </a:lnTo>
                    <a:lnTo>
                      <a:pt x="4789" y="1361"/>
                    </a:lnTo>
                    <a:lnTo>
                      <a:pt x="5033" y="1293"/>
                    </a:lnTo>
                    <a:lnTo>
                      <a:pt x="5292" y="1238"/>
                    </a:lnTo>
                    <a:lnTo>
                      <a:pt x="5537" y="1197"/>
                    </a:lnTo>
                    <a:lnTo>
                      <a:pt x="5795" y="1157"/>
                    </a:lnTo>
                    <a:lnTo>
                      <a:pt x="6067" y="1143"/>
                    </a:lnTo>
                    <a:lnTo>
                      <a:pt x="6326" y="1129"/>
                    </a:lnTo>
                    <a:lnTo>
                      <a:pt x="13562" y="1129"/>
                    </a:lnTo>
                    <a:lnTo>
                      <a:pt x="13331" y="844"/>
                    </a:lnTo>
                    <a:lnTo>
                      <a:pt x="13086" y="558"/>
                    </a:lnTo>
                    <a:lnTo>
                      <a:pt x="12855" y="273"/>
                    </a:lnTo>
                    <a:lnTo>
                      <a:pt x="12596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-2390742" y="1355018"/>
                <a:ext cx="291364" cy="40432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144" extrusionOk="0">
                    <a:moveTo>
                      <a:pt x="0" y="0"/>
                    </a:moveTo>
                    <a:lnTo>
                      <a:pt x="0" y="1143"/>
                    </a:lnTo>
                    <a:lnTo>
                      <a:pt x="8243" y="1143"/>
                    </a:lnTo>
                    <a:lnTo>
                      <a:pt x="7985" y="558"/>
                    </a:lnTo>
                    <a:lnTo>
                      <a:pt x="769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-3103715" y="1620867"/>
                <a:ext cx="144728" cy="297124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8407" extrusionOk="0">
                    <a:moveTo>
                      <a:pt x="4095" y="1"/>
                    </a:moveTo>
                    <a:lnTo>
                      <a:pt x="3755" y="28"/>
                    </a:lnTo>
                    <a:lnTo>
                      <a:pt x="3428" y="69"/>
                    </a:lnTo>
                    <a:lnTo>
                      <a:pt x="3102" y="123"/>
                    </a:lnTo>
                    <a:lnTo>
                      <a:pt x="2789" y="218"/>
                    </a:lnTo>
                    <a:lnTo>
                      <a:pt x="2490" y="341"/>
                    </a:lnTo>
                    <a:lnTo>
                      <a:pt x="2204" y="477"/>
                    </a:lnTo>
                    <a:lnTo>
                      <a:pt x="1932" y="626"/>
                    </a:lnTo>
                    <a:lnTo>
                      <a:pt x="1660" y="817"/>
                    </a:lnTo>
                    <a:lnTo>
                      <a:pt x="1415" y="1007"/>
                    </a:lnTo>
                    <a:lnTo>
                      <a:pt x="1184" y="1225"/>
                    </a:lnTo>
                    <a:lnTo>
                      <a:pt x="966" y="1470"/>
                    </a:lnTo>
                    <a:lnTo>
                      <a:pt x="776" y="1715"/>
                    </a:lnTo>
                    <a:lnTo>
                      <a:pt x="599" y="1973"/>
                    </a:lnTo>
                    <a:lnTo>
                      <a:pt x="449" y="2259"/>
                    </a:lnTo>
                    <a:lnTo>
                      <a:pt x="313" y="2544"/>
                    </a:lnTo>
                    <a:lnTo>
                      <a:pt x="205" y="2857"/>
                    </a:lnTo>
                    <a:lnTo>
                      <a:pt x="123" y="3116"/>
                    </a:lnTo>
                    <a:lnTo>
                      <a:pt x="68" y="3401"/>
                    </a:lnTo>
                    <a:lnTo>
                      <a:pt x="28" y="3687"/>
                    </a:lnTo>
                    <a:lnTo>
                      <a:pt x="14" y="3973"/>
                    </a:lnTo>
                    <a:lnTo>
                      <a:pt x="0" y="4095"/>
                    </a:lnTo>
                    <a:lnTo>
                      <a:pt x="0" y="8407"/>
                    </a:lnTo>
                    <a:lnTo>
                      <a:pt x="1143" y="8407"/>
                    </a:lnTo>
                    <a:lnTo>
                      <a:pt x="1143" y="4095"/>
                    </a:lnTo>
                    <a:lnTo>
                      <a:pt x="1157" y="3796"/>
                    </a:lnTo>
                    <a:lnTo>
                      <a:pt x="1198" y="3496"/>
                    </a:lnTo>
                    <a:lnTo>
                      <a:pt x="1279" y="3224"/>
                    </a:lnTo>
                    <a:lnTo>
                      <a:pt x="1374" y="2952"/>
                    </a:lnTo>
                    <a:lnTo>
                      <a:pt x="1497" y="2694"/>
                    </a:lnTo>
                    <a:lnTo>
                      <a:pt x="1646" y="2449"/>
                    </a:lnTo>
                    <a:lnTo>
                      <a:pt x="1823" y="2218"/>
                    </a:lnTo>
                    <a:lnTo>
                      <a:pt x="2014" y="2014"/>
                    </a:lnTo>
                    <a:lnTo>
                      <a:pt x="2218" y="1823"/>
                    </a:lnTo>
                    <a:lnTo>
                      <a:pt x="2449" y="1647"/>
                    </a:lnTo>
                    <a:lnTo>
                      <a:pt x="2694" y="1497"/>
                    </a:lnTo>
                    <a:lnTo>
                      <a:pt x="2952" y="1374"/>
                    </a:lnTo>
                    <a:lnTo>
                      <a:pt x="3224" y="1279"/>
                    </a:lnTo>
                    <a:lnTo>
                      <a:pt x="3496" y="1198"/>
                    </a:lnTo>
                    <a:lnTo>
                      <a:pt x="3796" y="1157"/>
                    </a:lnTo>
                    <a:lnTo>
                      <a:pt x="4095" y="1143"/>
                    </a:lnTo>
                    <a:lnTo>
                      <a:pt x="409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-2999383" y="999750"/>
                <a:ext cx="163000" cy="267331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7564" extrusionOk="0">
                    <a:moveTo>
                      <a:pt x="1143" y="0"/>
                    </a:moveTo>
                    <a:lnTo>
                      <a:pt x="572" y="68"/>
                    </a:lnTo>
                    <a:lnTo>
                      <a:pt x="0" y="150"/>
                    </a:lnTo>
                    <a:lnTo>
                      <a:pt x="0" y="2952"/>
                    </a:lnTo>
                    <a:lnTo>
                      <a:pt x="14" y="3183"/>
                    </a:lnTo>
                    <a:lnTo>
                      <a:pt x="27" y="3428"/>
                    </a:lnTo>
                    <a:lnTo>
                      <a:pt x="55" y="3659"/>
                    </a:lnTo>
                    <a:lnTo>
                      <a:pt x="95" y="3877"/>
                    </a:lnTo>
                    <a:lnTo>
                      <a:pt x="150" y="4108"/>
                    </a:lnTo>
                    <a:lnTo>
                      <a:pt x="204" y="4326"/>
                    </a:lnTo>
                    <a:lnTo>
                      <a:pt x="286" y="4530"/>
                    </a:lnTo>
                    <a:lnTo>
                      <a:pt x="368" y="4747"/>
                    </a:lnTo>
                    <a:lnTo>
                      <a:pt x="463" y="4951"/>
                    </a:lnTo>
                    <a:lnTo>
                      <a:pt x="558" y="5142"/>
                    </a:lnTo>
                    <a:lnTo>
                      <a:pt x="667" y="5346"/>
                    </a:lnTo>
                    <a:lnTo>
                      <a:pt x="789" y="5523"/>
                    </a:lnTo>
                    <a:lnTo>
                      <a:pt x="925" y="5713"/>
                    </a:lnTo>
                    <a:lnTo>
                      <a:pt x="1061" y="5890"/>
                    </a:lnTo>
                    <a:lnTo>
                      <a:pt x="1197" y="6053"/>
                    </a:lnTo>
                    <a:lnTo>
                      <a:pt x="1361" y="6216"/>
                    </a:lnTo>
                    <a:lnTo>
                      <a:pt x="1510" y="6366"/>
                    </a:lnTo>
                    <a:lnTo>
                      <a:pt x="1687" y="6516"/>
                    </a:lnTo>
                    <a:lnTo>
                      <a:pt x="1864" y="6652"/>
                    </a:lnTo>
                    <a:lnTo>
                      <a:pt x="2041" y="6774"/>
                    </a:lnTo>
                    <a:lnTo>
                      <a:pt x="2231" y="6897"/>
                    </a:lnTo>
                    <a:lnTo>
                      <a:pt x="2422" y="7005"/>
                    </a:lnTo>
                    <a:lnTo>
                      <a:pt x="2612" y="7114"/>
                    </a:lnTo>
                    <a:lnTo>
                      <a:pt x="2816" y="7196"/>
                    </a:lnTo>
                    <a:lnTo>
                      <a:pt x="3034" y="7277"/>
                    </a:lnTo>
                    <a:lnTo>
                      <a:pt x="3251" y="7359"/>
                    </a:lnTo>
                    <a:lnTo>
                      <a:pt x="3469" y="7414"/>
                    </a:lnTo>
                    <a:lnTo>
                      <a:pt x="3687" y="7468"/>
                    </a:lnTo>
                    <a:lnTo>
                      <a:pt x="3918" y="7509"/>
                    </a:lnTo>
                    <a:lnTo>
                      <a:pt x="4149" y="7536"/>
                    </a:lnTo>
                    <a:lnTo>
                      <a:pt x="4380" y="7563"/>
                    </a:lnTo>
                    <a:lnTo>
                      <a:pt x="4612" y="7563"/>
                    </a:lnTo>
                    <a:lnTo>
                      <a:pt x="4612" y="6434"/>
                    </a:lnTo>
                    <a:lnTo>
                      <a:pt x="4435" y="6421"/>
                    </a:lnTo>
                    <a:lnTo>
                      <a:pt x="4258" y="6407"/>
                    </a:lnTo>
                    <a:lnTo>
                      <a:pt x="4081" y="6393"/>
                    </a:lnTo>
                    <a:lnTo>
                      <a:pt x="3918" y="6353"/>
                    </a:lnTo>
                    <a:lnTo>
                      <a:pt x="3755" y="6312"/>
                    </a:lnTo>
                    <a:lnTo>
                      <a:pt x="3578" y="6271"/>
                    </a:lnTo>
                    <a:lnTo>
                      <a:pt x="3428" y="6216"/>
                    </a:lnTo>
                    <a:lnTo>
                      <a:pt x="3265" y="6148"/>
                    </a:lnTo>
                    <a:lnTo>
                      <a:pt x="3115" y="6080"/>
                    </a:lnTo>
                    <a:lnTo>
                      <a:pt x="2966" y="6012"/>
                    </a:lnTo>
                    <a:lnTo>
                      <a:pt x="2666" y="5836"/>
                    </a:lnTo>
                    <a:lnTo>
                      <a:pt x="2408" y="5632"/>
                    </a:lnTo>
                    <a:lnTo>
                      <a:pt x="2163" y="5414"/>
                    </a:lnTo>
                    <a:lnTo>
                      <a:pt x="1932" y="5169"/>
                    </a:lnTo>
                    <a:lnTo>
                      <a:pt x="1728" y="4897"/>
                    </a:lnTo>
                    <a:lnTo>
                      <a:pt x="1565" y="4611"/>
                    </a:lnTo>
                    <a:lnTo>
                      <a:pt x="1483" y="4462"/>
                    </a:lnTo>
                    <a:lnTo>
                      <a:pt x="1415" y="4299"/>
                    </a:lnTo>
                    <a:lnTo>
                      <a:pt x="1347" y="4149"/>
                    </a:lnTo>
                    <a:lnTo>
                      <a:pt x="1293" y="3986"/>
                    </a:lnTo>
                    <a:lnTo>
                      <a:pt x="1252" y="3822"/>
                    </a:lnTo>
                    <a:lnTo>
                      <a:pt x="1211" y="3646"/>
                    </a:lnTo>
                    <a:lnTo>
                      <a:pt x="1184" y="3482"/>
                    </a:lnTo>
                    <a:lnTo>
                      <a:pt x="1156" y="3306"/>
                    </a:lnTo>
                    <a:lnTo>
                      <a:pt x="1143" y="3129"/>
                    </a:lnTo>
                    <a:lnTo>
                      <a:pt x="1143" y="295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-2773435" y="997807"/>
                <a:ext cx="162045" cy="151973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4300" extrusionOk="0">
                    <a:moveTo>
                      <a:pt x="3456" y="1"/>
                    </a:moveTo>
                    <a:lnTo>
                      <a:pt x="3415" y="327"/>
                    </a:lnTo>
                    <a:lnTo>
                      <a:pt x="3333" y="640"/>
                    </a:lnTo>
                    <a:lnTo>
                      <a:pt x="3238" y="953"/>
                    </a:lnTo>
                    <a:lnTo>
                      <a:pt x="3102" y="1239"/>
                    </a:lnTo>
                    <a:lnTo>
                      <a:pt x="2952" y="1511"/>
                    </a:lnTo>
                    <a:lnTo>
                      <a:pt x="2775" y="1783"/>
                    </a:lnTo>
                    <a:lnTo>
                      <a:pt x="2571" y="2014"/>
                    </a:lnTo>
                    <a:lnTo>
                      <a:pt x="2340" y="2245"/>
                    </a:lnTo>
                    <a:lnTo>
                      <a:pt x="2109" y="2449"/>
                    </a:lnTo>
                    <a:lnTo>
                      <a:pt x="1850" y="2626"/>
                    </a:lnTo>
                    <a:lnTo>
                      <a:pt x="1565" y="2776"/>
                    </a:lnTo>
                    <a:lnTo>
                      <a:pt x="1279" y="2912"/>
                    </a:lnTo>
                    <a:lnTo>
                      <a:pt x="980" y="3020"/>
                    </a:lnTo>
                    <a:lnTo>
                      <a:pt x="653" y="3102"/>
                    </a:lnTo>
                    <a:lnTo>
                      <a:pt x="327" y="3143"/>
                    </a:lnTo>
                    <a:lnTo>
                      <a:pt x="0" y="3157"/>
                    </a:lnTo>
                    <a:lnTo>
                      <a:pt x="0" y="4299"/>
                    </a:lnTo>
                    <a:lnTo>
                      <a:pt x="218" y="4286"/>
                    </a:lnTo>
                    <a:lnTo>
                      <a:pt x="436" y="4272"/>
                    </a:lnTo>
                    <a:lnTo>
                      <a:pt x="653" y="4245"/>
                    </a:lnTo>
                    <a:lnTo>
                      <a:pt x="871" y="4218"/>
                    </a:lnTo>
                    <a:lnTo>
                      <a:pt x="1089" y="4163"/>
                    </a:lnTo>
                    <a:lnTo>
                      <a:pt x="1293" y="4109"/>
                    </a:lnTo>
                    <a:lnTo>
                      <a:pt x="1497" y="4041"/>
                    </a:lnTo>
                    <a:lnTo>
                      <a:pt x="1701" y="3973"/>
                    </a:lnTo>
                    <a:lnTo>
                      <a:pt x="1891" y="3891"/>
                    </a:lnTo>
                    <a:lnTo>
                      <a:pt x="2082" y="3796"/>
                    </a:lnTo>
                    <a:lnTo>
                      <a:pt x="2259" y="3701"/>
                    </a:lnTo>
                    <a:lnTo>
                      <a:pt x="2449" y="3592"/>
                    </a:lnTo>
                    <a:lnTo>
                      <a:pt x="2626" y="3483"/>
                    </a:lnTo>
                    <a:lnTo>
                      <a:pt x="2789" y="3347"/>
                    </a:lnTo>
                    <a:lnTo>
                      <a:pt x="2952" y="3225"/>
                    </a:lnTo>
                    <a:lnTo>
                      <a:pt x="3102" y="3089"/>
                    </a:lnTo>
                    <a:lnTo>
                      <a:pt x="3265" y="2939"/>
                    </a:lnTo>
                    <a:lnTo>
                      <a:pt x="3401" y="2789"/>
                    </a:lnTo>
                    <a:lnTo>
                      <a:pt x="3537" y="2640"/>
                    </a:lnTo>
                    <a:lnTo>
                      <a:pt x="3673" y="2476"/>
                    </a:lnTo>
                    <a:lnTo>
                      <a:pt x="3796" y="2300"/>
                    </a:lnTo>
                    <a:lnTo>
                      <a:pt x="3904" y="2123"/>
                    </a:lnTo>
                    <a:lnTo>
                      <a:pt x="4013" y="1946"/>
                    </a:lnTo>
                    <a:lnTo>
                      <a:pt x="4108" y="1755"/>
                    </a:lnTo>
                    <a:lnTo>
                      <a:pt x="4204" y="1565"/>
                    </a:lnTo>
                    <a:lnTo>
                      <a:pt x="4285" y="1375"/>
                    </a:lnTo>
                    <a:lnTo>
                      <a:pt x="4367" y="1184"/>
                    </a:lnTo>
                    <a:lnTo>
                      <a:pt x="4421" y="980"/>
                    </a:lnTo>
                    <a:lnTo>
                      <a:pt x="4476" y="762"/>
                    </a:lnTo>
                    <a:lnTo>
                      <a:pt x="4530" y="558"/>
                    </a:lnTo>
                    <a:lnTo>
                      <a:pt x="4557" y="341"/>
                    </a:lnTo>
                    <a:lnTo>
                      <a:pt x="4585" y="123"/>
                    </a:lnTo>
                    <a:lnTo>
                      <a:pt x="4027" y="55"/>
                    </a:lnTo>
                    <a:lnTo>
                      <a:pt x="345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-3429683" y="1212232"/>
                <a:ext cx="410114" cy="177914"/>
              </a:xfrm>
              <a:custGeom>
                <a:avLst/>
                <a:gdLst/>
                <a:ahLst/>
                <a:cxnLst/>
                <a:rect l="l" t="t" r="r" b="b"/>
                <a:pathLst>
                  <a:path w="11604" h="5034" extrusionOk="0">
                    <a:moveTo>
                      <a:pt x="1035" y="0"/>
                    </a:moveTo>
                    <a:lnTo>
                      <a:pt x="763" y="273"/>
                    </a:lnTo>
                    <a:lnTo>
                      <a:pt x="504" y="558"/>
                    </a:lnTo>
                    <a:lnTo>
                      <a:pt x="1" y="1129"/>
                    </a:lnTo>
                    <a:lnTo>
                      <a:pt x="6571" y="1129"/>
                    </a:lnTo>
                    <a:lnTo>
                      <a:pt x="6761" y="1143"/>
                    </a:lnTo>
                    <a:lnTo>
                      <a:pt x="6965" y="1157"/>
                    </a:lnTo>
                    <a:lnTo>
                      <a:pt x="7156" y="1170"/>
                    </a:lnTo>
                    <a:lnTo>
                      <a:pt x="7346" y="1211"/>
                    </a:lnTo>
                    <a:lnTo>
                      <a:pt x="7537" y="1252"/>
                    </a:lnTo>
                    <a:lnTo>
                      <a:pt x="7727" y="1306"/>
                    </a:lnTo>
                    <a:lnTo>
                      <a:pt x="7904" y="1374"/>
                    </a:lnTo>
                    <a:lnTo>
                      <a:pt x="8081" y="1442"/>
                    </a:lnTo>
                    <a:lnTo>
                      <a:pt x="8258" y="1510"/>
                    </a:lnTo>
                    <a:lnTo>
                      <a:pt x="8421" y="1606"/>
                    </a:lnTo>
                    <a:lnTo>
                      <a:pt x="8584" y="1701"/>
                    </a:lnTo>
                    <a:lnTo>
                      <a:pt x="8747" y="1796"/>
                    </a:lnTo>
                    <a:lnTo>
                      <a:pt x="8897" y="1905"/>
                    </a:lnTo>
                    <a:lnTo>
                      <a:pt x="9047" y="2027"/>
                    </a:lnTo>
                    <a:lnTo>
                      <a:pt x="9196" y="2150"/>
                    </a:lnTo>
                    <a:lnTo>
                      <a:pt x="9332" y="2272"/>
                    </a:lnTo>
                    <a:lnTo>
                      <a:pt x="9455" y="2408"/>
                    </a:lnTo>
                    <a:lnTo>
                      <a:pt x="9577" y="2558"/>
                    </a:lnTo>
                    <a:lnTo>
                      <a:pt x="9700" y="2707"/>
                    </a:lnTo>
                    <a:lnTo>
                      <a:pt x="9808" y="2857"/>
                    </a:lnTo>
                    <a:lnTo>
                      <a:pt x="9904" y="3007"/>
                    </a:lnTo>
                    <a:lnTo>
                      <a:pt x="9999" y="3170"/>
                    </a:lnTo>
                    <a:lnTo>
                      <a:pt x="10094" y="3347"/>
                    </a:lnTo>
                    <a:lnTo>
                      <a:pt x="10162" y="3524"/>
                    </a:lnTo>
                    <a:lnTo>
                      <a:pt x="10230" y="3700"/>
                    </a:lnTo>
                    <a:lnTo>
                      <a:pt x="10298" y="3877"/>
                    </a:lnTo>
                    <a:lnTo>
                      <a:pt x="10353" y="4054"/>
                    </a:lnTo>
                    <a:lnTo>
                      <a:pt x="10393" y="4244"/>
                    </a:lnTo>
                    <a:lnTo>
                      <a:pt x="10434" y="4435"/>
                    </a:lnTo>
                    <a:lnTo>
                      <a:pt x="10448" y="4639"/>
                    </a:lnTo>
                    <a:lnTo>
                      <a:pt x="10475" y="4829"/>
                    </a:lnTo>
                    <a:lnTo>
                      <a:pt x="10475" y="5033"/>
                    </a:lnTo>
                    <a:lnTo>
                      <a:pt x="11604" y="5033"/>
                    </a:lnTo>
                    <a:lnTo>
                      <a:pt x="11604" y="4775"/>
                    </a:lnTo>
                    <a:lnTo>
                      <a:pt x="11590" y="4516"/>
                    </a:lnTo>
                    <a:lnTo>
                      <a:pt x="11550" y="4272"/>
                    </a:lnTo>
                    <a:lnTo>
                      <a:pt x="11509" y="4027"/>
                    </a:lnTo>
                    <a:lnTo>
                      <a:pt x="11454" y="3782"/>
                    </a:lnTo>
                    <a:lnTo>
                      <a:pt x="11386" y="3537"/>
                    </a:lnTo>
                    <a:lnTo>
                      <a:pt x="11305" y="3306"/>
                    </a:lnTo>
                    <a:lnTo>
                      <a:pt x="11209" y="3075"/>
                    </a:lnTo>
                    <a:lnTo>
                      <a:pt x="11114" y="2857"/>
                    </a:lnTo>
                    <a:lnTo>
                      <a:pt x="11005" y="2639"/>
                    </a:lnTo>
                    <a:lnTo>
                      <a:pt x="10883" y="2422"/>
                    </a:lnTo>
                    <a:lnTo>
                      <a:pt x="10747" y="2218"/>
                    </a:lnTo>
                    <a:lnTo>
                      <a:pt x="10611" y="2027"/>
                    </a:lnTo>
                    <a:lnTo>
                      <a:pt x="10461" y="1837"/>
                    </a:lnTo>
                    <a:lnTo>
                      <a:pt x="10298" y="1646"/>
                    </a:lnTo>
                    <a:lnTo>
                      <a:pt x="10135" y="1470"/>
                    </a:lnTo>
                    <a:lnTo>
                      <a:pt x="9958" y="1306"/>
                    </a:lnTo>
                    <a:lnTo>
                      <a:pt x="9768" y="1143"/>
                    </a:lnTo>
                    <a:lnTo>
                      <a:pt x="9577" y="993"/>
                    </a:lnTo>
                    <a:lnTo>
                      <a:pt x="9387" y="857"/>
                    </a:lnTo>
                    <a:lnTo>
                      <a:pt x="9183" y="721"/>
                    </a:lnTo>
                    <a:lnTo>
                      <a:pt x="8965" y="599"/>
                    </a:lnTo>
                    <a:lnTo>
                      <a:pt x="8747" y="490"/>
                    </a:lnTo>
                    <a:lnTo>
                      <a:pt x="8530" y="395"/>
                    </a:lnTo>
                    <a:lnTo>
                      <a:pt x="8299" y="300"/>
                    </a:lnTo>
                    <a:lnTo>
                      <a:pt x="8067" y="218"/>
                    </a:lnTo>
                    <a:lnTo>
                      <a:pt x="7822" y="150"/>
                    </a:lnTo>
                    <a:lnTo>
                      <a:pt x="7578" y="96"/>
                    </a:lnTo>
                    <a:lnTo>
                      <a:pt x="7333" y="55"/>
                    </a:lnTo>
                    <a:lnTo>
                      <a:pt x="7074" y="28"/>
                    </a:lnTo>
                    <a:lnTo>
                      <a:pt x="682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-2735936" y="1199261"/>
                <a:ext cx="135609" cy="131757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3728" extrusionOk="0">
                    <a:moveTo>
                      <a:pt x="0" y="0"/>
                    </a:moveTo>
                    <a:lnTo>
                      <a:pt x="14" y="191"/>
                    </a:lnTo>
                    <a:lnTo>
                      <a:pt x="28" y="381"/>
                    </a:lnTo>
                    <a:lnTo>
                      <a:pt x="41" y="571"/>
                    </a:lnTo>
                    <a:lnTo>
                      <a:pt x="82" y="748"/>
                    </a:lnTo>
                    <a:lnTo>
                      <a:pt x="123" y="939"/>
                    </a:lnTo>
                    <a:lnTo>
                      <a:pt x="177" y="1116"/>
                    </a:lnTo>
                    <a:lnTo>
                      <a:pt x="232" y="1279"/>
                    </a:lnTo>
                    <a:lnTo>
                      <a:pt x="300" y="1456"/>
                    </a:lnTo>
                    <a:lnTo>
                      <a:pt x="368" y="1619"/>
                    </a:lnTo>
                    <a:lnTo>
                      <a:pt x="449" y="1782"/>
                    </a:lnTo>
                    <a:lnTo>
                      <a:pt x="545" y="1932"/>
                    </a:lnTo>
                    <a:lnTo>
                      <a:pt x="640" y="2081"/>
                    </a:lnTo>
                    <a:lnTo>
                      <a:pt x="749" y="2231"/>
                    </a:lnTo>
                    <a:lnTo>
                      <a:pt x="857" y="2381"/>
                    </a:lnTo>
                    <a:lnTo>
                      <a:pt x="980" y="2517"/>
                    </a:lnTo>
                    <a:lnTo>
                      <a:pt x="1102" y="2639"/>
                    </a:lnTo>
                    <a:lnTo>
                      <a:pt x="1225" y="2761"/>
                    </a:lnTo>
                    <a:lnTo>
                      <a:pt x="1361" y="2884"/>
                    </a:lnTo>
                    <a:lnTo>
                      <a:pt x="1497" y="2993"/>
                    </a:lnTo>
                    <a:lnTo>
                      <a:pt x="1646" y="3102"/>
                    </a:lnTo>
                    <a:lnTo>
                      <a:pt x="1796" y="3197"/>
                    </a:lnTo>
                    <a:lnTo>
                      <a:pt x="1959" y="3278"/>
                    </a:lnTo>
                    <a:lnTo>
                      <a:pt x="2122" y="3360"/>
                    </a:lnTo>
                    <a:lnTo>
                      <a:pt x="2286" y="3442"/>
                    </a:lnTo>
                    <a:lnTo>
                      <a:pt x="2449" y="3510"/>
                    </a:lnTo>
                    <a:lnTo>
                      <a:pt x="2626" y="3564"/>
                    </a:lnTo>
                    <a:lnTo>
                      <a:pt x="2803" y="3618"/>
                    </a:lnTo>
                    <a:lnTo>
                      <a:pt x="2979" y="3659"/>
                    </a:lnTo>
                    <a:lnTo>
                      <a:pt x="3170" y="3686"/>
                    </a:lnTo>
                    <a:lnTo>
                      <a:pt x="3347" y="3714"/>
                    </a:lnTo>
                    <a:lnTo>
                      <a:pt x="3537" y="3727"/>
                    </a:lnTo>
                    <a:lnTo>
                      <a:pt x="3836" y="3727"/>
                    </a:lnTo>
                    <a:lnTo>
                      <a:pt x="3836" y="2598"/>
                    </a:lnTo>
                    <a:lnTo>
                      <a:pt x="3728" y="2598"/>
                    </a:lnTo>
                    <a:lnTo>
                      <a:pt x="3469" y="2585"/>
                    </a:lnTo>
                    <a:lnTo>
                      <a:pt x="3211" y="2544"/>
                    </a:lnTo>
                    <a:lnTo>
                      <a:pt x="2966" y="2476"/>
                    </a:lnTo>
                    <a:lnTo>
                      <a:pt x="2721" y="2394"/>
                    </a:lnTo>
                    <a:lnTo>
                      <a:pt x="2503" y="2285"/>
                    </a:lnTo>
                    <a:lnTo>
                      <a:pt x="2286" y="2149"/>
                    </a:lnTo>
                    <a:lnTo>
                      <a:pt x="2082" y="2000"/>
                    </a:lnTo>
                    <a:lnTo>
                      <a:pt x="1905" y="1837"/>
                    </a:lnTo>
                    <a:lnTo>
                      <a:pt x="1728" y="1646"/>
                    </a:lnTo>
                    <a:lnTo>
                      <a:pt x="1578" y="1456"/>
                    </a:lnTo>
                    <a:lnTo>
                      <a:pt x="1456" y="1238"/>
                    </a:lnTo>
                    <a:lnTo>
                      <a:pt x="1347" y="1007"/>
                    </a:lnTo>
                    <a:lnTo>
                      <a:pt x="1252" y="776"/>
                    </a:lnTo>
                    <a:lnTo>
                      <a:pt x="1198" y="531"/>
                    </a:lnTo>
                    <a:lnTo>
                      <a:pt x="1157" y="27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-3195076" y="1579056"/>
                <a:ext cx="113980" cy="184134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210" extrusionOk="0">
                    <a:moveTo>
                      <a:pt x="1" y="0"/>
                    </a:moveTo>
                    <a:lnTo>
                      <a:pt x="1" y="2000"/>
                    </a:lnTo>
                    <a:lnTo>
                      <a:pt x="15" y="2163"/>
                    </a:lnTo>
                    <a:lnTo>
                      <a:pt x="28" y="2326"/>
                    </a:lnTo>
                    <a:lnTo>
                      <a:pt x="42" y="2489"/>
                    </a:lnTo>
                    <a:lnTo>
                      <a:pt x="69" y="2653"/>
                    </a:lnTo>
                    <a:lnTo>
                      <a:pt x="151" y="2952"/>
                    </a:lnTo>
                    <a:lnTo>
                      <a:pt x="259" y="3251"/>
                    </a:lnTo>
                    <a:lnTo>
                      <a:pt x="395" y="3537"/>
                    </a:lnTo>
                    <a:lnTo>
                      <a:pt x="559" y="3795"/>
                    </a:lnTo>
                    <a:lnTo>
                      <a:pt x="736" y="4040"/>
                    </a:lnTo>
                    <a:lnTo>
                      <a:pt x="953" y="4271"/>
                    </a:lnTo>
                    <a:lnTo>
                      <a:pt x="1171" y="4475"/>
                    </a:lnTo>
                    <a:lnTo>
                      <a:pt x="1429" y="4666"/>
                    </a:lnTo>
                    <a:lnTo>
                      <a:pt x="1688" y="4829"/>
                    </a:lnTo>
                    <a:lnTo>
                      <a:pt x="1973" y="4965"/>
                    </a:lnTo>
                    <a:lnTo>
                      <a:pt x="2259" y="5074"/>
                    </a:lnTo>
                    <a:lnTo>
                      <a:pt x="2572" y="5142"/>
                    </a:lnTo>
                    <a:lnTo>
                      <a:pt x="2735" y="5183"/>
                    </a:lnTo>
                    <a:lnTo>
                      <a:pt x="2885" y="5196"/>
                    </a:lnTo>
                    <a:lnTo>
                      <a:pt x="3048" y="5210"/>
                    </a:lnTo>
                    <a:lnTo>
                      <a:pt x="3225" y="5210"/>
                    </a:lnTo>
                    <a:lnTo>
                      <a:pt x="3225" y="4081"/>
                    </a:lnTo>
                    <a:lnTo>
                      <a:pt x="3007" y="4067"/>
                    </a:lnTo>
                    <a:lnTo>
                      <a:pt x="2803" y="4040"/>
                    </a:lnTo>
                    <a:lnTo>
                      <a:pt x="2599" y="3986"/>
                    </a:lnTo>
                    <a:lnTo>
                      <a:pt x="2409" y="3918"/>
                    </a:lnTo>
                    <a:lnTo>
                      <a:pt x="2232" y="3822"/>
                    </a:lnTo>
                    <a:lnTo>
                      <a:pt x="2055" y="3727"/>
                    </a:lnTo>
                    <a:lnTo>
                      <a:pt x="1892" y="3605"/>
                    </a:lnTo>
                    <a:lnTo>
                      <a:pt x="1756" y="3469"/>
                    </a:lnTo>
                    <a:lnTo>
                      <a:pt x="1620" y="3319"/>
                    </a:lnTo>
                    <a:lnTo>
                      <a:pt x="1497" y="3156"/>
                    </a:lnTo>
                    <a:lnTo>
                      <a:pt x="1388" y="2993"/>
                    </a:lnTo>
                    <a:lnTo>
                      <a:pt x="1307" y="2802"/>
                    </a:lnTo>
                    <a:lnTo>
                      <a:pt x="1239" y="2612"/>
                    </a:lnTo>
                    <a:lnTo>
                      <a:pt x="1184" y="2421"/>
                    </a:lnTo>
                    <a:lnTo>
                      <a:pt x="1157" y="2217"/>
                    </a:lnTo>
                    <a:lnTo>
                      <a:pt x="1144" y="2000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-2841223" y="1661264"/>
                <a:ext cx="185619" cy="441817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12501" extrusionOk="0">
                    <a:moveTo>
                      <a:pt x="1" y="0"/>
                    </a:moveTo>
                    <a:lnTo>
                      <a:pt x="1" y="2245"/>
                    </a:lnTo>
                    <a:lnTo>
                      <a:pt x="14" y="2517"/>
                    </a:lnTo>
                    <a:lnTo>
                      <a:pt x="55" y="2775"/>
                    </a:lnTo>
                    <a:lnTo>
                      <a:pt x="109" y="3034"/>
                    </a:lnTo>
                    <a:lnTo>
                      <a:pt x="205" y="3265"/>
                    </a:lnTo>
                    <a:lnTo>
                      <a:pt x="313" y="3496"/>
                    </a:lnTo>
                    <a:lnTo>
                      <a:pt x="449" y="3714"/>
                    </a:lnTo>
                    <a:lnTo>
                      <a:pt x="599" y="3918"/>
                    </a:lnTo>
                    <a:lnTo>
                      <a:pt x="762" y="4108"/>
                    </a:lnTo>
                    <a:lnTo>
                      <a:pt x="953" y="4271"/>
                    </a:lnTo>
                    <a:lnTo>
                      <a:pt x="1157" y="4435"/>
                    </a:lnTo>
                    <a:lnTo>
                      <a:pt x="1374" y="4557"/>
                    </a:lnTo>
                    <a:lnTo>
                      <a:pt x="1606" y="4666"/>
                    </a:lnTo>
                    <a:lnTo>
                      <a:pt x="1850" y="4761"/>
                    </a:lnTo>
                    <a:lnTo>
                      <a:pt x="2095" y="4829"/>
                    </a:lnTo>
                    <a:lnTo>
                      <a:pt x="2354" y="4870"/>
                    </a:lnTo>
                    <a:lnTo>
                      <a:pt x="2626" y="4884"/>
                    </a:lnTo>
                    <a:lnTo>
                      <a:pt x="2775" y="4884"/>
                    </a:lnTo>
                    <a:lnTo>
                      <a:pt x="2925" y="4911"/>
                    </a:lnTo>
                    <a:lnTo>
                      <a:pt x="3075" y="4952"/>
                    </a:lnTo>
                    <a:lnTo>
                      <a:pt x="3211" y="4992"/>
                    </a:lnTo>
                    <a:lnTo>
                      <a:pt x="3333" y="5060"/>
                    </a:lnTo>
                    <a:lnTo>
                      <a:pt x="3456" y="5128"/>
                    </a:lnTo>
                    <a:lnTo>
                      <a:pt x="3578" y="5224"/>
                    </a:lnTo>
                    <a:lnTo>
                      <a:pt x="3687" y="5319"/>
                    </a:lnTo>
                    <a:lnTo>
                      <a:pt x="3782" y="5428"/>
                    </a:lnTo>
                    <a:lnTo>
                      <a:pt x="3864" y="5536"/>
                    </a:lnTo>
                    <a:lnTo>
                      <a:pt x="3945" y="5659"/>
                    </a:lnTo>
                    <a:lnTo>
                      <a:pt x="4000" y="5795"/>
                    </a:lnTo>
                    <a:lnTo>
                      <a:pt x="4054" y="5931"/>
                    </a:lnTo>
                    <a:lnTo>
                      <a:pt x="4095" y="6067"/>
                    </a:lnTo>
                    <a:lnTo>
                      <a:pt x="4109" y="6217"/>
                    </a:lnTo>
                    <a:lnTo>
                      <a:pt x="4122" y="6366"/>
                    </a:lnTo>
                    <a:lnTo>
                      <a:pt x="4122" y="12501"/>
                    </a:lnTo>
                    <a:lnTo>
                      <a:pt x="5251" y="12501"/>
                    </a:lnTo>
                    <a:lnTo>
                      <a:pt x="5251" y="6366"/>
                    </a:lnTo>
                    <a:lnTo>
                      <a:pt x="5238" y="6108"/>
                    </a:lnTo>
                    <a:lnTo>
                      <a:pt x="5197" y="5836"/>
                    </a:lnTo>
                    <a:lnTo>
                      <a:pt x="5142" y="5591"/>
                    </a:lnTo>
                    <a:lnTo>
                      <a:pt x="5047" y="5346"/>
                    </a:lnTo>
                    <a:lnTo>
                      <a:pt x="4938" y="5115"/>
                    </a:lnTo>
                    <a:lnTo>
                      <a:pt x="4802" y="4897"/>
                    </a:lnTo>
                    <a:lnTo>
                      <a:pt x="4653" y="4693"/>
                    </a:lnTo>
                    <a:lnTo>
                      <a:pt x="4489" y="4516"/>
                    </a:lnTo>
                    <a:lnTo>
                      <a:pt x="4299" y="4339"/>
                    </a:lnTo>
                    <a:lnTo>
                      <a:pt x="4095" y="4190"/>
                    </a:lnTo>
                    <a:lnTo>
                      <a:pt x="3877" y="4054"/>
                    </a:lnTo>
                    <a:lnTo>
                      <a:pt x="3646" y="3945"/>
                    </a:lnTo>
                    <a:lnTo>
                      <a:pt x="3401" y="3863"/>
                    </a:lnTo>
                    <a:lnTo>
                      <a:pt x="3156" y="3795"/>
                    </a:lnTo>
                    <a:lnTo>
                      <a:pt x="2898" y="3755"/>
                    </a:lnTo>
                    <a:lnTo>
                      <a:pt x="2626" y="3741"/>
                    </a:lnTo>
                    <a:lnTo>
                      <a:pt x="2476" y="3727"/>
                    </a:lnTo>
                    <a:lnTo>
                      <a:pt x="2327" y="3714"/>
                    </a:lnTo>
                    <a:lnTo>
                      <a:pt x="2177" y="3673"/>
                    </a:lnTo>
                    <a:lnTo>
                      <a:pt x="2041" y="3618"/>
                    </a:lnTo>
                    <a:lnTo>
                      <a:pt x="1918" y="3564"/>
                    </a:lnTo>
                    <a:lnTo>
                      <a:pt x="1796" y="3482"/>
                    </a:lnTo>
                    <a:lnTo>
                      <a:pt x="1674" y="3401"/>
                    </a:lnTo>
                    <a:lnTo>
                      <a:pt x="1565" y="3306"/>
                    </a:lnTo>
                    <a:lnTo>
                      <a:pt x="1470" y="3197"/>
                    </a:lnTo>
                    <a:lnTo>
                      <a:pt x="1388" y="3088"/>
                    </a:lnTo>
                    <a:lnTo>
                      <a:pt x="1306" y="2966"/>
                    </a:lnTo>
                    <a:lnTo>
                      <a:pt x="1252" y="2830"/>
                    </a:lnTo>
                    <a:lnTo>
                      <a:pt x="1198" y="2694"/>
                    </a:lnTo>
                    <a:lnTo>
                      <a:pt x="1157" y="2544"/>
                    </a:lnTo>
                    <a:lnTo>
                      <a:pt x="1143" y="2394"/>
                    </a:lnTo>
                    <a:lnTo>
                      <a:pt x="1130" y="2245"/>
                    </a:lnTo>
                    <a:lnTo>
                      <a:pt x="11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-2675359" y="1846814"/>
                <a:ext cx="133665" cy="155790"/>
              </a:xfrm>
              <a:custGeom>
                <a:avLst/>
                <a:gdLst/>
                <a:ahLst/>
                <a:cxnLst/>
                <a:rect l="l" t="t" r="r" b="b"/>
                <a:pathLst>
                  <a:path w="3782" h="4408" extrusionOk="0">
                    <a:moveTo>
                      <a:pt x="2639" y="1"/>
                    </a:moveTo>
                    <a:lnTo>
                      <a:pt x="2639" y="627"/>
                    </a:lnTo>
                    <a:lnTo>
                      <a:pt x="2626" y="899"/>
                    </a:lnTo>
                    <a:lnTo>
                      <a:pt x="2599" y="1157"/>
                    </a:lnTo>
                    <a:lnTo>
                      <a:pt x="2530" y="1415"/>
                    </a:lnTo>
                    <a:lnTo>
                      <a:pt x="2435" y="1647"/>
                    </a:lnTo>
                    <a:lnTo>
                      <a:pt x="2326" y="1892"/>
                    </a:lnTo>
                    <a:lnTo>
                      <a:pt x="2190" y="2109"/>
                    </a:lnTo>
                    <a:lnTo>
                      <a:pt x="2041" y="2313"/>
                    </a:lnTo>
                    <a:lnTo>
                      <a:pt x="1864" y="2490"/>
                    </a:lnTo>
                    <a:lnTo>
                      <a:pt x="1674" y="2667"/>
                    </a:lnTo>
                    <a:lnTo>
                      <a:pt x="1469" y="2817"/>
                    </a:lnTo>
                    <a:lnTo>
                      <a:pt x="1252" y="2953"/>
                    </a:lnTo>
                    <a:lnTo>
                      <a:pt x="1021" y="3061"/>
                    </a:lnTo>
                    <a:lnTo>
                      <a:pt x="776" y="3157"/>
                    </a:lnTo>
                    <a:lnTo>
                      <a:pt x="531" y="3225"/>
                    </a:lnTo>
                    <a:lnTo>
                      <a:pt x="259" y="3265"/>
                    </a:lnTo>
                    <a:lnTo>
                      <a:pt x="0" y="3279"/>
                    </a:lnTo>
                    <a:lnTo>
                      <a:pt x="0" y="4408"/>
                    </a:lnTo>
                    <a:lnTo>
                      <a:pt x="191" y="4408"/>
                    </a:lnTo>
                    <a:lnTo>
                      <a:pt x="381" y="4394"/>
                    </a:lnTo>
                    <a:lnTo>
                      <a:pt x="572" y="4367"/>
                    </a:lnTo>
                    <a:lnTo>
                      <a:pt x="762" y="4326"/>
                    </a:lnTo>
                    <a:lnTo>
                      <a:pt x="939" y="4286"/>
                    </a:lnTo>
                    <a:lnTo>
                      <a:pt x="1116" y="4245"/>
                    </a:lnTo>
                    <a:lnTo>
                      <a:pt x="1293" y="4177"/>
                    </a:lnTo>
                    <a:lnTo>
                      <a:pt x="1469" y="4109"/>
                    </a:lnTo>
                    <a:lnTo>
                      <a:pt x="1633" y="4041"/>
                    </a:lnTo>
                    <a:lnTo>
                      <a:pt x="1796" y="3946"/>
                    </a:lnTo>
                    <a:lnTo>
                      <a:pt x="1959" y="3864"/>
                    </a:lnTo>
                    <a:lnTo>
                      <a:pt x="2109" y="3769"/>
                    </a:lnTo>
                    <a:lnTo>
                      <a:pt x="2258" y="3660"/>
                    </a:lnTo>
                    <a:lnTo>
                      <a:pt x="2408" y="3537"/>
                    </a:lnTo>
                    <a:lnTo>
                      <a:pt x="2544" y="3429"/>
                    </a:lnTo>
                    <a:lnTo>
                      <a:pt x="2667" y="3293"/>
                    </a:lnTo>
                    <a:lnTo>
                      <a:pt x="2803" y="3170"/>
                    </a:lnTo>
                    <a:lnTo>
                      <a:pt x="2911" y="3034"/>
                    </a:lnTo>
                    <a:lnTo>
                      <a:pt x="3034" y="2885"/>
                    </a:lnTo>
                    <a:lnTo>
                      <a:pt x="3129" y="2735"/>
                    </a:lnTo>
                    <a:lnTo>
                      <a:pt x="3238" y="2585"/>
                    </a:lnTo>
                    <a:lnTo>
                      <a:pt x="3319" y="2422"/>
                    </a:lnTo>
                    <a:lnTo>
                      <a:pt x="3415" y="2259"/>
                    </a:lnTo>
                    <a:lnTo>
                      <a:pt x="3483" y="2096"/>
                    </a:lnTo>
                    <a:lnTo>
                      <a:pt x="3551" y="1919"/>
                    </a:lnTo>
                    <a:lnTo>
                      <a:pt x="3605" y="1742"/>
                    </a:lnTo>
                    <a:lnTo>
                      <a:pt x="3660" y="1565"/>
                    </a:lnTo>
                    <a:lnTo>
                      <a:pt x="3700" y="1388"/>
                    </a:lnTo>
                    <a:lnTo>
                      <a:pt x="3741" y="1198"/>
                    </a:lnTo>
                    <a:lnTo>
                      <a:pt x="3768" y="1007"/>
                    </a:lnTo>
                    <a:lnTo>
                      <a:pt x="3782" y="817"/>
                    </a:lnTo>
                    <a:lnTo>
                      <a:pt x="3782" y="627"/>
                    </a:lnTo>
                    <a:lnTo>
                      <a:pt x="378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-3223421" y="1440583"/>
                <a:ext cx="503383" cy="187068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5293" extrusionOk="0">
                    <a:moveTo>
                      <a:pt x="0" y="1"/>
                    </a:moveTo>
                    <a:lnTo>
                      <a:pt x="0" y="1130"/>
                    </a:lnTo>
                    <a:lnTo>
                      <a:pt x="8937" y="1130"/>
                    </a:lnTo>
                    <a:lnTo>
                      <a:pt x="9155" y="1143"/>
                    </a:lnTo>
                    <a:lnTo>
                      <a:pt x="9373" y="1157"/>
                    </a:lnTo>
                    <a:lnTo>
                      <a:pt x="9577" y="1184"/>
                    </a:lnTo>
                    <a:lnTo>
                      <a:pt x="9781" y="1211"/>
                    </a:lnTo>
                    <a:lnTo>
                      <a:pt x="9985" y="1266"/>
                    </a:lnTo>
                    <a:lnTo>
                      <a:pt x="10175" y="1320"/>
                    </a:lnTo>
                    <a:lnTo>
                      <a:pt x="10379" y="1388"/>
                    </a:lnTo>
                    <a:lnTo>
                      <a:pt x="10570" y="1456"/>
                    </a:lnTo>
                    <a:lnTo>
                      <a:pt x="10746" y="1538"/>
                    </a:lnTo>
                    <a:lnTo>
                      <a:pt x="10923" y="1633"/>
                    </a:lnTo>
                    <a:lnTo>
                      <a:pt x="11100" y="1742"/>
                    </a:lnTo>
                    <a:lnTo>
                      <a:pt x="11277" y="1837"/>
                    </a:lnTo>
                    <a:lnTo>
                      <a:pt x="11440" y="1959"/>
                    </a:lnTo>
                    <a:lnTo>
                      <a:pt x="11590" y="2082"/>
                    </a:lnTo>
                    <a:lnTo>
                      <a:pt x="11739" y="2218"/>
                    </a:lnTo>
                    <a:lnTo>
                      <a:pt x="11889" y="2354"/>
                    </a:lnTo>
                    <a:lnTo>
                      <a:pt x="12025" y="2504"/>
                    </a:lnTo>
                    <a:lnTo>
                      <a:pt x="12161" y="2653"/>
                    </a:lnTo>
                    <a:lnTo>
                      <a:pt x="12284" y="2803"/>
                    </a:lnTo>
                    <a:lnTo>
                      <a:pt x="12392" y="2966"/>
                    </a:lnTo>
                    <a:lnTo>
                      <a:pt x="12501" y="3143"/>
                    </a:lnTo>
                    <a:lnTo>
                      <a:pt x="12610" y="3320"/>
                    </a:lnTo>
                    <a:lnTo>
                      <a:pt x="12705" y="3497"/>
                    </a:lnTo>
                    <a:lnTo>
                      <a:pt x="12787" y="3673"/>
                    </a:lnTo>
                    <a:lnTo>
                      <a:pt x="12855" y="3864"/>
                    </a:lnTo>
                    <a:lnTo>
                      <a:pt x="12923" y="4054"/>
                    </a:lnTo>
                    <a:lnTo>
                      <a:pt x="12977" y="4258"/>
                    </a:lnTo>
                    <a:lnTo>
                      <a:pt x="13032" y="4462"/>
                    </a:lnTo>
                    <a:lnTo>
                      <a:pt x="13059" y="4666"/>
                    </a:lnTo>
                    <a:lnTo>
                      <a:pt x="13086" y="4870"/>
                    </a:lnTo>
                    <a:lnTo>
                      <a:pt x="13100" y="5088"/>
                    </a:lnTo>
                    <a:lnTo>
                      <a:pt x="13113" y="5292"/>
                    </a:lnTo>
                    <a:lnTo>
                      <a:pt x="14242" y="5292"/>
                    </a:lnTo>
                    <a:lnTo>
                      <a:pt x="14242" y="5020"/>
                    </a:lnTo>
                    <a:lnTo>
                      <a:pt x="14215" y="4762"/>
                    </a:lnTo>
                    <a:lnTo>
                      <a:pt x="14188" y="4489"/>
                    </a:lnTo>
                    <a:lnTo>
                      <a:pt x="14134" y="4231"/>
                    </a:lnTo>
                    <a:lnTo>
                      <a:pt x="14079" y="3973"/>
                    </a:lnTo>
                    <a:lnTo>
                      <a:pt x="14011" y="3728"/>
                    </a:lnTo>
                    <a:lnTo>
                      <a:pt x="13930" y="3483"/>
                    </a:lnTo>
                    <a:lnTo>
                      <a:pt x="13834" y="3238"/>
                    </a:lnTo>
                    <a:lnTo>
                      <a:pt x="13725" y="3007"/>
                    </a:lnTo>
                    <a:lnTo>
                      <a:pt x="13603" y="2776"/>
                    </a:lnTo>
                    <a:lnTo>
                      <a:pt x="13481" y="2544"/>
                    </a:lnTo>
                    <a:lnTo>
                      <a:pt x="13345" y="2340"/>
                    </a:lnTo>
                    <a:lnTo>
                      <a:pt x="13195" y="2123"/>
                    </a:lnTo>
                    <a:lnTo>
                      <a:pt x="13032" y="1932"/>
                    </a:lnTo>
                    <a:lnTo>
                      <a:pt x="12869" y="1728"/>
                    </a:lnTo>
                    <a:lnTo>
                      <a:pt x="12692" y="1551"/>
                    </a:lnTo>
                    <a:lnTo>
                      <a:pt x="12501" y="1375"/>
                    </a:lnTo>
                    <a:lnTo>
                      <a:pt x="12311" y="1211"/>
                    </a:lnTo>
                    <a:lnTo>
                      <a:pt x="12120" y="1048"/>
                    </a:lnTo>
                    <a:lnTo>
                      <a:pt x="11903" y="898"/>
                    </a:lnTo>
                    <a:lnTo>
                      <a:pt x="11685" y="762"/>
                    </a:lnTo>
                    <a:lnTo>
                      <a:pt x="11467" y="640"/>
                    </a:lnTo>
                    <a:lnTo>
                      <a:pt x="11236" y="518"/>
                    </a:lnTo>
                    <a:lnTo>
                      <a:pt x="11005" y="409"/>
                    </a:lnTo>
                    <a:lnTo>
                      <a:pt x="10760" y="314"/>
                    </a:lnTo>
                    <a:lnTo>
                      <a:pt x="10515" y="232"/>
                    </a:lnTo>
                    <a:lnTo>
                      <a:pt x="10270" y="164"/>
                    </a:lnTo>
                    <a:lnTo>
                      <a:pt x="10012" y="96"/>
                    </a:lnTo>
                    <a:lnTo>
                      <a:pt x="9754" y="55"/>
                    </a:lnTo>
                    <a:lnTo>
                      <a:pt x="9481" y="28"/>
                    </a:lnTo>
                    <a:lnTo>
                      <a:pt x="920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-2773435" y="1400221"/>
                <a:ext cx="298573" cy="147131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4163" extrusionOk="0">
                    <a:moveTo>
                      <a:pt x="7319" y="0"/>
                    </a:moveTo>
                    <a:lnTo>
                      <a:pt x="7305" y="313"/>
                    </a:lnTo>
                    <a:lnTo>
                      <a:pt x="7251" y="612"/>
                    </a:lnTo>
                    <a:lnTo>
                      <a:pt x="7183" y="898"/>
                    </a:lnTo>
                    <a:lnTo>
                      <a:pt x="7074" y="1183"/>
                    </a:lnTo>
                    <a:lnTo>
                      <a:pt x="6951" y="1442"/>
                    </a:lnTo>
                    <a:lnTo>
                      <a:pt x="6802" y="1687"/>
                    </a:lnTo>
                    <a:lnTo>
                      <a:pt x="6625" y="1932"/>
                    </a:lnTo>
                    <a:lnTo>
                      <a:pt x="6421" y="2136"/>
                    </a:lnTo>
                    <a:lnTo>
                      <a:pt x="6217" y="2340"/>
                    </a:lnTo>
                    <a:lnTo>
                      <a:pt x="5986" y="2517"/>
                    </a:lnTo>
                    <a:lnTo>
                      <a:pt x="5727" y="2666"/>
                    </a:lnTo>
                    <a:lnTo>
                      <a:pt x="5469" y="2789"/>
                    </a:lnTo>
                    <a:lnTo>
                      <a:pt x="5183" y="2897"/>
                    </a:lnTo>
                    <a:lnTo>
                      <a:pt x="4897" y="2965"/>
                    </a:lnTo>
                    <a:lnTo>
                      <a:pt x="4598" y="3006"/>
                    </a:lnTo>
                    <a:lnTo>
                      <a:pt x="4285" y="3033"/>
                    </a:lnTo>
                    <a:lnTo>
                      <a:pt x="0" y="3033"/>
                    </a:lnTo>
                    <a:lnTo>
                      <a:pt x="0" y="4162"/>
                    </a:lnTo>
                    <a:lnTo>
                      <a:pt x="4503" y="4162"/>
                    </a:lnTo>
                    <a:lnTo>
                      <a:pt x="4707" y="4149"/>
                    </a:lnTo>
                    <a:lnTo>
                      <a:pt x="4925" y="4122"/>
                    </a:lnTo>
                    <a:lnTo>
                      <a:pt x="5129" y="4081"/>
                    </a:lnTo>
                    <a:lnTo>
                      <a:pt x="5333" y="4026"/>
                    </a:lnTo>
                    <a:lnTo>
                      <a:pt x="5523" y="3972"/>
                    </a:lnTo>
                    <a:lnTo>
                      <a:pt x="5714" y="3918"/>
                    </a:lnTo>
                    <a:lnTo>
                      <a:pt x="5904" y="3836"/>
                    </a:lnTo>
                    <a:lnTo>
                      <a:pt x="6094" y="3754"/>
                    </a:lnTo>
                    <a:lnTo>
                      <a:pt x="6271" y="3659"/>
                    </a:lnTo>
                    <a:lnTo>
                      <a:pt x="6448" y="3564"/>
                    </a:lnTo>
                    <a:lnTo>
                      <a:pt x="6611" y="3455"/>
                    </a:lnTo>
                    <a:lnTo>
                      <a:pt x="6775" y="3333"/>
                    </a:lnTo>
                    <a:lnTo>
                      <a:pt x="6938" y="3210"/>
                    </a:lnTo>
                    <a:lnTo>
                      <a:pt x="7087" y="3088"/>
                    </a:lnTo>
                    <a:lnTo>
                      <a:pt x="7237" y="2938"/>
                    </a:lnTo>
                    <a:lnTo>
                      <a:pt x="7373" y="2802"/>
                    </a:lnTo>
                    <a:lnTo>
                      <a:pt x="7496" y="2653"/>
                    </a:lnTo>
                    <a:lnTo>
                      <a:pt x="7618" y="2489"/>
                    </a:lnTo>
                    <a:lnTo>
                      <a:pt x="7740" y="2326"/>
                    </a:lnTo>
                    <a:lnTo>
                      <a:pt x="7849" y="2163"/>
                    </a:lnTo>
                    <a:lnTo>
                      <a:pt x="7944" y="1986"/>
                    </a:lnTo>
                    <a:lnTo>
                      <a:pt x="8040" y="1809"/>
                    </a:lnTo>
                    <a:lnTo>
                      <a:pt x="8121" y="1619"/>
                    </a:lnTo>
                    <a:lnTo>
                      <a:pt x="8203" y="1428"/>
                    </a:lnTo>
                    <a:lnTo>
                      <a:pt x="8257" y="1238"/>
                    </a:lnTo>
                    <a:lnTo>
                      <a:pt x="8325" y="1034"/>
                    </a:lnTo>
                    <a:lnTo>
                      <a:pt x="8366" y="843"/>
                    </a:lnTo>
                    <a:lnTo>
                      <a:pt x="8407" y="639"/>
                    </a:lnTo>
                    <a:lnTo>
                      <a:pt x="8434" y="422"/>
                    </a:lnTo>
                    <a:lnTo>
                      <a:pt x="8448" y="218"/>
                    </a:lnTo>
                    <a:lnTo>
                      <a:pt x="844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-2315744" y="1793447"/>
                <a:ext cx="140416" cy="163989"/>
              </a:xfrm>
              <a:custGeom>
                <a:avLst/>
                <a:gdLst/>
                <a:ahLst/>
                <a:cxnLst/>
                <a:rect l="l" t="t" r="r" b="b"/>
                <a:pathLst>
                  <a:path w="3973" h="4640" extrusionOk="0">
                    <a:moveTo>
                      <a:pt x="0" y="1"/>
                    </a:moveTo>
                    <a:lnTo>
                      <a:pt x="0" y="667"/>
                    </a:lnTo>
                    <a:lnTo>
                      <a:pt x="0" y="871"/>
                    </a:lnTo>
                    <a:lnTo>
                      <a:pt x="14" y="1076"/>
                    </a:lnTo>
                    <a:lnTo>
                      <a:pt x="41" y="1266"/>
                    </a:lnTo>
                    <a:lnTo>
                      <a:pt x="82" y="1470"/>
                    </a:lnTo>
                    <a:lnTo>
                      <a:pt x="123" y="1660"/>
                    </a:lnTo>
                    <a:lnTo>
                      <a:pt x="177" y="1851"/>
                    </a:lnTo>
                    <a:lnTo>
                      <a:pt x="245" y="2028"/>
                    </a:lnTo>
                    <a:lnTo>
                      <a:pt x="313" y="2205"/>
                    </a:lnTo>
                    <a:lnTo>
                      <a:pt x="395" y="2381"/>
                    </a:lnTo>
                    <a:lnTo>
                      <a:pt x="476" y="2558"/>
                    </a:lnTo>
                    <a:lnTo>
                      <a:pt x="571" y="2721"/>
                    </a:lnTo>
                    <a:lnTo>
                      <a:pt x="680" y="2885"/>
                    </a:lnTo>
                    <a:lnTo>
                      <a:pt x="789" y="3048"/>
                    </a:lnTo>
                    <a:lnTo>
                      <a:pt x="912" y="3197"/>
                    </a:lnTo>
                    <a:lnTo>
                      <a:pt x="1034" y="3334"/>
                    </a:lnTo>
                    <a:lnTo>
                      <a:pt x="1170" y="3470"/>
                    </a:lnTo>
                    <a:lnTo>
                      <a:pt x="1306" y="3606"/>
                    </a:lnTo>
                    <a:lnTo>
                      <a:pt x="1442" y="3728"/>
                    </a:lnTo>
                    <a:lnTo>
                      <a:pt x="1605" y="3850"/>
                    </a:lnTo>
                    <a:lnTo>
                      <a:pt x="1755" y="3959"/>
                    </a:lnTo>
                    <a:lnTo>
                      <a:pt x="1918" y="4068"/>
                    </a:lnTo>
                    <a:lnTo>
                      <a:pt x="2081" y="4163"/>
                    </a:lnTo>
                    <a:lnTo>
                      <a:pt x="2258" y="4245"/>
                    </a:lnTo>
                    <a:lnTo>
                      <a:pt x="2435" y="4327"/>
                    </a:lnTo>
                    <a:lnTo>
                      <a:pt x="2612" y="4395"/>
                    </a:lnTo>
                    <a:lnTo>
                      <a:pt x="2789" y="4463"/>
                    </a:lnTo>
                    <a:lnTo>
                      <a:pt x="2979" y="4517"/>
                    </a:lnTo>
                    <a:lnTo>
                      <a:pt x="3170" y="4558"/>
                    </a:lnTo>
                    <a:lnTo>
                      <a:pt x="3374" y="4599"/>
                    </a:lnTo>
                    <a:lnTo>
                      <a:pt x="3564" y="4626"/>
                    </a:lnTo>
                    <a:lnTo>
                      <a:pt x="3768" y="4639"/>
                    </a:lnTo>
                    <a:lnTo>
                      <a:pt x="3972" y="4639"/>
                    </a:lnTo>
                    <a:lnTo>
                      <a:pt x="3972" y="3510"/>
                    </a:lnTo>
                    <a:lnTo>
                      <a:pt x="3686" y="3497"/>
                    </a:lnTo>
                    <a:lnTo>
                      <a:pt x="3401" y="3442"/>
                    </a:lnTo>
                    <a:lnTo>
                      <a:pt x="3129" y="3374"/>
                    </a:lnTo>
                    <a:lnTo>
                      <a:pt x="2870" y="3279"/>
                    </a:lnTo>
                    <a:lnTo>
                      <a:pt x="2625" y="3157"/>
                    </a:lnTo>
                    <a:lnTo>
                      <a:pt x="2394" y="3021"/>
                    </a:lnTo>
                    <a:lnTo>
                      <a:pt x="2177" y="2857"/>
                    </a:lnTo>
                    <a:lnTo>
                      <a:pt x="1973" y="2667"/>
                    </a:lnTo>
                    <a:lnTo>
                      <a:pt x="1782" y="2477"/>
                    </a:lnTo>
                    <a:lnTo>
                      <a:pt x="1619" y="2245"/>
                    </a:lnTo>
                    <a:lnTo>
                      <a:pt x="1483" y="2014"/>
                    </a:lnTo>
                    <a:lnTo>
                      <a:pt x="1360" y="1769"/>
                    </a:lnTo>
                    <a:lnTo>
                      <a:pt x="1265" y="1511"/>
                    </a:lnTo>
                    <a:lnTo>
                      <a:pt x="1197" y="1239"/>
                    </a:lnTo>
                    <a:lnTo>
                      <a:pt x="1156" y="953"/>
                    </a:lnTo>
                    <a:lnTo>
                      <a:pt x="1129" y="667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-2357590" y="1375198"/>
                <a:ext cx="175511" cy="140416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3973" extrusionOk="0">
                    <a:moveTo>
                      <a:pt x="3837" y="1"/>
                    </a:moveTo>
                    <a:lnTo>
                      <a:pt x="3823" y="286"/>
                    </a:lnTo>
                    <a:lnTo>
                      <a:pt x="3782" y="572"/>
                    </a:lnTo>
                    <a:lnTo>
                      <a:pt x="3701" y="844"/>
                    </a:lnTo>
                    <a:lnTo>
                      <a:pt x="3605" y="1103"/>
                    </a:lnTo>
                    <a:lnTo>
                      <a:pt x="3497" y="1347"/>
                    </a:lnTo>
                    <a:lnTo>
                      <a:pt x="3347" y="1579"/>
                    </a:lnTo>
                    <a:lnTo>
                      <a:pt x="3184" y="1810"/>
                    </a:lnTo>
                    <a:lnTo>
                      <a:pt x="3007" y="2000"/>
                    </a:lnTo>
                    <a:lnTo>
                      <a:pt x="2803" y="2191"/>
                    </a:lnTo>
                    <a:lnTo>
                      <a:pt x="2585" y="2354"/>
                    </a:lnTo>
                    <a:lnTo>
                      <a:pt x="2340" y="2490"/>
                    </a:lnTo>
                    <a:lnTo>
                      <a:pt x="2096" y="2612"/>
                    </a:lnTo>
                    <a:lnTo>
                      <a:pt x="1837" y="2708"/>
                    </a:lnTo>
                    <a:lnTo>
                      <a:pt x="1565" y="2776"/>
                    </a:lnTo>
                    <a:lnTo>
                      <a:pt x="1279" y="2830"/>
                    </a:lnTo>
                    <a:lnTo>
                      <a:pt x="994" y="2844"/>
                    </a:lnTo>
                    <a:lnTo>
                      <a:pt x="1" y="2844"/>
                    </a:lnTo>
                    <a:lnTo>
                      <a:pt x="1" y="3973"/>
                    </a:lnTo>
                    <a:lnTo>
                      <a:pt x="1198" y="3973"/>
                    </a:lnTo>
                    <a:lnTo>
                      <a:pt x="1402" y="3959"/>
                    </a:lnTo>
                    <a:lnTo>
                      <a:pt x="1606" y="3932"/>
                    </a:lnTo>
                    <a:lnTo>
                      <a:pt x="1796" y="3891"/>
                    </a:lnTo>
                    <a:lnTo>
                      <a:pt x="1987" y="3850"/>
                    </a:lnTo>
                    <a:lnTo>
                      <a:pt x="2177" y="3796"/>
                    </a:lnTo>
                    <a:lnTo>
                      <a:pt x="2354" y="3728"/>
                    </a:lnTo>
                    <a:lnTo>
                      <a:pt x="2544" y="3660"/>
                    </a:lnTo>
                    <a:lnTo>
                      <a:pt x="2721" y="3578"/>
                    </a:lnTo>
                    <a:lnTo>
                      <a:pt x="2884" y="3497"/>
                    </a:lnTo>
                    <a:lnTo>
                      <a:pt x="3061" y="3401"/>
                    </a:lnTo>
                    <a:lnTo>
                      <a:pt x="3211" y="3293"/>
                    </a:lnTo>
                    <a:lnTo>
                      <a:pt x="3374" y="3184"/>
                    </a:lnTo>
                    <a:lnTo>
                      <a:pt x="3524" y="3061"/>
                    </a:lnTo>
                    <a:lnTo>
                      <a:pt x="3673" y="2939"/>
                    </a:lnTo>
                    <a:lnTo>
                      <a:pt x="3809" y="2803"/>
                    </a:lnTo>
                    <a:lnTo>
                      <a:pt x="3932" y="2667"/>
                    </a:lnTo>
                    <a:lnTo>
                      <a:pt x="4068" y="2531"/>
                    </a:lnTo>
                    <a:lnTo>
                      <a:pt x="4177" y="2381"/>
                    </a:lnTo>
                    <a:lnTo>
                      <a:pt x="4286" y="2218"/>
                    </a:lnTo>
                    <a:lnTo>
                      <a:pt x="4394" y="2055"/>
                    </a:lnTo>
                    <a:lnTo>
                      <a:pt x="4490" y="1891"/>
                    </a:lnTo>
                    <a:lnTo>
                      <a:pt x="4585" y="1715"/>
                    </a:lnTo>
                    <a:lnTo>
                      <a:pt x="4653" y="1551"/>
                    </a:lnTo>
                    <a:lnTo>
                      <a:pt x="4734" y="1361"/>
                    </a:lnTo>
                    <a:lnTo>
                      <a:pt x="4789" y="1184"/>
                    </a:lnTo>
                    <a:lnTo>
                      <a:pt x="4843" y="994"/>
                    </a:lnTo>
                    <a:lnTo>
                      <a:pt x="4884" y="803"/>
                    </a:lnTo>
                    <a:lnTo>
                      <a:pt x="4925" y="599"/>
                    </a:lnTo>
                    <a:lnTo>
                      <a:pt x="4952" y="409"/>
                    </a:lnTo>
                    <a:lnTo>
                      <a:pt x="4966" y="205"/>
                    </a:lnTo>
                    <a:lnTo>
                      <a:pt x="496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-2248946" y="1607896"/>
                <a:ext cx="20389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769" h="1130" extrusionOk="0">
                    <a:moveTo>
                      <a:pt x="1" y="0"/>
                    </a:moveTo>
                    <a:lnTo>
                      <a:pt x="1" y="1129"/>
                    </a:lnTo>
                    <a:lnTo>
                      <a:pt x="5768" y="1129"/>
                    </a:lnTo>
                    <a:lnTo>
                      <a:pt x="5741" y="558"/>
                    </a:lnTo>
                    <a:lnTo>
                      <a:pt x="571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-3264773" y="1067043"/>
                <a:ext cx="197140" cy="102423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2898" extrusionOk="0">
                    <a:moveTo>
                      <a:pt x="2041" y="0"/>
                    </a:moveTo>
                    <a:lnTo>
                      <a:pt x="1511" y="273"/>
                    </a:lnTo>
                    <a:lnTo>
                      <a:pt x="1007" y="545"/>
                    </a:lnTo>
                    <a:lnTo>
                      <a:pt x="504" y="844"/>
                    </a:lnTo>
                    <a:lnTo>
                      <a:pt x="1" y="1143"/>
                    </a:lnTo>
                    <a:lnTo>
                      <a:pt x="2694" y="1143"/>
                    </a:lnTo>
                    <a:lnTo>
                      <a:pt x="2871" y="1157"/>
                    </a:lnTo>
                    <a:lnTo>
                      <a:pt x="3048" y="1184"/>
                    </a:lnTo>
                    <a:lnTo>
                      <a:pt x="3211" y="1225"/>
                    </a:lnTo>
                    <a:lnTo>
                      <a:pt x="3374" y="1279"/>
                    </a:lnTo>
                    <a:lnTo>
                      <a:pt x="3524" y="1361"/>
                    </a:lnTo>
                    <a:lnTo>
                      <a:pt x="3673" y="1442"/>
                    </a:lnTo>
                    <a:lnTo>
                      <a:pt x="3796" y="1538"/>
                    </a:lnTo>
                    <a:lnTo>
                      <a:pt x="3932" y="1660"/>
                    </a:lnTo>
                    <a:lnTo>
                      <a:pt x="4041" y="1782"/>
                    </a:lnTo>
                    <a:lnTo>
                      <a:pt x="4136" y="1918"/>
                    </a:lnTo>
                    <a:lnTo>
                      <a:pt x="4231" y="2054"/>
                    </a:lnTo>
                    <a:lnTo>
                      <a:pt x="4299" y="2218"/>
                    </a:lnTo>
                    <a:lnTo>
                      <a:pt x="4353" y="2367"/>
                    </a:lnTo>
                    <a:lnTo>
                      <a:pt x="4408" y="2544"/>
                    </a:lnTo>
                    <a:lnTo>
                      <a:pt x="4435" y="2721"/>
                    </a:lnTo>
                    <a:lnTo>
                      <a:pt x="4435" y="2898"/>
                    </a:lnTo>
                    <a:lnTo>
                      <a:pt x="5578" y="2898"/>
                    </a:lnTo>
                    <a:lnTo>
                      <a:pt x="5564" y="2599"/>
                    </a:lnTo>
                    <a:lnTo>
                      <a:pt x="5510" y="2313"/>
                    </a:lnTo>
                    <a:lnTo>
                      <a:pt x="5442" y="2041"/>
                    </a:lnTo>
                    <a:lnTo>
                      <a:pt x="5346" y="1769"/>
                    </a:lnTo>
                    <a:lnTo>
                      <a:pt x="5224" y="1524"/>
                    </a:lnTo>
                    <a:lnTo>
                      <a:pt x="5074" y="1279"/>
                    </a:lnTo>
                    <a:lnTo>
                      <a:pt x="4911" y="1061"/>
                    </a:lnTo>
                    <a:lnTo>
                      <a:pt x="4734" y="857"/>
                    </a:lnTo>
                    <a:lnTo>
                      <a:pt x="4517" y="667"/>
                    </a:lnTo>
                    <a:lnTo>
                      <a:pt x="4299" y="504"/>
                    </a:lnTo>
                    <a:lnTo>
                      <a:pt x="4068" y="354"/>
                    </a:lnTo>
                    <a:lnTo>
                      <a:pt x="3809" y="232"/>
                    </a:lnTo>
                    <a:lnTo>
                      <a:pt x="3551" y="137"/>
                    </a:lnTo>
                    <a:lnTo>
                      <a:pt x="3265" y="69"/>
                    </a:lnTo>
                    <a:lnTo>
                      <a:pt x="2980" y="28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-3479658" y="1917960"/>
                <a:ext cx="40396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6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6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29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-3402751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7" y="3850"/>
                    </a:lnTo>
                    <a:lnTo>
                      <a:pt x="586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7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-3325350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64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6" y="3864"/>
                    </a:lnTo>
                    <a:lnTo>
                      <a:pt x="694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34" y="3606"/>
                    </a:lnTo>
                    <a:lnTo>
                      <a:pt x="1089" y="3510"/>
                    </a:lnTo>
                    <a:lnTo>
                      <a:pt x="1116" y="3415"/>
                    </a:lnTo>
                    <a:lnTo>
                      <a:pt x="1130" y="3306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-3248409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5" y="3619"/>
                    </a:lnTo>
                    <a:lnTo>
                      <a:pt x="163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7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79" y="3687"/>
                    </a:lnTo>
                    <a:lnTo>
                      <a:pt x="1048" y="3606"/>
                    </a:lnTo>
                    <a:lnTo>
                      <a:pt x="1088" y="3510"/>
                    </a:lnTo>
                    <a:lnTo>
                      <a:pt x="1129" y="3415"/>
                    </a:lnTo>
                    <a:lnTo>
                      <a:pt x="1129" y="3306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6" name="Google Shape;1476;p32"/>
              <p:cNvSpPr/>
              <p:nvPr/>
            </p:nvSpPr>
            <p:spPr>
              <a:xfrm>
                <a:off x="-3171503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089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77" name="Google Shape;1477;p32"/>
            <p:cNvSpPr/>
            <p:nvPr/>
          </p:nvSpPr>
          <p:spPr>
            <a:xfrm>
              <a:off x="-1893024" y="2339485"/>
              <a:ext cx="957841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3"/>
                  </a:lnTo>
                  <a:lnTo>
                    <a:pt x="1" y="852"/>
                  </a:lnTo>
                  <a:lnTo>
                    <a:pt x="30" y="1016"/>
                  </a:lnTo>
                  <a:lnTo>
                    <a:pt x="75" y="1181"/>
                  </a:lnTo>
                  <a:lnTo>
                    <a:pt x="150" y="1315"/>
                  </a:lnTo>
                  <a:lnTo>
                    <a:pt x="255" y="1450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689"/>
                  </a:lnTo>
                  <a:lnTo>
                    <a:pt x="26623" y="1689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50"/>
                  </a:lnTo>
                  <a:lnTo>
                    <a:pt x="27325" y="1315"/>
                  </a:lnTo>
                  <a:lnTo>
                    <a:pt x="27400" y="1181"/>
                  </a:lnTo>
                  <a:lnTo>
                    <a:pt x="27460" y="1016"/>
                  </a:lnTo>
                  <a:lnTo>
                    <a:pt x="27475" y="852"/>
                  </a:lnTo>
                  <a:lnTo>
                    <a:pt x="27460" y="673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-1893024" y="2490701"/>
              <a:ext cx="957841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31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89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65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65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89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31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-1893024" y="2642339"/>
              <a:ext cx="957841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2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2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-1893024" y="2793977"/>
              <a:ext cx="957841" cy="47940"/>
            </a:xfrm>
            <a:custGeom>
              <a:avLst/>
              <a:gdLst/>
              <a:ahLst/>
              <a:cxnLst/>
              <a:rect l="l" t="t" r="r" b="b"/>
              <a:pathLst>
                <a:path w="27475" h="1705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61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73"/>
                  </a:lnTo>
                  <a:lnTo>
                    <a:pt x="1" y="853"/>
                  </a:lnTo>
                  <a:lnTo>
                    <a:pt x="30" y="1017"/>
                  </a:lnTo>
                  <a:lnTo>
                    <a:pt x="75" y="1181"/>
                  </a:lnTo>
                  <a:lnTo>
                    <a:pt x="150" y="1331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1"/>
                  </a:lnTo>
                  <a:lnTo>
                    <a:pt x="27400" y="1181"/>
                  </a:lnTo>
                  <a:lnTo>
                    <a:pt x="27460" y="1017"/>
                  </a:lnTo>
                  <a:lnTo>
                    <a:pt x="27475" y="853"/>
                  </a:lnTo>
                  <a:lnTo>
                    <a:pt x="27460" y="673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61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-1893024" y="2945643"/>
              <a:ext cx="957841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2"/>
                  </a:lnTo>
                  <a:lnTo>
                    <a:pt x="1" y="837"/>
                  </a:lnTo>
                  <a:lnTo>
                    <a:pt x="30" y="1016"/>
                  </a:lnTo>
                  <a:lnTo>
                    <a:pt x="75" y="1180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3"/>
                  </a:lnTo>
                  <a:lnTo>
                    <a:pt x="852" y="1688"/>
                  </a:lnTo>
                  <a:lnTo>
                    <a:pt x="26623" y="1688"/>
                  </a:lnTo>
                  <a:lnTo>
                    <a:pt x="26787" y="1673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15"/>
                  </a:lnTo>
                  <a:lnTo>
                    <a:pt x="27400" y="1180"/>
                  </a:lnTo>
                  <a:lnTo>
                    <a:pt x="27460" y="1016"/>
                  </a:lnTo>
                  <a:lnTo>
                    <a:pt x="27475" y="837"/>
                  </a:lnTo>
                  <a:lnTo>
                    <a:pt x="27460" y="672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-1893024" y="3096859"/>
              <a:ext cx="957841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4"/>
                  </a:lnTo>
                  <a:lnTo>
                    <a:pt x="150" y="374"/>
                  </a:lnTo>
                  <a:lnTo>
                    <a:pt x="75" y="523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3"/>
                  </a:lnTo>
                  <a:lnTo>
                    <a:pt x="26623" y="1703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3"/>
                  </a:lnTo>
                  <a:lnTo>
                    <a:pt x="27325" y="374"/>
                  </a:lnTo>
                  <a:lnTo>
                    <a:pt x="27221" y="254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83" name="Google Shape;1483;p32"/>
          <p:cNvGrpSpPr/>
          <p:nvPr/>
        </p:nvGrpSpPr>
        <p:grpSpPr>
          <a:xfrm>
            <a:off x="182096" y="2865533"/>
            <a:ext cx="3450777" cy="3541755"/>
            <a:chOff x="-2362222" y="2639837"/>
            <a:chExt cx="2038181" cy="2091917"/>
          </a:xfrm>
        </p:grpSpPr>
        <p:sp>
          <p:nvSpPr>
            <p:cNvPr id="1484" name="Google Shape;1484;p32"/>
            <p:cNvSpPr/>
            <p:nvPr/>
          </p:nvSpPr>
          <p:spPr>
            <a:xfrm>
              <a:off x="-2362222" y="4609077"/>
              <a:ext cx="2038181" cy="122677"/>
            </a:xfrm>
            <a:custGeom>
              <a:avLst/>
              <a:gdLst/>
              <a:ahLst/>
              <a:cxnLst/>
              <a:rect l="l" t="t" r="r" b="b"/>
              <a:pathLst>
                <a:path w="72488" h="4363" extrusionOk="0">
                  <a:moveTo>
                    <a:pt x="36244" y="1"/>
                  </a:moveTo>
                  <a:lnTo>
                    <a:pt x="32538" y="16"/>
                  </a:lnTo>
                  <a:lnTo>
                    <a:pt x="28938" y="45"/>
                  </a:lnTo>
                  <a:lnTo>
                    <a:pt x="25472" y="105"/>
                  </a:lnTo>
                  <a:lnTo>
                    <a:pt x="22141" y="180"/>
                  </a:lnTo>
                  <a:lnTo>
                    <a:pt x="18973" y="270"/>
                  </a:lnTo>
                  <a:lnTo>
                    <a:pt x="15985" y="374"/>
                  </a:lnTo>
                  <a:lnTo>
                    <a:pt x="13192" y="509"/>
                  </a:lnTo>
                  <a:lnTo>
                    <a:pt x="10622" y="643"/>
                  </a:lnTo>
                  <a:lnTo>
                    <a:pt x="8277" y="792"/>
                  </a:lnTo>
                  <a:lnTo>
                    <a:pt x="6185" y="972"/>
                  </a:lnTo>
                  <a:lnTo>
                    <a:pt x="5244" y="1061"/>
                  </a:lnTo>
                  <a:lnTo>
                    <a:pt x="4377" y="1151"/>
                  </a:lnTo>
                  <a:lnTo>
                    <a:pt x="3571" y="1241"/>
                  </a:lnTo>
                  <a:lnTo>
                    <a:pt x="2853" y="1330"/>
                  </a:lnTo>
                  <a:lnTo>
                    <a:pt x="2196" y="1435"/>
                  </a:lnTo>
                  <a:lnTo>
                    <a:pt x="1628" y="1539"/>
                  </a:lnTo>
                  <a:lnTo>
                    <a:pt x="1150" y="1644"/>
                  </a:lnTo>
                  <a:lnTo>
                    <a:pt x="732" y="1749"/>
                  </a:lnTo>
                  <a:lnTo>
                    <a:pt x="418" y="1853"/>
                  </a:lnTo>
                  <a:lnTo>
                    <a:pt x="299" y="1913"/>
                  </a:lnTo>
                  <a:lnTo>
                    <a:pt x="194" y="1958"/>
                  </a:lnTo>
                  <a:lnTo>
                    <a:pt x="105" y="2018"/>
                  </a:lnTo>
                  <a:lnTo>
                    <a:pt x="45" y="2077"/>
                  </a:lnTo>
                  <a:lnTo>
                    <a:pt x="15" y="2122"/>
                  </a:lnTo>
                  <a:lnTo>
                    <a:pt x="0" y="2182"/>
                  </a:lnTo>
                  <a:lnTo>
                    <a:pt x="15" y="2242"/>
                  </a:lnTo>
                  <a:lnTo>
                    <a:pt x="45" y="2301"/>
                  </a:lnTo>
                  <a:lnTo>
                    <a:pt x="105" y="2346"/>
                  </a:lnTo>
                  <a:lnTo>
                    <a:pt x="194" y="2406"/>
                  </a:lnTo>
                  <a:lnTo>
                    <a:pt x="299" y="2466"/>
                  </a:lnTo>
                  <a:lnTo>
                    <a:pt x="418" y="2511"/>
                  </a:lnTo>
                  <a:lnTo>
                    <a:pt x="732" y="2630"/>
                  </a:lnTo>
                  <a:lnTo>
                    <a:pt x="1150" y="2735"/>
                  </a:lnTo>
                  <a:lnTo>
                    <a:pt x="1628" y="2839"/>
                  </a:lnTo>
                  <a:lnTo>
                    <a:pt x="2196" y="2929"/>
                  </a:lnTo>
                  <a:lnTo>
                    <a:pt x="2853" y="3033"/>
                  </a:lnTo>
                  <a:lnTo>
                    <a:pt x="3571" y="3123"/>
                  </a:lnTo>
                  <a:lnTo>
                    <a:pt x="4377" y="3228"/>
                  </a:lnTo>
                  <a:lnTo>
                    <a:pt x="5244" y="3317"/>
                  </a:lnTo>
                  <a:lnTo>
                    <a:pt x="6185" y="3407"/>
                  </a:lnTo>
                  <a:lnTo>
                    <a:pt x="8277" y="3571"/>
                  </a:lnTo>
                  <a:lnTo>
                    <a:pt x="10622" y="3721"/>
                  </a:lnTo>
                  <a:lnTo>
                    <a:pt x="13192" y="3870"/>
                  </a:lnTo>
                  <a:lnTo>
                    <a:pt x="15985" y="3990"/>
                  </a:lnTo>
                  <a:lnTo>
                    <a:pt x="18973" y="4094"/>
                  </a:lnTo>
                  <a:lnTo>
                    <a:pt x="22141" y="4184"/>
                  </a:lnTo>
                  <a:lnTo>
                    <a:pt x="25472" y="4258"/>
                  </a:lnTo>
                  <a:lnTo>
                    <a:pt x="28938" y="4318"/>
                  </a:lnTo>
                  <a:lnTo>
                    <a:pt x="32538" y="4348"/>
                  </a:lnTo>
                  <a:lnTo>
                    <a:pt x="36244" y="4363"/>
                  </a:lnTo>
                  <a:lnTo>
                    <a:pt x="39949" y="4348"/>
                  </a:lnTo>
                  <a:lnTo>
                    <a:pt x="43549" y="4318"/>
                  </a:lnTo>
                  <a:lnTo>
                    <a:pt x="47015" y="4258"/>
                  </a:lnTo>
                  <a:lnTo>
                    <a:pt x="50347" y="4184"/>
                  </a:lnTo>
                  <a:lnTo>
                    <a:pt x="53514" y="4094"/>
                  </a:lnTo>
                  <a:lnTo>
                    <a:pt x="56502" y="3990"/>
                  </a:lnTo>
                  <a:lnTo>
                    <a:pt x="59295" y="3870"/>
                  </a:lnTo>
                  <a:lnTo>
                    <a:pt x="61865" y="3721"/>
                  </a:lnTo>
                  <a:lnTo>
                    <a:pt x="64210" y="3571"/>
                  </a:lnTo>
                  <a:lnTo>
                    <a:pt x="66302" y="3407"/>
                  </a:lnTo>
                  <a:lnTo>
                    <a:pt x="67243" y="3317"/>
                  </a:lnTo>
                  <a:lnTo>
                    <a:pt x="68110" y="3228"/>
                  </a:lnTo>
                  <a:lnTo>
                    <a:pt x="68916" y="3123"/>
                  </a:lnTo>
                  <a:lnTo>
                    <a:pt x="69634" y="3033"/>
                  </a:lnTo>
                  <a:lnTo>
                    <a:pt x="70291" y="2929"/>
                  </a:lnTo>
                  <a:lnTo>
                    <a:pt x="70859" y="2839"/>
                  </a:lnTo>
                  <a:lnTo>
                    <a:pt x="71352" y="2735"/>
                  </a:lnTo>
                  <a:lnTo>
                    <a:pt x="71755" y="2630"/>
                  </a:lnTo>
                  <a:lnTo>
                    <a:pt x="72069" y="2511"/>
                  </a:lnTo>
                  <a:lnTo>
                    <a:pt x="72188" y="2466"/>
                  </a:lnTo>
                  <a:lnTo>
                    <a:pt x="72293" y="2406"/>
                  </a:lnTo>
                  <a:lnTo>
                    <a:pt x="72382" y="2346"/>
                  </a:lnTo>
                  <a:lnTo>
                    <a:pt x="72442" y="2301"/>
                  </a:lnTo>
                  <a:lnTo>
                    <a:pt x="72472" y="2242"/>
                  </a:lnTo>
                  <a:lnTo>
                    <a:pt x="72487" y="2182"/>
                  </a:lnTo>
                  <a:lnTo>
                    <a:pt x="72472" y="2122"/>
                  </a:lnTo>
                  <a:lnTo>
                    <a:pt x="72442" y="2077"/>
                  </a:lnTo>
                  <a:lnTo>
                    <a:pt x="72382" y="2018"/>
                  </a:lnTo>
                  <a:lnTo>
                    <a:pt x="72293" y="1958"/>
                  </a:lnTo>
                  <a:lnTo>
                    <a:pt x="72188" y="1913"/>
                  </a:lnTo>
                  <a:lnTo>
                    <a:pt x="72069" y="1853"/>
                  </a:lnTo>
                  <a:lnTo>
                    <a:pt x="71755" y="1749"/>
                  </a:lnTo>
                  <a:lnTo>
                    <a:pt x="71352" y="1644"/>
                  </a:lnTo>
                  <a:lnTo>
                    <a:pt x="70859" y="1539"/>
                  </a:lnTo>
                  <a:lnTo>
                    <a:pt x="70291" y="1435"/>
                  </a:lnTo>
                  <a:lnTo>
                    <a:pt x="69634" y="1330"/>
                  </a:lnTo>
                  <a:lnTo>
                    <a:pt x="68916" y="1241"/>
                  </a:lnTo>
                  <a:lnTo>
                    <a:pt x="68110" y="1151"/>
                  </a:lnTo>
                  <a:lnTo>
                    <a:pt x="67243" y="1061"/>
                  </a:lnTo>
                  <a:lnTo>
                    <a:pt x="66302" y="972"/>
                  </a:lnTo>
                  <a:lnTo>
                    <a:pt x="64210" y="792"/>
                  </a:lnTo>
                  <a:lnTo>
                    <a:pt x="61865" y="643"/>
                  </a:lnTo>
                  <a:lnTo>
                    <a:pt x="59295" y="509"/>
                  </a:lnTo>
                  <a:lnTo>
                    <a:pt x="56502" y="374"/>
                  </a:lnTo>
                  <a:lnTo>
                    <a:pt x="53514" y="270"/>
                  </a:lnTo>
                  <a:lnTo>
                    <a:pt x="50347" y="180"/>
                  </a:lnTo>
                  <a:lnTo>
                    <a:pt x="47015" y="105"/>
                  </a:lnTo>
                  <a:lnTo>
                    <a:pt x="43549" y="45"/>
                  </a:lnTo>
                  <a:lnTo>
                    <a:pt x="39949" y="16"/>
                  </a:lnTo>
                  <a:lnTo>
                    <a:pt x="362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-1460771" y="3049397"/>
              <a:ext cx="729255" cy="492759"/>
            </a:xfrm>
            <a:custGeom>
              <a:avLst/>
              <a:gdLst/>
              <a:ahLst/>
              <a:cxnLst/>
              <a:rect l="l" t="t" r="r" b="b"/>
              <a:pathLst>
                <a:path w="25936" h="17525" extrusionOk="0">
                  <a:moveTo>
                    <a:pt x="3735" y="0"/>
                  </a:moveTo>
                  <a:lnTo>
                    <a:pt x="3377" y="30"/>
                  </a:lnTo>
                  <a:lnTo>
                    <a:pt x="3018" y="75"/>
                  </a:lnTo>
                  <a:lnTo>
                    <a:pt x="2660" y="165"/>
                  </a:lnTo>
                  <a:lnTo>
                    <a:pt x="2480" y="224"/>
                  </a:lnTo>
                  <a:lnTo>
                    <a:pt x="2316" y="299"/>
                  </a:lnTo>
                  <a:lnTo>
                    <a:pt x="2152" y="374"/>
                  </a:lnTo>
                  <a:lnTo>
                    <a:pt x="1972" y="448"/>
                  </a:lnTo>
                  <a:lnTo>
                    <a:pt x="1808" y="538"/>
                  </a:lnTo>
                  <a:lnTo>
                    <a:pt x="1659" y="643"/>
                  </a:lnTo>
                  <a:lnTo>
                    <a:pt x="1494" y="762"/>
                  </a:lnTo>
                  <a:lnTo>
                    <a:pt x="1345" y="882"/>
                  </a:lnTo>
                  <a:lnTo>
                    <a:pt x="1196" y="1001"/>
                  </a:lnTo>
                  <a:lnTo>
                    <a:pt x="1061" y="1136"/>
                  </a:lnTo>
                  <a:lnTo>
                    <a:pt x="942" y="1285"/>
                  </a:lnTo>
                  <a:lnTo>
                    <a:pt x="807" y="1419"/>
                  </a:lnTo>
                  <a:lnTo>
                    <a:pt x="703" y="1569"/>
                  </a:lnTo>
                  <a:lnTo>
                    <a:pt x="598" y="1733"/>
                  </a:lnTo>
                  <a:lnTo>
                    <a:pt x="493" y="1883"/>
                  </a:lnTo>
                  <a:lnTo>
                    <a:pt x="404" y="2047"/>
                  </a:lnTo>
                  <a:lnTo>
                    <a:pt x="254" y="2376"/>
                  </a:lnTo>
                  <a:lnTo>
                    <a:pt x="135" y="2719"/>
                  </a:lnTo>
                  <a:lnTo>
                    <a:pt x="60" y="3078"/>
                  </a:lnTo>
                  <a:lnTo>
                    <a:pt x="15" y="3436"/>
                  </a:lnTo>
                  <a:lnTo>
                    <a:pt x="0" y="3795"/>
                  </a:lnTo>
                  <a:lnTo>
                    <a:pt x="15" y="4153"/>
                  </a:lnTo>
                  <a:lnTo>
                    <a:pt x="60" y="4512"/>
                  </a:lnTo>
                  <a:lnTo>
                    <a:pt x="150" y="4870"/>
                  </a:lnTo>
                  <a:lnTo>
                    <a:pt x="210" y="5035"/>
                  </a:lnTo>
                  <a:lnTo>
                    <a:pt x="284" y="5214"/>
                  </a:lnTo>
                  <a:lnTo>
                    <a:pt x="359" y="5378"/>
                  </a:lnTo>
                  <a:lnTo>
                    <a:pt x="434" y="5558"/>
                  </a:lnTo>
                  <a:lnTo>
                    <a:pt x="538" y="5707"/>
                  </a:lnTo>
                  <a:lnTo>
                    <a:pt x="628" y="5871"/>
                  </a:lnTo>
                  <a:lnTo>
                    <a:pt x="747" y="6036"/>
                  </a:lnTo>
                  <a:lnTo>
                    <a:pt x="867" y="6185"/>
                  </a:lnTo>
                  <a:lnTo>
                    <a:pt x="9323" y="16314"/>
                  </a:lnTo>
                  <a:lnTo>
                    <a:pt x="9547" y="16583"/>
                  </a:lnTo>
                  <a:lnTo>
                    <a:pt x="9651" y="16718"/>
                  </a:lnTo>
                  <a:lnTo>
                    <a:pt x="9771" y="16837"/>
                  </a:lnTo>
                  <a:lnTo>
                    <a:pt x="9905" y="16942"/>
                  </a:lnTo>
                  <a:lnTo>
                    <a:pt x="10040" y="17046"/>
                  </a:lnTo>
                  <a:lnTo>
                    <a:pt x="10189" y="17136"/>
                  </a:lnTo>
                  <a:lnTo>
                    <a:pt x="10339" y="17225"/>
                  </a:lnTo>
                  <a:lnTo>
                    <a:pt x="10488" y="17300"/>
                  </a:lnTo>
                  <a:lnTo>
                    <a:pt x="10652" y="17360"/>
                  </a:lnTo>
                  <a:lnTo>
                    <a:pt x="10802" y="17420"/>
                  </a:lnTo>
                  <a:lnTo>
                    <a:pt x="10981" y="17465"/>
                  </a:lnTo>
                  <a:lnTo>
                    <a:pt x="11145" y="17494"/>
                  </a:lnTo>
                  <a:lnTo>
                    <a:pt x="11325" y="17524"/>
                  </a:lnTo>
                  <a:lnTo>
                    <a:pt x="11668" y="17524"/>
                  </a:lnTo>
                  <a:lnTo>
                    <a:pt x="11848" y="17509"/>
                  </a:lnTo>
                  <a:lnTo>
                    <a:pt x="12027" y="17494"/>
                  </a:lnTo>
                  <a:lnTo>
                    <a:pt x="12908" y="17315"/>
                  </a:lnTo>
                  <a:lnTo>
                    <a:pt x="13790" y="17121"/>
                  </a:lnTo>
                  <a:lnTo>
                    <a:pt x="14656" y="16912"/>
                  </a:lnTo>
                  <a:lnTo>
                    <a:pt x="15523" y="16658"/>
                  </a:lnTo>
                  <a:lnTo>
                    <a:pt x="16374" y="16404"/>
                  </a:lnTo>
                  <a:lnTo>
                    <a:pt x="17211" y="16105"/>
                  </a:lnTo>
                  <a:lnTo>
                    <a:pt x="18047" y="15791"/>
                  </a:lnTo>
                  <a:lnTo>
                    <a:pt x="18869" y="15463"/>
                  </a:lnTo>
                  <a:lnTo>
                    <a:pt x="19676" y="15104"/>
                  </a:lnTo>
                  <a:lnTo>
                    <a:pt x="20468" y="14731"/>
                  </a:lnTo>
                  <a:lnTo>
                    <a:pt x="21259" y="14342"/>
                  </a:lnTo>
                  <a:lnTo>
                    <a:pt x="22021" y="13924"/>
                  </a:lnTo>
                  <a:lnTo>
                    <a:pt x="22783" y="13506"/>
                  </a:lnTo>
                  <a:lnTo>
                    <a:pt x="23530" y="13057"/>
                  </a:lnTo>
                  <a:lnTo>
                    <a:pt x="24262" y="12594"/>
                  </a:lnTo>
                  <a:lnTo>
                    <a:pt x="24979" y="12131"/>
                  </a:lnTo>
                  <a:lnTo>
                    <a:pt x="25144" y="12012"/>
                  </a:lnTo>
                  <a:lnTo>
                    <a:pt x="25293" y="11877"/>
                  </a:lnTo>
                  <a:lnTo>
                    <a:pt x="25428" y="11728"/>
                  </a:lnTo>
                  <a:lnTo>
                    <a:pt x="25547" y="11578"/>
                  </a:lnTo>
                  <a:lnTo>
                    <a:pt x="25652" y="11414"/>
                  </a:lnTo>
                  <a:lnTo>
                    <a:pt x="25741" y="11250"/>
                  </a:lnTo>
                  <a:lnTo>
                    <a:pt x="25816" y="11070"/>
                  </a:lnTo>
                  <a:lnTo>
                    <a:pt x="25861" y="10876"/>
                  </a:lnTo>
                  <a:lnTo>
                    <a:pt x="25906" y="10697"/>
                  </a:lnTo>
                  <a:lnTo>
                    <a:pt x="25936" y="10503"/>
                  </a:lnTo>
                  <a:lnTo>
                    <a:pt x="25936" y="10308"/>
                  </a:lnTo>
                  <a:lnTo>
                    <a:pt x="25921" y="10114"/>
                  </a:lnTo>
                  <a:lnTo>
                    <a:pt x="25906" y="9920"/>
                  </a:lnTo>
                  <a:lnTo>
                    <a:pt x="25846" y="9726"/>
                  </a:lnTo>
                  <a:lnTo>
                    <a:pt x="25786" y="9532"/>
                  </a:lnTo>
                  <a:lnTo>
                    <a:pt x="25697" y="9352"/>
                  </a:lnTo>
                  <a:lnTo>
                    <a:pt x="25592" y="9158"/>
                  </a:lnTo>
                  <a:lnTo>
                    <a:pt x="25458" y="8979"/>
                  </a:lnTo>
                  <a:lnTo>
                    <a:pt x="25323" y="8815"/>
                  </a:lnTo>
                  <a:lnTo>
                    <a:pt x="25159" y="8680"/>
                  </a:lnTo>
                  <a:lnTo>
                    <a:pt x="24994" y="8546"/>
                  </a:lnTo>
                  <a:lnTo>
                    <a:pt x="24815" y="8441"/>
                  </a:lnTo>
                  <a:lnTo>
                    <a:pt x="24636" y="8351"/>
                  </a:lnTo>
                  <a:lnTo>
                    <a:pt x="24442" y="8277"/>
                  </a:lnTo>
                  <a:lnTo>
                    <a:pt x="24247" y="8232"/>
                  </a:lnTo>
                  <a:lnTo>
                    <a:pt x="24038" y="8187"/>
                  </a:lnTo>
                  <a:lnTo>
                    <a:pt x="23829" y="8172"/>
                  </a:lnTo>
                  <a:lnTo>
                    <a:pt x="23620" y="8187"/>
                  </a:lnTo>
                  <a:lnTo>
                    <a:pt x="23411" y="8202"/>
                  </a:lnTo>
                  <a:lnTo>
                    <a:pt x="23202" y="8247"/>
                  </a:lnTo>
                  <a:lnTo>
                    <a:pt x="22992" y="8322"/>
                  </a:lnTo>
                  <a:lnTo>
                    <a:pt x="22798" y="8411"/>
                  </a:lnTo>
                  <a:lnTo>
                    <a:pt x="22783" y="8411"/>
                  </a:lnTo>
                  <a:lnTo>
                    <a:pt x="22096" y="8770"/>
                  </a:lnTo>
                  <a:lnTo>
                    <a:pt x="21394" y="9098"/>
                  </a:lnTo>
                  <a:lnTo>
                    <a:pt x="20692" y="9412"/>
                  </a:lnTo>
                  <a:lnTo>
                    <a:pt x="19990" y="9696"/>
                  </a:lnTo>
                  <a:lnTo>
                    <a:pt x="19287" y="9980"/>
                  </a:lnTo>
                  <a:lnTo>
                    <a:pt x="18570" y="10234"/>
                  </a:lnTo>
                  <a:lnTo>
                    <a:pt x="17868" y="10473"/>
                  </a:lnTo>
                  <a:lnTo>
                    <a:pt x="17151" y="10682"/>
                  </a:lnTo>
                  <a:lnTo>
                    <a:pt x="16658" y="10831"/>
                  </a:lnTo>
                  <a:lnTo>
                    <a:pt x="16165" y="10951"/>
                  </a:lnTo>
                  <a:lnTo>
                    <a:pt x="15657" y="11070"/>
                  </a:lnTo>
                  <a:lnTo>
                    <a:pt x="15164" y="11175"/>
                  </a:lnTo>
                  <a:lnTo>
                    <a:pt x="14671" y="11280"/>
                  </a:lnTo>
                  <a:lnTo>
                    <a:pt x="14178" y="11369"/>
                  </a:lnTo>
                  <a:lnTo>
                    <a:pt x="13670" y="11444"/>
                  </a:lnTo>
                  <a:lnTo>
                    <a:pt x="13177" y="11519"/>
                  </a:lnTo>
                  <a:lnTo>
                    <a:pt x="6932" y="1748"/>
                  </a:lnTo>
                  <a:lnTo>
                    <a:pt x="6798" y="1554"/>
                  </a:lnTo>
                  <a:lnTo>
                    <a:pt x="6649" y="1360"/>
                  </a:lnTo>
                  <a:lnTo>
                    <a:pt x="6529" y="1210"/>
                  </a:lnTo>
                  <a:lnTo>
                    <a:pt x="6395" y="1076"/>
                  </a:lnTo>
                  <a:lnTo>
                    <a:pt x="6245" y="941"/>
                  </a:lnTo>
                  <a:lnTo>
                    <a:pt x="6111" y="822"/>
                  </a:lnTo>
                  <a:lnTo>
                    <a:pt x="5961" y="717"/>
                  </a:lnTo>
                  <a:lnTo>
                    <a:pt x="5797" y="613"/>
                  </a:lnTo>
                  <a:lnTo>
                    <a:pt x="5648" y="508"/>
                  </a:lnTo>
                  <a:lnTo>
                    <a:pt x="5483" y="419"/>
                  </a:lnTo>
                  <a:lnTo>
                    <a:pt x="5155" y="269"/>
                  </a:lnTo>
                  <a:lnTo>
                    <a:pt x="4811" y="150"/>
                  </a:lnTo>
                  <a:lnTo>
                    <a:pt x="4452" y="75"/>
                  </a:lnTo>
                  <a:lnTo>
                    <a:pt x="4094" y="15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202C8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-1796411" y="2946065"/>
              <a:ext cx="561647" cy="1207703"/>
            </a:xfrm>
            <a:custGeom>
              <a:avLst/>
              <a:gdLst/>
              <a:ahLst/>
              <a:cxnLst/>
              <a:rect l="l" t="t" r="r" b="b"/>
              <a:pathLst>
                <a:path w="19975" h="42952" extrusionOk="0">
                  <a:moveTo>
                    <a:pt x="10160" y="0"/>
                  </a:moveTo>
                  <a:lnTo>
                    <a:pt x="9801" y="164"/>
                  </a:lnTo>
                  <a:lnTo>
                    <a:pt x="9383" y="344"/>
                  </a:lnTo>
                  <a:lnTo>
                    <a:pt x="8860" y="598"/>
                  </a:lnTo>
                  <a:lnTo>
                    <a:pt x="8217" y="896"/>
                  </a:lnTo>
                  <a:lnTo>
                    <a:pt x="7515" y="1255"/>
                  </a:lnTo>
                  <a:lnTo>
                    <a:pt x="6753" y="1673"/>
                  </a:lnTo>
                  <a:lnTo>
                    <a:pt x="5962" y="2136"/>
                  </a:lnTo>
                  <a:lnTo>
                    <a:pt x="5155" y="2629"/>
                  </a:lnTo>
                  <a:lnTo>
                    <a:pt x="4766" y="2883"/>
                  </a:lnTo>
                  <a:lnTo>
                    <a:pt x="4378" y="3152"/>
                  </a:lnTo>
                  <a:lnTo>
                    <a:pt x="4004" y="3436"/>
                  </a:lnTo>
                  <a:lnTo>
                    <a:pt x="3631" y="3720"/>
                  </a:lnTo>
                  <a:lnTo>
                    <a:pt x="3287" y="4019"/>
                  </a:lnTo>
                  <a:lnTo>
                    <a:pt x="2959" y="4303"/>
                  </a:lnTo>
                  <a:lnTo>
                    <a:pt x="2645" y="4616"/>
                  </a:lnTo>
                  <a:lnTo>
                    <a:pt x="2361" y="4915"/>
                  </a:lnTo>
                  <a:lnTo>
                    <a:pt x="2107" y="5229"/>
                  </a:lnTo>
                  <a:lnTo>
                    <a:pt x="1883" y="5543"/>
                  </a:lnTo>
                  <a:lnTo>
                    <a:pt x="1689" y="5856"/>
                  </a:lnTo>
                  <a:lnTo>
                    <a:pt x="1525" y="6170"/>
                  </a:lnTo>
                  <a:lnTo>
                    <a:pt x="1465" y="6334"/>
                  </a:lnTo>
                  <a:lnTo>
                    <a:pt x="1405" y="6499"/>
                  </a:lnTo>
                  <a:lnTo>
                    <a:pt x="1360" y="6648"/>
                  </a:lnTo>
                  <a:lnTo>
                    <a:pt x="1330" y="6812"/>
                  </a:lnTo>
                  <a:lnTo>
                    <a:pt x="1256" y="7320"/>
                  </a:lnTo>
                  <a:lnTo>
                    <a:pt x="1166" y="8052"/>
                  </a:lnTo>
                  <a:lnTo>
                    <a:pt x="1076" y="8994"/>
                  </a:lnTo>
                  <a:lnTo>
                    <a:pt x="972" y="10099"/>
                  </a:lnTo>
                  <a:lnTo>
                    <a:pt x="867" y="11384"/>
                  </a:lnTo>
                  <a:lnTo>
                    <a:pt x="763" y="12818"/>
                  </a:lnTo>
                  <a:lnTo>
                    <a:pt x="643" y="14372"/>
                  </a:lnTo>
                  <a:lnTo>
                    <a:pt x="538" y="16030"/>
                  </a:lnTo>
                  <a:lnTo>
                    <a:pt x="524" y="16299"/>
                  </a:lnTo>
                  <a:lnTo>
                    <a:pt x="479" y="17091"/>
                  </a:lnTo>
                  <a:lnTo>
                    <a:pt x="449" y="17405"/>
                  </a:lnTo>
                  <a:lnTo>
                    <a:pt x="434" y="17748"/>
                  </a:lnTo>
                  <a:lnTo>
                    <a:pt x="404" y="18181"/>
                  </a:lnTo>
                  <a:lnTo>
                    <a:pt x="389" y="18525"/>
                  </a:lnTo>
                  <a:lnTo>
                    <a:pt x="374" y="18839"/>
                  </a:lnTo>
                  <a:lnTo>
                    <a:pt x="344" y="19571"/>
                  </a:lnTo>
                  <a:lnTo>
                    <a:pt x="329" y="19840"/>
                  </a:lnTo>
                  <a:lnTo>
                    <a:pt x="180" y="22962"/>
                  </a:lnTo>
                  <a:lnTo>
                    <a:pt x="165" y="23575"/>
                  </a:lnTo>
                  <a:lnTo>
                    <a:pt x="75" y="26040"/>
                  </a:lnTo>
                  <a:lnTo>
                    <a:pt x="45" y="27399"/>
                  </a:lnTo>
                  <a:lnTo>
                    <a:pt x="45" y="27489"/>
                  </a:lnTo>
                  <a:lnTo>
                    <a:pt x="45" y="27713"/>
                  </a:lnTo>
                  <a:lnTo>
                    <a:pt x="16" y="28908"/>
                  </a:lnTo>
                  <a:lnTo>
                    <a:pt x="16" y="29864"/>
                  </a:lnTo>
                  <a:lnTo>
                    <a:pt x="1" y="31015"/>
                  </a:lnTo>
                  <a:lnTo>
                    <a:pt x="1" y="31283"/>
                  </a:lnTo>
                  <a:lnTo>
                    <a:pt x="16" y="32553"/>
                  </a:lnTo>
                  <a:lnTo>
                    <a:pt x="31" y="33793"/>
                  </a:lnTo>
                  <a:lnTo>
                    <a:pt x="45" y="34391"/>
                  </a:lnTo>
                  <a:lnTo>
                    <a:pt x="105" y="35974"/>
                  </a:lnTo>
                  <a:lnTo>
                    <a:pt x="150" y="36736"/>
                  </a:lnTo>
                  <a:lnTo>
                    <a:pt x="195" y="37453"/>
                  </a:lnTo>
                  <a:lnTo>
                    <a:pt x="255" y="38126"/>
                  </a:lnTo>
                  <a:lnTo>
                    <a:pt x="314" y="38768"/>
                  </a:lnTo>
                  <a:lnTo>
                    <a:pt x="389" y="39381"/>
                  </a:lnTo>
                  <a:lnTo>
                    <a:pt x="479" y="39933"/>
                  </a:lnTo>
                  <a:lnTo>
                    <a:pt x="568" y="40441"/>
                  </a:lnTo>
                  <a:lnTo>
                    <a:pt x="658" y="40905"/>
                  </a:lnTo>
                  <a:lnTo>
                    <a:pt x="778" y="41323"/>
                  </a:lnTo>
                  <a:lnTo>
                    <a:pt x="897" y="41696"/>
                  </a:lnTo>
                  <a:lnTo>
                    <a:pt x="1017" y="41995"/>
                  </a:lnTo>
                  <a:lnTo>
                    <a:pt x="1091" y="42130"/>
                  </a:lnTo>
                  <a:lnTo>
                    <a:pt x="1166" y="42249"/>
                  </a:lnTo>
                  <a:lnTo>
                    <a:pt x="1241" y="42354"/>
                  </a:lnTo>
                  <a:lnTo>
                    <a:pt x="1315" y="42443"/>
                  </a:lnTo>
                  <a:lnTo>
                    <a:pt x="1390" y="42503"/>
                  </a:lnTo>
                  <a:lnTo>
                    <a:pt x="1480" y="42563"/>
                  </a:lnTo>
                  <a:lnTo>
                    <a:pt x="1614" y="42637"/>
                  </a:lnTo>
                  <a:lnTo>
                    <a:pt x="1764" y="42697"/>
                  </a:lnTo>
                  <a:lnTo>
                    <a:pt x="1943" y="42757"/>
                  </a:lnTo>
                  <a:lnTo>
                    <a:pt x="2122" y="42802"/>
                  </a:lnTo>
                  <a:lnTo>
                    <a:pt x="2316" y="42847"/>
                  </a:lnTo>
                  <a:lnTo>
                    <a:pt x="2525" y="42877"/>
                  </a:lnTo>
                  <a:lnTo>
                    <a:pt x="2989" y="42921"/>
                  </a:lnTo>
                  <a:lnTo>
                    <a:pt x="3482" y="42951"/>
                  </a:lnTo>
                  <a:lnTo>
                    <a:pt x="4019" y="42936"/>
                  </a:lnTo>
                  <a:lnTo>
                    <a:pt x="4587" y="42906"/>
                  </a:lnTo>
                  <a:lnTo>
                    <a:pt x="5185" y="42862"/>
                  </a:lnTo>
                  <a:lnTo>
                    <a:pt x="5827" y="42787"/>
                  </a:lnTo>
                  <a:lnTo>
                    <a:pt x="6484" y="42682"/>
                  </a:lnTo>
                  <a:lnTo>
                    <a:pt x="7157" y="42578"/>
                  </a:lnTo>
                  <a:lnTo>
                    <a:pt x="7844" y="42443"/>
                  </a:lnTo>
                  <a:lnTo>
                    <a:pt x="8561" y="42309"/>
                  </a:lnTo>
                  <a:lnTo>
                    <a:pt x="9263" y="42159"/>
                  </a:lnTo>
                  <a:lnTo>
                    <a:pt x="9995" y="41995"/>
                  </a:lnTo>
                  <a:lnTo>
                    <a:pt x="10712" y="41816"/>
                  </a:lnTo>
                  <a:lnTo>
                    <a:pt x="12147" y="41442"/>
                  </a:lnTo>
                  <a:lnTo>
                    <a:pt x="13536" y="41054"/>
                  </a:lnTo>
                  <a:lnTo>
                    <a:pt x="14851" y="40665"/>
                  </a:lnTo>
                  <a:lnTo>
                    <a:pt x="16061" y="40277"/>
                  </a:lnTo>
                  <a:lnTo>
                    <a:pt x="17136" y="39918"/>
                  </a:lnTo>
                  <a:lnTo>
                    <a:pt x="18048" y="39575"/>
                  </a:lnTo>
                  <a:lnTo>
                    <a:pt x="18765" y="39291"/>
                  </a:lnTo>
                  <a:lnTo>
                    <a:pt x="19034" y="39172"/>
                  </a:lnTo>
                  <a:lnTo>
                    <a:pt x="19258" y="39067"/>
                  </a:lnTo>
                  <a:lnTo>
                    <a:pt x="19452" y="38947"/>
                  </a:lnTo>
                  <a:lnTo>
                    <a:pt x="19631" y="38828"/>
                  </a:lnTo>
                  <a:lnTo>
                    <a:pt x="19751" y="38693"/>
                  </a:lnTo>
                  <a:lnTo>
                    <a:pt x="19811" y="38619"/>
                  </a:lnTo>
                  <a:lnTo>
                    <a:pt x="19855" y="38544"/>
                  </a:lnTo>
                  <a:lnTo>
                    <a:pt x="19885" y="38454"/>
                  </a:lnTo>
                  <a:lnTo>
                    <a:pt x="19915" y="38365"/>
                  </a:lnTo>
                  <a:lnTo>
                    <a:pt x="19960" y="38156"/>
                  </a:lnTo>
                  <a:lnTo>
                    <a:pt x="19975" y="37902"/>
                  </a:lnTo>
                  <a:lnTo>
                    <a:pt x="19960" y="37618"/>
                  </a:lnTo>
                  <a:lnTo>
                    <a:pt x="19930" y="37274"/>
                  </a:lnTo>
                  <a:lnTo>
                    <a:pt x="19885" y="36871"/>
                  </a:lnTo>
                  <a:lnTo>
                    <a:pt x="19766" y="35855"/>
                  </a:lnTo>
                  <a:lnTo>
                    <a:pt x="19601" y="34540"/>
                  </a:lnTo>
                  <a:lnTo>
                    <a:pt x="19512" y="33748"/>
                  </a:lnTo>
                  <a:lnTo>
                    <a:pt x="19407" y="32852"/>
                  </a:lnTo>
                  <a:lnTo>
                    <a:pt x="19318" y="31776"/>
                  </a:lnTo>
                  <a:lnTo>
                    <a:pt x="19273" y="31388"/>
                  </a:lnTo>
                  <a:lnTo>
                    <a:pt x="19258" y="31239"/>
                  </a:lnTo>
                  <a:lnTo>
                    <a:pt x="19198" y="30581"/>
                  </a:lnTo>
                  <a:lnTo>
                    <a:pt x="19183" y="30312"/>
                  </a:lnTo>
                  <a:lnTo>
                    <a:pt x="19123" y="29700"/>
                  </a:lnTo>
                  <a:lnTo>
                    <a:pt x="19093" y="29371"/>
                  </a:lnTo>
                  <a:lnTo>
                    <a:pt x="19004" y="28101"/>
                  </a:lnTo>
                  <a:lnTo>
                    <a:pt x="18974" y="27773"/>
                  </a:lnTo>
                  <a:lnTo>
                    <a:pt x="18959" y="27459"/>
                  </a:lnTo>
                  <a:lnTo>
                    <a:pt x="18944" y="27130"/>
                  </a:lnTo>
                  <a:lnTo>
                    <a:pt x="18929" y="27100"/>
                  </a:lnTo>
                  <a:lnTo>
                    <a:pt x="18914" y="26548"/>
                  </a:lnTo>
                  <a:lnTo>
                    <a:pt x="18884" y="25636"/>
                  </a:lnTo>
                  <a:lnTo>
                    <a:pt x="18869" y="24785"/>
                  </a:lnTo>
                  <a:lnTo>
                    <a:pt x="18884" y="24262"/>
                  </a:lnTo>
                  <a:lnTo>
                    <a:pt x="18884" y="24098"/>
                  </a:lnTo>
                  <a:lnTo>
                    <a:pt x="18899" y="23231"/>
                  </a:lnTo>
                  <a:lnTo>
                    <a:pt x="18884" y="22275"/>
                  </a:lnTo>
                  <a:lnTo>
                    <a:pt x="18869" y="21886"/>
                  </a:lnTo>
                  <a:lnTo>
                    <a:pt x="18854" y="21513"/>
                  </a:lnTo>
                  <a:lnTo>
                    <a:pt x="18854" y="21095"/>
                  </a:lnTo>
                  <a:lnTo>
                    <a:pt x="18795" y="19646"/>
                  </a:lnTo>
                  <a:lnTo>
                    <a:pt x="18780" y="19317"/>
                  </a:lnTo>
                  <a:lnTo>
                    <a:pt x="18750" y="18450"/>
                  </a:lnTo>
                  <a:lnTo>
                    <a:pt x="18735" y="18137"/>
                  </a:lnTo>
                  <a:lnTo>
                    <a:pt x="18690" y="17061"/>
                  </a:lnTo>
                  <a:lnTo>
                    <a:pt x="18675" y="16717"/>
                  </a:lnTo>
                  <a:lnTo>
                    <a:pt x="18660" y="16404"/>
                  </a:lnTo>
                  <a:lnTo>
                    <a:pt x="18660" y="16060"/>
                  </a:lnTo>
                  <a:lnTo>
                    <a:pt x="18645" y="16030"/>
                  </a:lnTo>
                  <a:lnTo>
                    <a:pt x="18630" y="15343"/>
                  </a:lnTo>
                  <a:lnTo>
                    <a:pt x="18615" y="14357"/>
                  </a:lnTo>
                  <a:lnTo>
                    <a:pt x="18600" y="13356"/>
                  </a:lnTo>
                  <a:lnTo>
                    <a:pt x="18600" y="12669"/>
                  </a:lnTo>
                  <a:lnTo>
                    <a:pt x="18615" y="11653"/>
                  </a:lnTo>
                  <a:lnTo>
                    <a:pt x="18645" y="10652"/>
                  </a:lnTo>
                  <a:lnTo>
                    <a:pt x="18705" y="9681"/>
                  </a:lnTo>
                  <a:lnTo>
                    <a:pt x="18780" y="8755"/>
                  </a:lnTo>
                  <a:lnTo>
                    <a:pt x="18810" y="8441"/>
                  </a:lnTo>
                  <a:lnTo>
                    <a:pt x="18825" y="8127"/>
                  </a:lnTo>
                  <a:lnTo>
                    <a:pt x="18825" y="7813"/>
                  </a:lnTo>
                  <a:lnTo>
                    <a:pt x="18810" y="7515"/>
                  </a:lnTo>
                  <a:lnTo>
                    <a:pt x="18780" y="7201"/>
                  </a:lnTo>
                  <a:lnTo>
                    <a:pt x="18735" y="6902"/>
                  </a:lnTo>
                  <a:lnTo>
                    <a:pt x="18690" y="6603"/>
                  </a:lnTo>
                  <a:lnTo>
                    <a:pt x="18615" y="6305"/>
                  </a:lnTo>
                  <a:lnTo>
                    <a:pt x="18541" y="6021"/>
                  </a:lnTo>
                  <a:lnTo>
                    <a:pt x="18451" y="5722"/>
                  </a:lnTo>
                  <a:lnTo>
                    <a:pt x="18347" y="5453"/>
                  </a:lnTo>
                  <a:lnTo>
                    <a:pt x="18242" y="5169"/>
                  </a:lnTo>
                  <a:lnTo>
                    <a:pt x="18107" y="4900"/>
                  </a:lnTo>
                  <a:lnTo>
                    <a:pt x="17973" y="4631"/>
                  </a:lnTo>
                  <a:lnTo>
                    <a:pt x="17824" y="4377"/>
                  </a:lnTo>
                  <a:lnTo>
                    <a:pt x="17674" y="4123"/>
                  </a:lnTo>
                  <a:lnTo>
                    <a:pt x="17510" y="3869"/>
                  </a:lnTo>
                  <a:lnTo>
                    <a:pt x="17331" y="3630"/>
                  </a:lnTo>
                  <a:lnTo>
                    <a:pt x="17136" y="3406"/>
                  </a:lnTo>
                  <a:lnTo>
                    <a:pt x="16942" y="3167"/>
                  </a:lnTo>
                  <a:lnTo>
                    <a:pt x="16733" y="2958"/>
                  </a:lnTo>
                  <a:lnTo>
                    <a:pt x="16509" y="2749"/>
                  </a:lnTo>
                  <a:lnTo>
                    <a:pt x="16285" y="2555"/>
                  </a:lnTo>
                  <a:lnTo>
                    <a:pt x="16061" y="2361"/>
                  </a:lnTo>
                  <a:lnTo>
                    <a:pt x="15807" y="2181"/>
                  </a:lnTo>
                  <a:lnTo>
                    <a:pt x="15553" y="2017"/>
                  </a:lnTo>
                  <a:lnTo>
                    <a:pt x="15299" y="1853"/>
                  </a:lnTo>
                  <a:lnTo>
                    <a:pt x="15030" y="1703"/>
                  </a:lnTo>
                  <a:lnTo>
                    <a:pt x="14761" y="1569"/>
                  </a:lnTo>
                  <a:lnTo>
                    <a:pt x="14477" y="1434"/>
                  </a:lnTo>
                  <a:lnTo>
                    <a:pt x="14178" y="1315"/>
                  </a:lnTo>
                  <a:lnTo>
                    <a:pt x="13880" y="12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1D6F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-1507812" y="2639837"/>
              <a:ext cx="362547" cy="154168"/>
            </a:xfrm>
            <a:custGeom>
              <a:avLst/>
              <a:gdLst/>
              <a:ahLst/>
              <a:cxnLst/>
              <a:rect l="l" t="t" r="r" b="b"/>
              <a:pathLst>
                <a:path w="12894" h="5483" extrusionOk="0">
                  <a:moveTo>
                    <a:pt x="4766" y="0"/>
                  </a:moveTo>
                  <a:lnTo>
                    <a:pt x="4258" y="15"/>
                  </a:lnTo>
                  <a:lnTo>
                    <a:pt x="3765" y="60"/>
                  </a:lnTo>
                  <a:lnTo>
                    <a:pt x="3287" y="135"/>
                  </a:lnTo>
                  <a:lnTo>
                    <a:pt x="3063" y="194"/>
                  </a:lnTo>
                  <a:lnTo>
                    <a:pt x="2839" y="254"/>
                  </a:lnTo>
                  <a:lnTo>
                    <a:pt x="2615" y="314"/>
                  </a:lnTo>
                  <a:lnTo>
                    <a:pt x="2405" y="404"/>
                  </a:lnTo>
                  <a:lnTo>
                    <a:pt x="2196" y="478"/>
                  </a:lnTo>
                  <a:lnTo>
                    <a:pt x="1987" y="583"/>
                  </a:lnTo>
                  <a:lnTo>
                    <a:pt x="1808" y="687"/>
                  </a:lnTo>
                  <a:lnTo>
                    <a:pt x="1614" y="807"/>
                  </a:lnTo>
                  <a:lnTo>
                    <a:pt x="1449" y="941"/>
                  </a:lnTo>
                  <a:lnTo>
                    <a:pt x="1285" y="1076"/>
                  </a:lnTo>
                  <a:lnTo>
                    <a:pt x="1136" y="1225"/>
                  </a:lnTo>
                  <a:lnTo>
                    <a:pt x="1001" y="1390"/>
                  </a:lnTo>
                  <a:lnTo>
                    <a:pt x="867" y="1569"/>
                  </a:lnTo>
                  <a:lnTo>
                    <a:pt x="747" y="1733"/>
                  </a:lnTo>
                  <a:lnTo>
                    <a:pt x="643" y="1912"/>
                  </a:lnTo>
                  <a:lnTo>
                    <a:pt x="538" y="2092"/>
                  </a:lnTo>
                  <a:lnTo>
                    <a:pt x="374" y="2435"/>
                  </a:lnTo>
                  <a:lnTo>
                    <a:pt x="254" y="2794"/>
                  </a:lnTo>
                  <a:lnTo>
                    <a:pt x="150" y="3137"/>
                  </a:lnTo>
                  <a:lnTo>
                    <a:pt x="75" y="3481"/>
                  </a:lnTo>
                  <a:lnTo>
                    <a:pt x="30" y="3810"/>
                  </a:lnTo>
                  <a:lnTo>
                    <a:pt x="0" y="4109"/>
                  </a:lnTo>
                  <a:lnTo>
                    <a:pt x="0" y="4407"/>
                  </a:lnTo>
                  <a:lnTo>
                    <a:pt x="0" y="4661"/>
                  </a:lnTo>
                  <a:lnTo>
                    <a:pt x="15" y="4900"/>
                  </a:lnTo>
                  <a:lnTo>
                    <a:pt x="30" y="5095"/>
                  </a:lnTo>
                  <a:lnTo>
                    <a:pt x="75" y="5378"/>
                  </a:lnTo>
                  <a:lnTo>
                    <a:pt x="90" y="5483"/>
                  </a:lnTo>
                  <a:lnTo>
                    <a:pt x="10323" y="4168"/>
                  </a:lnTo>
                  <a:lnTo>
                    <a:pt x="10383" y="4168"/>
                  </a:lnTo>
                  <a:lnTo>
                    <a:pt x="10548" y="4138"/>
                  </a:lnTo>
                  <a:lnTo>
                    <a:pt x="10667" y="4109"/>
                  </a:lnTo>
                  <a:lnTo>
                    <a:pt x="10802" y="4079"/>
                  </a:lnTo>
                  <a:lnTo>
                    <a:pt x="10951" y="4004"/>
                  </a:lnTo>
                  <a:lnTo>
                    <a:pt x="11115" y="3929"/>
                  </a:lnTo>
                  <a:lnTo>
                    <a:pt x="11295" y="3810"/>
                  </a:lnTo>
                  <a:lnTo>
                    <a:pt x="11474" y="3675"/>
                  </a:lnTo>
                  <a:lnTo>
                    <a:pt x="11668" y="3496"/>
                  </a:lnTo>
                  <a:lnTo>
                    <a:pt x="11862" y="3287"/>
                  </a:lnTo>
                  <a:lnTo>
                    <a:pt x="12071" y="3033"/>
                  </a:lnTo>
                  <a:lnTo>
                    <a:pt x="12266" y="2734"/>
                  </a:lnTo>
                  <a:lnTo>
                    <a:pt x="12460" y="2376"/>
                  </a:lnTo>
                  <a:lnTo>
                    <a:pt x="12654" y="1987"/>
                  </a:lnTo>
                  <a:lnTo>
                    <a:pt x="12744" y="1748"/>
                  </a:lnTo>
                  <a:lnTo>
                    <a:pt x="12818" y="1524"/>
                  </a:lnTo>
                  <a:lnTo>
                    <a:pt x="12863" y="1330"/>
                  </a:lnTo>
                  <a:lnTo>
                    <a:pt x="12893" y="1165"/>
                  </a:lnTo>
                  <a:lnTo>
                    <a:pt x="12893" y="1016"/>
                  </a:lnTo>
                  <a:lnTo>
                    <a:pt x="12878" y="897"/>
                  </a:lnTo>
                  <a:lnTo>
                    <a:pt x="12833" y="777"/>
                  </a:lnTo>
                  <a:lnTo>
                    <a:pt x="12774" y="687"/>
                  </a:lnTo>
                  <a:lnTo>
                    <a:pt x="12699" y="613"/>
                  </a:lnTo>
                  <a:lnTo>
                    <a:pt x="12594" y="553"/>
                  </a:lnTo>
                  <a:lnTo>
                    <a:pt x="12490" y="493"/>
                  </a:lnTo>
                  <a:lnTo>
                    <a:pt x="12355" y="463"/>
                  </a:lnTo>
                  <a:lnTo>
                    <a:pt x="12221" y="433"/>
                  </a:lnTo>
                  <a:lnTo>
                    <a:pt x="12056" y="418"/>
                  </a:lnTo>
                  <a:lnTo>
                    <a:pt x="11713" y="418"/>
                  </a:lnTo>
                  <a:lnTo>
                    <a:pt x="11324" y="433"/>
                  </a:lnTo>
                  <a:lnTo>
                    <a:pt x="10906" y="463"/>
                  </a:lnTo>
                  <a:lnTo>
                    <a:pt x="10473" y="508"/>
                  </a:lnTo>
                  <a:lnTo>
                    <a:pt x="10010" y="538"/>
                  </a:lnTo>
                  <a:lnTo>
                    <a:pt x="9547" y="553"/>
                  </a:lnTo>
                  <a:lnTo>
                    <a:pt x="9069" y="553"/>
                  </a:lnTo>
                  <a:lnTo>
                    <a:pt x="8844" y="538"/>
                  </a:lnTo>
                  <a:lnTo>
                    <a:pt x="8620" y="508"/>
                  </a:lnTo>
                  <a:lnTo>
                    <a:pt x="8396" y="478"/>
                  </a:lnTo>
                  <a:lnTo>
                    <a:pt x="8172" y="433"/>
                  </a:lnTo>
                  <a:lnTo>
                    <a:pt x="7739" y="329"/>
                  </a:lnTo>
                  <a:lnTo>
                    <a:pt x="7261" y="224"/>
                  </a:lnTo>
                  <a:lnTo>
                    <a:pt x="6783" y="150"/>
                  </a:lnTo>
                  <a:lnTo>
                    <a:pt x="6290" y="75"/>
                  </a:lnTo>
                  <a:lnTo>
                    <a:pt x="5782" y="30"/>
                  </a:lnTo>
                  <a:lnTo>
                    <a:pt x="52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-1527157" y="2833060"/>
              <a:ext cx="200843" cy="225587"/>
            </a:xfrm>
            <a:custGeom>
              <a:avLst/>
              <a:gdLst/>
              <a:ahLst/>
              <a:cxnLst/>
              <a:rect l="l" t="t" r="r" b="b"/>
              <a:pathLst>
                <a:path w="7143" h="8023" extrusionOk="0">
                  <a:moveTo>
                    <a:pt x="2810" y="0"/>
                  </a:moveTo>
                  <a:lnTo>
                    <a:pt x="2720" y="359"/>
                  </a:lnTo>
                  <a:lnTo>
                    <a:pt x="2600" y="702"/>
                  </a:lnTo>
                  <a:lnTo>
                    <a:pt x="2466" y="1046"/>
                  </a:lnTo>
                  <a:lnTo>
                    <a:pt x="2302" y="1375"/>
                  </a:lnTo>
                  <a:lnTo>
                    <a:pt x="2137" y="1703"/>
                  </a:lnTo>
                  <a:lnTo>
                    <a:pt x="1943" y="2017"/>
                  </a:lnTo>
                  <a:lnTo>
                    <a:pt x="1749" y="2316"/>
                  </a:lnTo>
                  <a:lnTo>
                    <a:pt x="1555" y="2615"/>
                  </a:lnTo>
                  <a:lnTo>
                    <a:pt x="1346" y="2899"/>
                  </a:lnTo>
                  <a:lnTo>
                    <a:pt x="1136" y="3168"/>
                  </a:lnTo>
                  <a:lnTo>
                    <a:pt x="718" y="3646"/>
                  </a:lnTo>
                  <a:lnTo>
                    <a:pt x="330" y="4049"/>
                  </a:lnTo>
                  <a:lnTo>
                    <a:pt x="1" y="4393"/>
                  </a:lnTo>
                  <a:lnTo>
                    <a:pt x="240" y="4691"/>
                  </a:lnTo>
                  <a:lnTo>
                    <a:pt x="494" y="5020"/>
                  </a:lnTo>
                  <a:lnTo>
                    <a:pt x="808" y="5394"/>
                  </a:lnTo>
                  <a:lnTo>
                    <a:pt x="1106" y="5722"/>
                  </a:lnTo>
                  <a:lnTo>
                    <a:pt x="1450" y="6066"/>
                  </a:lnTo>
                  <a:lnTo>
                    <a:pt x="1853" y="6469"/>
                  </a:lnTo>
                  <a:lnTo>
                    <a:pt x="2317" y="6917"/>
                  </a:lnTo>
                  <a:lnTo>
                    <a:pt x="2810" y="7351"/>
                  </a:lnTo>
                  <a:lnTo>
                    <a:pt x="3273" y="7724"/>
                  </a:lnTo>
                  <a:lnTo>
                    <a:pt x="3482" y="7888"/>
                  </a:lnTo>
                  <a:lnTo>
                    <a:pt x="3676" y="8023"/>
                  </a:lnTo>
                  <a:lnTo>
                    <a:pt x="4124" y="7620"/>
                  </a:lnTo>
                  <a:lnTo>
                    <a:pt x="4543" y="7201"/>
                  </a:lnTo>
                  <a:lnTo>
                    <a:pt x="4961" y="6783"/>
                  </a:lnTo>
                  <a:lnTo>
                    <a:pt x="5349" y="6350"/>
                  </a:lnTo>
                  <a:lnTo>
                    <a:pt x="5648" y="6006"/>
                  </a:lnTo>
                  <a:lnTo>
                    <a:pt x="5962" y="5647"/>
                  </a:lnTo>
                  <a:lnTo>
                    <a:pt x="6350" y="5184"/>
                  </a:lnTo>
                  <a:lnTo>
                    <a:pt x="6664" y="4781"/>
                  </a:lnTo>
                  <a:lnTo>
                    <a:pt x="6679" y="4766"/>
                  </a:lnTo>
                  <a:lnTo>
                    <a:pt x="6724" y="4706"/>
                  </a:lnTo>
                  <a:lnTo>
                    <a:pt x="7142" y="4154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-1383054" y="2933018"/>
              <a:ext cx="44960" cy="78588"/>
            </a:xfrm>
            <a:custGeom>
              <a:avLst/>
              <a:gdLst/>
              <a:ahLst/>
              <a:cxnLst/>
              <a:rect l="l" t="t" r="r" b="b"/>
              <a:pathLst>
                <a:path w="1599" h="2795" extrusionOk="0">
                  <a:moveTo>
                    <a:pt x="30" y="1"/>
                  </a:moveTo>
                  <a:lnTo>
                    <a:pt x="15" y="300"/>
                  </a:lnTo>
                  <a:lnTo>
                    <a:pt x="0" y="613"/>
                  </a:lnTo>
                  <a:lnTo>
                    <a:pt x="0" y="1002"/>
                  </a:lnTo>
                  <a:lnTo>
                    <a:pt x="15" y="1435"/>
                  </a:lnTo>
                  <a:lnTo>
                    <a:pt x="45" y="1898"/>
                  </a:lnTo>
                  <a:lnTo>
                    <a:pt x="75" y="2122"/>
                  </a:lnTo>
                  <a:lnTo>
                    <a:pt x="120" y="2361"/>
                  </a:lnTo>
                  <a:lnTo>
                    <a:pt x="165" y="2585"/>
                  </a:lnTo>
                  <a:lnTo>
                    <a:pt x="224" y="2795"/>
                  </a:lnTo>
                  <a:lnTo>
                    <a:pt x="523" y="2451"/>
                  </a:lnTo>
                  <a:lnTo>
                    <a:pt x="837" y="2092"/>
                  </a:lnTo>
                  <a:lnTo>
                    <a:pt x="1225" y="1629"/>
                  </a:lnTo>
                  <a:lnTo>
                    <a:pt x="1539" y="1226"/>
                  </a:lnTo>
                  <a:lnTo>
                    <a:pt x="1554" y="1211"/>
                  </a:lnTo>
                  <a:lnTo>
                    <a:pt x="1599" y="1151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0" name="Google Shape;1490;p32"/>
            <p:cNvSpPr/>
            <p:nvPr/>
          </p:nvSpPr>
          <p:spPr>
            <a:xfrm>
              <a:off x="-1506575" y="2672172"/>
              <a:ext cx="314663" cy="342387"/>
            </a:xfrm>
            <a:custGeom>
              <a:avLst/>
              <a:gdLst/>
              <a:ahLst/>
              <a:cxnLst/>
              <a:rect l="l" t="t" r="r" b="b"/>
              <a:pathLst>
                <a:path w="11191" h="12177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556" y="7874"/>
                  </a:lnTo>
                  <a:lnTo>
                    <a:pt x="2959" y="8262"/>
                  </a:lnTo>
                  <a:lnTo>
                    <a:pt x="3362" y="8665"/>
                  </a:lnTo>
                  <a:lnTo>
                    <a:pt x="3796" y="9054"/>
                  </a:lnTo>
                  <a:lnTo>
                    <a:pt x="4632" y="9801"/>
                  </a:lnTo>
                  <a:lnTo>
                    <a:pt x="5469" y="10488"/>
                  </a:lnTo>
                  <a:lnTo>
                    <a:pt x="6231" y="11086"/>
                  </a:lnTo>
                  <a:lnTo>
                    <a:pt x="6589" y="11340"/>
                  </a:lnTo>
                  <a:lnTo>
                    <a:pt x="6918" y="11579"/>
                  </a:lnTo>
                  <a:lnTo>
                    <a:pt x="7217" y="11773"/>
                  </a:lnTo>
                  <a:lnTo>
                    <a:pt x="7486" y="11922"/>
                  </a:lnTo>
                  <a:lnTo>
                    <a:pt x="7710" y="12042"/>
                  </a:lnTo>
                  <a:lnTo>
                    <a:pt x="7904" y="12116"/>
                  </a:lnTo>
                  <a:lnTo>
                    <a:pt x="8024" y="12146"/>
                  </a:lnTo>
                  <a:lnTo>
                    <a:pt x="8143" y="12176"/>
                  </a:lnTo>
                  <a:lnTo>
                    <a:pt x="8367" y="12176"/>
                  </a:lnTo>
                  <a:lnTo>
                    <a:pt x="8472" y="12146"/>
                  </a:lnTo>
                  <a:lnTo>
                    <a:pt x="8576" y="12116"/>
                  </a:lnTo>
                  <a:lnTo>
                    <a:pt x="8681" y="12072"/>
                  </a:lnTo>
                  <a:lnTo>
                    <a:pt x="8785" y="11997"/>
                  </a:lnTo>
                  <a:lnTo>
                    <a:pt x="8890" y="11922"/>
                  </a:lnTo>
                  <a:lnTo>
                    <a:pt x="8980" y="11833"/>
                  </a:lnTo>
                  <a:lnTo>
                    <a:pt x="9084" y="11713"/>
                  </a:lnTo>
                  <a:lnTo>
                    <a:pt x="9174" y="11594"/>
                  </a:lnTo>
                  <a:lnTo>
                    <a:pt x="9264" y="11444"/>
                  </a:lnTo>
                  <a:lnTo>
                    <a:pt x="9353" y="11280"/>
                  </a:lnTo>
                  <a:lnTo>
                    <a:pt x="9443" y="11101"/>
                  </a:lnTo>
                  <a:lnTo>
                    <a:pt x="9532" y="10906"/>
                  </a:lnTo>
                  <a:lnTo>
                    <a:pt x="9727" y="10369"/>
                  </a:lnTo>
                  <a:lnTo>
                    <a:pt x="10100" y="9218"/>
                  </a:lnTo>
                  <a:lnTo>
                    <a:pt x="10205" y="8800"/>
                  </a:lnTo>
                  <a:lnTo>
                    <a:pt x="10518" y="8800"/>
                  </a:lnTo>
                  <a:lnTo>
                    <a:pt x="10683" y="8785"/>
                  </a:lnTo>
                  <a:lnTo>
                    <a:pt x="10847" y="8755"/>
                  </a:lnTo>
                  <a:lnTo>
                    <a:pt x="10997" y="8725"/>
                  </a:lnTo>
                  <a:lnTo>
                    <a:pt x="11116" y="8680"/>
                  </a:lnTo>
                  <a:lnTo>
                    <a:pt x="11161" y="8665"/>
                  </a:lnTo>
                  <a:lnTo>
                    <a:pt x="11176" y="8636"/>
                  </a:lnTo>
                  <a:lnTo>
                    <a:pt x="11191" y="8591"/>
                  </a:lnTo>
                  <a:lnTo>
                    <a:pt x="11191" y="8561"/>
                  </a:lnTo>
                  <a:lnTo>
                    <a:pt x="10608" y="6888"/>
                  </a:lnTo>
                  <a:lnTo>
                    <a:pt x="10698" y="6215"/>
                  </a:lnTo>
                  <a:lnTo>
                    <a:pt x="10743" y="5558"/>
                  </a:lnTo>
                  <a:lnTo>
                    <a:pt x="10758" y="5229"/>
                  </a:lnTo>
                  <a:lnTo>
                    <a:pt x="10772" y="4916"/>
                  </a:lnTo>
                  <a:lnTo>
                    <a:pt x="10772" y="4617"/>
                  </a:lnTo>
                  <a:lnTo>
                    <a:pt x="10758" y="4318"/>
                  </a:lnTo>
                  <a:lnTo>
                    <a:pt x="10743" y="4124"/>
                  </a:lnTo>
                  <a:lnTo>
                    <a:pt x="10698" y="3915"/>
                  </a:lnTo>
                  <a:lnTo>
                    <a:pt x="10653" y="3735"/>
                  </a:lnTo>
                  <a:lnTo>
                    <a:pt x="10578" y="3541"/>
                  </a:lnTo>
                  <a:lnTo>
                    <a:pt x="10489" y="3362"/>
                  </a:lnTo>
                  <a:lnTo>
                    <a:pt x="10384" y="3168"/>
                  </a:lnTo>
                  <a:lnTo>
                    <a:pt x="10279" y="3003"/>
                  </a:lnTo>
                  <a:lnTo>
                    <a:pt x="10145" y="2839"/>
                  </a:lnTo>
                  <a:lnTo>
                    <a:pt x="9996" y="2690"/>
                  </a:lnTo>
                  <a:lnTo>
                    <a:pt x="9846" y="2555"/>
                  </a:lnTo>
                  <a:lnTo>
                    <a:pt x="9667" y="242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-1271737" y="2927142"/>
              <a:ext cx="31098" cy="27752"/>
            </a:xfrm>
            <a:custGeom>
              <a:avLst/>
              <a:gdLst/>
              <a:ahLst/>
              <a:cxnLst/>
              <a:rect l="l" t="t" r="r" b="b"/>
              <a:pathLst>
                <a:path w="1106" h="987" extrusionOk="0">
                  <a:moveTo>
                    <a:pt x="90" y="1"/>
                  </a:moveTo>
                  <a:lnTo>
                    <a:pt x="45" y="31"/>
                  </a:lnTo>
                  <a:lnTo>
                    <a:pt x="15" y="61"/>
                  </a:lnTo>
                  <a:lnTo>
                    <a:pt x="0" y="105"/>
                  </a:lnTo>
                  <a:lnTo>
                    <a:pt x="0" y="165"/>
                  </a:lnTo>
                  <a:lnTo>
                    <a:pt x="60" y="285"/>
                  </a:lnTo>
                  <a:lnTo>
                    <a:pt x="120" y="404"/>
                  </a:lnTo>
                  <a:lnTo>
                    <a:pt x="209" y="539"/>
                  </a:lnTo>
                  <a:lnTo>
                    <a:pt x="329" y="673"/>
                  </a:lnTo>
                  <a:lnTo>
                    <a:pt x="404" y="733"/>
                  </a:lnTo>
                  <a:lnTo>
                    <a:pt x="478" y="793"/>
                  </a:lnTo>
                  <a:lnTo>
                    <a:pt x="568" y="852"/>
                  </a:lnTo>
                  <a:lnTo>
                    <a:pt x="673" y="912"/>
                  </a:lnTo>
                  <a:lnTo>
                    <a:pt x="777" y="942"/>
                  </a:lnTo>
                  <a:lnTo>
                    <a:pt x="897" y="972"/>
                  </a:lnTo>
                  <a:lnTo>
                    <a:pt x="971" y="987"/>
                  </a:lnTo>
                  <a:lnTo>
                    <a:pt x="1016" y="987"/>
                  </a:lnTo>
                  <a:lnTo>
                    <a:pt x="1061" y="957"/>
                  </a:lnTo>
                  <a:lnTo>
                    <a:pt x="1091" y="927"/>
                  </a:lnTo>
                  <a:lnTo>
                    <a:pt x="1106" y="867"/>
                  </a:lnTo>
                  <a:lnTo>
                    <a:pt x="1106" y="822"/>
                  </a:lnTo>
                  <a:lnTo>
                    <a:pt x="1091" y="778"/>
                  </a:lnTo>
                  <a:lnTo>
                    <a:pt x="1046" y="748"/>
                  </a:lnTo>
                  <a:lnTo>
                    <a:pt x="1001" y="733"/>
                  </a:lnTo>
                  <a:lnTo>
                    <a:pt x="897" y="718"/>
                  </a:lnTo>
                  <a:lnTo>
                    <a:pt x="807" y="688"/>
                  </a:lnTo>
                  <a:lnTo>
                    <a:pt x="717" y="658"/>
                  </a:lnTo>
                  <a:lnTo>
                    <a:pt x="643" y="613"/>
                  </a:lnTo>
                  <a:lnTo>
                    <a:pt x="508" y="494"/>
                  </a:lnTo>
                  <a:lnTo>
                    <a:pt x="419" y="389"/>
                  </a:lnTo>
                  <a:lnTo>
                    <a:pt x="344" y="270"/>
                  </a:lnTo>
                  <a:lnTo>
                    <a:pt x="284" y="180"/>
                  </a:lnTo>
                  <a:lnTo>
                    <a:pt x="254" y="75"/>
                  </a:lnTo>
                  <a:lnTo>
                    <a:pt x="224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-1314166" y="2856567"/>
              <a:ext cx="53789" cy="35316"/>
            </a:xfrm>
            <a:custGeom>
              <a:avLst/>
              <a:gdLst/>
              <a:ahLst/>
              <a:cxnLst/>
              <a:rect l="l" t="t" r="r" b="b"/>
              <a:pathLst>
                <a:path w="1913" h="1256" extrusionOk="0">
                  <a:moveTo>
                    <a:pt x="434" y="1"/>
                  </a:moveTo>
                  <a:lnTo>
                    <a:pt x="299" y="31"/>
                  </a:lnTo>
                  <a:lnTo>
                    <a:pt x="165" y="76"/>
                  </a:lnTo>
                  <a:lnTo>
                    <a:pt x="120" y="106"/>
                  </a:lnTo>
                  <a:lnTo>
                    <a:pt x="75" y="135"/>
                  </a:lnTo>
                  <a:lnTo>
                    <a:pt x="45" y="180"/>
                  </a:lnTo>
                  <a:lnTo>
                    <a:pt x="15" y="225"/>
                  </a:lnTo>
                  <a:lnTo>
                    <a:pt x="0" y="270"/>
                  </a:lnTo>
                  <a:lnTo>
                    <a:pt x="0" y="330"/>
                  </a:lnTo>
                  <a:lnTo>
                    <a:pt x="0" y="389"/>
                  </a:lnTo>
                  <a:lnTo>
                    <a:pt x="15" y="449"/>
                  </a:lnTo>
                  <a:lnTo>
                    <a:pt x="60" y="569"/>
                  </a:lnTo>
                  <a:lnTo>
                    <a:pt x="150" y="688"/>
                  </a:lnTo>
                  <a:lnTo>
                    <a:pt x="254" y="808"/>
                  </a:lnTo>
                  <a:lnTo>
                    <a:pt x="404" y="912"/>
                  </a:lnTo>
                  <a:lnTo>
                    <a:pt x="568" y="1017"/>
                  </a:lnTo>
                  <a:lnTo>
                    <a:pt x="747" y="1106"/>
                  </a:lnTo>
                  <a:lnTo>
                    <a:pt x="942" y="1181"/>
                  </a:lnTo>
                  <a:lnTo>
                    <a:pt x="1136" y="1226"/>
                  </a:lnTo>
                  <a:lnTo>
                    <a:pt x="1315" y="1256"/>
                  </a:lnTo>
                  <a:lnTo>
                    <a:pt x="1479" y="1256"/>
                  </a:lnTo>
                  <a:lnTo>
                    <a:pt x="1614" y="1226"/>
                  </a:lnTo>
                  <a:lnTo>
                    <a:pt x="1733" y="1181"/>
                  </a:lnTo>
                  <a:lnTo>
                    <a:pt x="1793" y="1151"/>
                  </a:lnTo>
                  <a:lnTo>
                    <a:pt x="1838" y="1121"/>
                  </a:lnTo>
                  <a:lnTo>
                    <a:pt x="1868" y="1077"/>
                  </a:lnTo>
                  <a:lnTo>
                    <a:pt x="1898" y="1032"/>
                  </a:lnTo>
                  <a:lnTo>
                    <a:pt x="1913" y="987"/>
                  </a:lnTo>
                  <a:lnTo>
                    <a:pt x="1913" y="927"/>
                  </a:lnTo>
                  <a:lnTo>
                    <a:pt x="1913" y="867"/>
                  </a:lnTo>
                  <a:lnTo>
                    <a:pt x="1898" y="808"/>
                  </a:lnTo>
                  <a:lnTo>
                    <a:pt x="1853" y="703"/>
                  </a:lnTo>
                  <a:lnTo>
                    <a:pt x="1763" y="569"/>
                  </a:lnTo>
                  <a:lnTo>
                    <a:pt x="1659" y="464"/>
                  </a:lnTo>
                  <a:lnTo>
                    <a:pt x="1509" y="345"/>
                  </a:lnTo>
                  <a:lnTo>
                    <a:pt x="1345" y="240"/>
                  </a:lnTo>
                  <a:lnTo>
                    <a:pt x="1166" y="150"/>
                  </a:lnTo>
                  <a:lnTo>
                    <a:pt x="971" y="76"/>
                  </a:lnTo>
                  <a:lnTo>
                    <a:pt x="777" y="31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-1239401" y="2838937"/>
              <a:ext cx="13047" cy="23562"/>
            </a:xfrm>
            <a:custGeom>
              <a:avLst/>
              <a:gdLst/>
              <a:ahLst/>
              <a:cxnLst/>
              <a:rect l="l" t="t" r="r" b="b"/>
              <a:pathLst>
                <a:path w="464" h="838" extrusionOk="0">
                  <a:moveTo>
                    <a:pt x="210" y="0"/>
                  </a:moveTo>
                  <a:lnTo>
                    <a:pt x="165" y="15"/>
                  </a:lnTo>
                  <a:lnTo>
                    <a:pt x="120" y="60"/>
                  </a:lnTo>
                  <a:lnTo>
                    <a:pt x="90" y="105"/>
                  </a:lnTo>
                  <a:lnTo>
                    <a:pt x="45" y="165"/>
                  </a:lnTo>
                  <a:lnTo>
                    <a:pt x="30" y="240"/>
                  </a:lnTo>
                  <a:lnTo>
                    <a:pt x="1" y="314"/>
                  </a:lnTo>
                  <a:lnTo>
                    <a:pt x="1" y="404"/>
                  </a:lnTo>
                  <a:lnTo>
                    <a:pt x="1" y="479"/>
                  </a:lnTo>
                  <a:lnTo>
                    <a:pt x="1" y="568"/>
                  </a:lnTo>
                  <a:lnTo>
                    <a:pt x="16" y="643"/>
                  </a:lnTo>
                  <a:lnTo>
                    <a:pt x="45" y="703"/>
                  </a:lnTo>
                  <a:lnTo>
                    <a:pt x="75" y="747"/>
                  </a:lnTo>
                  <a:lnTo>
                    <a:pt x="105" y="792"/>
                  </a:lnTo>
                  <a:lnTo>
                    <a:pt x="150" y="822"/>
                  </a:lnTo>
                  <a:lnTo>
                    <a:pt x="195" y="837"/>
                  </a:lnTo>
                  <a:lnTo>
                    <a:pt x="255" y="837"/>
                  </a:lnTo>
                  <a:lnTo>
                    <a:pt x="299" y="807"/>
                  </a:lnTo>
                  <a:lnTo>
                    <a:pt x="329" y="777"/>
                  </a:lnTo>
                  <a:lnTo>
                    <a:pt x="374" y="718"/>
                  </a:lnTo>
                  <a:lnTo>
                    <a:pt x="404" y="658"/>
                  </a:lnTo>
                  <a:lnTo>
                    <a:pt x="434" y="598"/>
                  </a:lnTo>
                  <a:lnTo>
                    <a:pt x="449" y="508"/>
                  </a:lnTo>
                  <a:lnTo>
                    <a:pt x="464" y="434"/>
                  </a:lnTo>
                  <a:lnTo>
                    <a:pt x="464" y="344"/>
                  </a:lnTo>
                  <a:lnTo>
                    <a:pt x="449" y="269"/>
                  </a:lnTo>
                  <a:lnTo>
                    <a:pt x="434" y="195"/>
                  </a:lnTo>
                  <a:lnTo>
                    <a:pt x="419" y="135"/>
                  </a:lnTo>
                  <a:lnTo>
                    <a:pt x="389" y="75"/>
                  </a:lnTo>
                  <a:lnTo>
                    <a:pt x="344" y="3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-1264595" y="2809104"/>
              <a:ext cx="51680" cy="24828"/>
            </a:xfrm>
            <a:custGeom>
              <a:avLst/>
              <a:gdLst/>
              <a:ahLst/>
              <a:cxnLst/>
              <a:rect l="l" t="t" r="r" b="b"/>
              <a:pathLst>
                <a:path w="1838" h="883" extrusionOk="0">
                  <a:moveTo>
                    <a:pt x="1046" y="1"/>
                  </a:moveTo>
                  <a:lnTo>
                    <a:pt x="912" y="31"/>
                  </a:lnTo>
                  <a:lnTo>
                    <a:pt x="792" y="46"/>
                  </a:lnTo>
                  <a:lnTo>
                    <a:pt x="687" y="90"/>
                  </a:lnTo>
                  <a:lnTo>
                    <a:pt x="583" y="135"/>
                  </a:lnTo>
                  <a:lnTo>
                    <a:pt x="478" y="195"/>
                  </a:lnTo>
                  <a:lnTo>
                    <a:pt x="299" y="300"/>
                  </a:lnTo>
                  <a:lnTo>
                    <a:pt x="150" y="434"/>
                  </a:lnTo>
                  <a:lnTo>
                    <a:pt x="45" y="554"/>
                  </a:lnTo>
                  <a:lnTo>
                    <a:pt x="0" y="628"/>
                  </a:lnTo>
                  <a:lnTo>
                    <a:pt x="0" y="703"/>
                  </a:lnTo>
                  <a:lnTo>
                    <a:pt x="30" y="778"/>
                  </a:lnTo>
                  <a:lnTo>
                    <a:pt x="75" y="837"/>
                  </a:lnTo>
                  <a:lnTo>
                    <a:pt x="120" y="852"/>
                  </a:lnTo>
                  <a:lnTo>
                    <a:pt x="165" y="867"/>
                  </a:lnTo>
                  <a:lnTo>
                    <a:pt x="209" y="882"/>
                  </a:lnTo>
                  <a:lnTo>
                    <a:pt x="269" y="867"/>
                  </a:lnTo>
                  <a:lnTo>
                    <a:pt x="314" y="837"/>
                  </a:lnTo>
                  <a:lnTo>
                    <a:pt x="359" y="808"/>
                  </a:lnTo>
                  <a:lnTo>
                    <a:pt x="463" y="703"/>
                  </a:lnTo>
                  <a:lnTo>
                    <a:pt x="568" y="613"/>
                  </a:lnTo>
                  <a:lnTo>
                    <a:pt x="702" y="524"/>
                  </a:lnTo>
                  <a:lnTo>
                    <a:pt x="792" y="479"/>
                  </a:lnTo>
                  <a:lnTo>
                    <a:pt x="882" y="449"/>
                  </a:lnTo>
                  <a:lnTo>
                    <a:pt x="971" y="419"/>
                  </a:lnTo>
                  <a:lnTo>
                    <a:pt x="1076" y="404"/>
                  </a:lnTo>
                  <a:lnTo>
                    <a:pt x="1195" y="404"/>
                  </a:lnTo>
                  <a:lnTo>
                    <a:pt x="1300" y="419"/>
                  </a:lnTo>
                  <a:lnTo>
                    <a:pt x="1419" y="449"/>
                  </a:lnTo>
                  <a:lnTo>
                    <a:pt x="1554" y="494"/>
                  </a:lnTo>
                  <a:lnTo>
                    <a:pt x="1629" y="524"/>
                  </a:lnTo>
                  <a:lnTo>
                    <a:pt x="1703" y="509"/>
                  </a:lnTo>
                  <a:lnTo>
                    <a:pt x="1778" y="464"/>
                  </a:lnTo>
                  <a:lnTo>
                    <a:pt x="1823" y="404"/>
                  </a:lnTo>
                  <a:lnTo>
                    <a:pt x="1838" y="329"/>
                  </a:lnTo>
                  <a:lnTo>
                    <a:pt x="1823" y="255"/>
                  </a:lnTo>
                  <a:lnTo>
                    <a:pt x="1793" y="180"/>
                  </a:lnTo>
                  <a:lnTo>
                    <a:pt x="1718" y="135"/>
                  </a:lnTo>
                  <a:lnTo>
                    <a:pt x="1584" y="75"/>
                  </a:lnTo>
                  <a:lnTo>
                    <a:pt x="1434" y="31"/>
                  </a:lnTo>
                  <a:lnTo>
                    <a:pt x="1300" y="16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-1374647" y="2801119"/>
              <a:ext cx="25221" cy="55082"/>
            </a:xfrm>
            <a:custGeom>
              <a:avLst/>
              <a:gdLst/>
              <a:ahLst/>
              <a:cxnLst/>
              <a:rect l="l" t="t" r="r" b="b"/>
              <a:pathLst>
                <a:path w="897" h="1959" extrusionOk="0">
                  <a:moveTo>
                    <a:pt x="149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5" y="91"/>
                  </a:lnTo>
                  <a:lnTo>
                    <a:pt x="0" y="135"/>
                  </a:lnTo>
                  <a:lnTo>
                    <a:pt x="15" y="195"/>
                  </a:lnTo>
                  <a:lnTo>
                    <a:pt x="45" y="240"/>
                  </a:lnTo>
                  <a:lnTo>
                    <a:pt x="134" y="359"/>
                  </a:lnTo>
                  <a:lnTo>
                    <a:pt x="239" y="494"/>
                  </a:lnTo>
                  <a:lnTo>
                    <a:pt x="344" y="673"/>
                  </a:lnTo>
                  <a:lnTo>
                    <a:pt x="448" y="897"/>
                  </a:lnTo>
                  <a:lnTo>
                    <a:pt x="493" y="1032"/>
                  </a:lnTo>
                  <a:lnTo>
                    <a:pt x="538" y="1166"/>
                  </a:lnTo>
                  <a:lnTo>
                    <a:pt x="568" y="1316"/>
                  </a:lnTo>
                  <a:lnTo>
                    <a:pt x="598" y="1480"/>
                  </a:lnTo>
                  <a:lnTo>
                    <a:pt x="613" y="1644"/>
                  </a:lnTo>
                  <a:lnTo>
                    <a:pt x="613" y="1824"/>
                  </a:lnTo>
                  <a:lnTo>
                    <a:pt x="627" y="1868"/>
                  </a:lnTo>
                  <a:lnTo>
                    <a:pt x="642" y="1913"/>
                  </a:lnTo>
                  <a:lnTo>
                    <a:pt x="672" y="1943"/>
                  </a:lnTo>
                  <a:lnTo>
                    <a:pt x="717" y="1958"/>
                  </a:lnTo>
                  <a:lnTo>
                    <a:pt x="807" y="1958"/>
                  </a:lnTo>
                  <a:lnTo>
                    <a:pt x="852" y="1928"/>
                  </a:lnTo>
                  <a:lnTo>
                    <a:pt x="881" y="1883"/>
                  </a:lnTo>
                  <a:lnTo>
                    <a:pt x="896" y="1824"/>
                  </a:lnTo>
                  <a:lnTo>
                    <a:pt x="896" y="1629"/>
                  </a:lnTo>
                  <a:lnTo>
                    <a:pt x="881" y="1435"/>
                  </a:lnTo>
                  <a:lnTo>
                    <a:pt x="852" y="1271"/>
                  </a:lnTo>
                  <a:lnTo>
                    <a:pt x="807" y="1106"/>
                  </a:lnTo>
                  <a:lnTo>
                    <a:pt x="762" y="942"/>
                  </a:lnTo>
                  <a:lnTo>
                    <a:pt x="717" y="793"/>
                  </a:lnTo>
                  <a:lnTo>
                    <a:pt x="598" y="539"/>
                  </a:lnTo>
                  <a:lnTo>
                    <a:pt x="463" y="330"/>
                  </a:lnTo>
                  <a:lnTo>
                    <a:pt x="359" y="180"/>
                  </a:lnTo>
                  <a:lnTo>
                    <a:pt x="239" y="46"/>
                  </a:lnTo>
                  <a:lnTo>
                    <a:pt x="194" y="16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-1383054" y="2821701"/>
              <a:ext cx="29439" cy="9701"/>
            </a:xfrm>
            <a:custGeom>
              <a:avLst/>
              <a:gdLst/>
              <a:ahLst/>
              <a:cxnLst/>
              <a:rect l="l" t="t" r="r" b="b"/>
              <a:pathLst>
                <a:path w="1047" h="345" extrusionOk="0">
                  <a:moveTo>
                    <a:pt x="538" y="1"/>
                  </a:moveTo>
                  <a:lnTo>
                    <a:pt x="404" y="16"/>
                  </a:lnTo>
                  <a:lnTo>
                    <a:pt x="194" y="46"/>
                  </a:lnTo>
                  <a:lnTo>
                    <a:pt x="105" y="61"/>
                  </a:lnTo>
                  <a:lnTo>
                    <a:pt x="45" y="91"/>
                  </a:lnTo>
                  <a:lnTo>
                    <a:pt x="15" y="135"/>
                  </a:lnTo>
                  <a:lnTo>
                    <a:pt x="0" y="180"/>
                  </a:lnTo>
                  <a:lnTo>
                    <a:pt x="0" y="240"/>
                  </a:lnTo>
                  <a:lnTo>
                    <a:pt x="15" y="270"/>
                  </a:lnTo>
                  <a:lnTo>
                    <a:pt x="45" y="300"/>
                  </a:lnTo>
                  <a:lnTo>
                    <a:pt x="75" y="330"/>
                  </a:lnTo>
                  <a:lnTo>
                    <a:pt x="105" y="330"/>
                  </a:lnTo>
                  <a:lnTo>
                    <a:pt x="135" y="345"/>
                  </a:lnTo>
                  <a:lnTo>
                    <a:pt x="180" y="330"/>
                  </a:lnTo>
                  <a:lnTo>
                    <a:pt x="299" y="300"/>
                  </a:lnTo>
                  <a:lnTo>
                    <a:pt x="478" y="285"/>
                  </a:lnTo>
                  <a:lnTo>
                    <a:pt x="673" y="285"/>
                  </a:lnTo>
                  <a:lnTo>
                    <a:pt x="762" y="300"/>
                  </a:lnTo>
                  <a:lnTo>
                    <a:pt x="852" y="330"/>
                  </a:lnTo>
                  <a:lnTo>
                    <a:pt x="956" y="330"/>
                  </a:lnTo>
                  <a:lnTo>
                    <a:pt x="1001" y="300"/>
                  </a:lnTo>
                  <a:lnTo>
                    <a:pt x="1031" y="255"/>
                  </a:lnTo>
                  <a:lnTo>
                    <a:pt x="1046" y="195"/>
                  </a:lnTo>
                  <a:lnTo>
                    <a:pt x="1031" y="135"/>
                  </a:lnTo>
                  <a:lnTo>
                    <a:pt x="1001" y="91"/>
                  </a:lnTo>
                  <a:lnTo>
                    <a:pt x="956" y="61"/>
                  </a:lnTo>
                  <a:lnTo>
                    <a:pt x="822" y="16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-1506575" y="2672172"/>
              <a:ext cx="289048" cy="210488"/>
            </a:xfrm>
            <a:custGeom>
              <a:avLst/>
              <a:gdLst/>
              <a:ahLst/>
              <a:cxnLst/>
              <a:rect l="l" t="t" r="r" b="b"/>
              <a:pathLst>
                <a:path w="10280" h="7486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257" y="7485"/>
                  </a:lnTo>
                  <a:lnTo>
                    <a:pt x="2361" y="7485"/>
                  </a:lnTo>
                  <a:lnTo>
                    <a:pt x="2466" y="7470"/>
                  </a:lnTo>
                  <a:lnTo>
                    <a:pt x="2571" y="7455"/>
                  </a:lnTo>
                  <a:lnTo>
                    <a:pt x="2675" y="7425"/>
                  </a:lnTo>
                  <a:lnTo>
                    <a:pt x="2795" y="7381"/>
                  </a:lnTo>
                  <a:lnTo>
                    <a:pt x="2899" y="7321"/>
                  </a:lnTo>
                  <a:lnTo>
                    <a:pt x="3019" y="7261"/>
                  </a:lnTo>
                  <a:lnTo>
                    <a:pt x="3123" y="7186"/>
                  </a:lnTo>
                  <a:lnTo>
                    <a:pt x="3228" y="7097"/>
                  </a:lnTo>
                  <a:lnTo>
                    <a:pt x="3333" y="6992"/>
                  </a:lnTo>
                  <a:lnTo>
                    <a:pt x="3437" y="6888"/>
                  </a:lnTo>
                  <a:lnTo>
                    <a:pt x="3542" y="6768"/>
                  </a:lnTo>
                  <a:lnTo>
                    <a:pt x="3631" y="6634"/>
                  </a:lnTo>
                  <a:lnTo>
                    <a:pt x="3721" y="6499"/>
                  </a:lnTo>
                  <a:lnTo>
                    <a:pt x="3811" y="6350"/>
                  </a:lnTo>
                  <a:lnTo>
                    <a:pt x="3721" y="6185"/>
                  </a:lnTo>
                  <a:lnTo>
                    <a:pt x="3646" y="6006"/>
                  </a:lnTo>
                  <a:lnTo>
                    <a:pt x="3587" y="5827"/>
                  </a:lnTo>
                  <a:lnTo>
                    <a:pt x="3542" y="5663"/>
                  </a:lnTo>
                  <a:lnTo>
                    <a:pt x="3497" y="5483"/>
                  </a:lnTo>
                  <a:lnTo>
                    <a:pt x="3467" y="5304"/>
                  </a:lnTo>
                  <a:lnTo>
                    <a:pt x="3467" y="5125"/>
                  </a:lnTo>
                  <a:lnTo>
                    <a:pt x="3467" y="4960"/>
                  </a:lnTo>
                  <a:lnTo>
                    <a:pt x="3497" y="4796"/>
                  </a:lnTo>
                  <a:lnTo>
                    <a:pt x="3542" y="4632"/>
                  </a:lnTo>
                  <a:lnTo>
                    <a:pt x="3587" y="4482"/>
                  </a:lnTo>
                  <a:lnTo>
                    <a:pt x="3676" y="4333"/>
                  </a:lnTo>
                  <a:lnTo>
                    <a:pt x="3766" y="4199"/>
                  </a:lnTo>
                  <a:lnTo>
                    <a:pt x="3885" y="4079"/>
                  </a:lnTo>
                  <a:lnTo>
                    <a:pt x="4020" y="3974"/>
                  </a:lnTo>
                  <a:lnTo>
                    <a:pt x="4184" y="3870"/>
                  </a:lnTo>
                  <a:lnTo>
                    <a:pt x="4319" y="3795"/>
                  </a:lnTo>
                  <a:lnTo>
                    <a:pt x="4468" y="3750"/>
                  </a:lnTo>
                  <a:lnTo>
                    <a:pt x="4602" y="3706"/>
                  </a:lnTo>
                  <a:lnTo>
                    <a:pt x="4737" y="3676"/>
                  </a:lnTo>
                  <a:lnTo>
                    <a:pt x="4856" y="3661"/>
                  </a:lnTo>
                  <a:lnTo>
                    <a:pt x="4976" y="3661"/>
                  </a:lnTo>
                  <a:lnTo>
                    <a:pt x="5095" y="3676"/>
                  </a:lnTo>
                  <a:lnTo>
                    <a:pt x="5215" y="3691"/>
                  </a:lnTo>
                  <a:lnTo>
                    <a:pt x="5319" y="3720"/>
                  </a:lnTo>
                  <a:lnTo>
                    <a:pt x="5424" y="3750"/>
                  </a:lnTo>
                  <a:lnTo>
                    <a:pt x="5618" y="3855"/>
                  </a:lnTo>
                  <a:lnTo>
                    <a:pt x="5783" y="3959"/>
                  </a:lnTo>
                  <a:lnTo>
                    <a:pt x="5947" y="4094"/>
                  </a:lnTo>
                  <a:lnTo>
                    <a:pt x="6081" y="4243"/>
                  </a:lnTo>
                  <a:lnTo>
                    <a:pt x="6201" y="4393"/>
                  </a:lnTo>
                  <a:lnTo>
                    <a:pt x="6291" y="4527"/>
                  </a:lnTo>
                  <a:lnTo>
                    <a:pt x="6380" y="4662"/>
                  </a:lnTo>
                  <a:lnTo>
                    <a:pt x="6485" y="4871"/>
                  </a:lnTo>
                  <a:lnTo>
                    <a:pt x="6515" y="4945"/>
                  </a:lnTo>
                  <a:lnTo>
                    <a:pt x="6739" y="4975"/>
                  </a:lnTo>
                  <a:lnTo>
                    <a:pt x="6963" y="4990"/>
                  </a:lnTo>
                  <a:lnTo>
                    <a:pt x="7067" y="4527"/>
                  </a:lnTo>
                  <a:lnTo>
                    <a:pt x="7172" y="4079"/>
                  </a:lnTo>
                  <a:lnTo>
                    <a:pt x="7277" y="3646"/>
                  </a:lnTo>
                  <a:lnTo>
                    <a:pt x="7366" y="3198"/>
                  </a:lnTo>
                  <a:lnTo>
                    <a:pt x="7546" y="3198"/>
                  </a:lnTo>
                  <a:lnTo>
                    <a:pt x="7740" y="3168"/>
                  </a:lnTo>
                  <a:lnTo>
                    <a:pt x="7934" y="3108"/>
                  </a:lnTo>
                  <a:lnTo>
                    <a:pt x="8128" y="3018"/>
                  </a:lnTo>
                  <a:lnTo>
                    <a:pt x="8322" y="2899"/>
                  </a:lnTo>
                  <a:lnTo>
                    <a:pt x="8502" y="2764"/>
                  </a:lnTo>
                  <a:lnTo>
                    <a:pt x="8681" y="2615"/>
                  </a:lnTo>
                  <a:lnTo>
                    <a:pt x="8845" y="2451"/>
                  </a:lnTo>
                  <a:lnTo>
                    <a:pt x="9547" y="2764"/>
                  </a:lnTo>
                  <a:lnTo>
                    <a:pt x="9906" y="2914"/>
                  </a:lnTo>
                  <a:lnTo>
                    <a:pt x="10100" y="2973"/>
                  </a:lnTo>
                  <a:lnTo>
                    <a:pt x="10279" y="3018"/>
                  </a:lnTo>
                  <a:lnTo>
                    <a:pt x="10115" y="2809"/>
                  </a:lnTo>
                  <a:lnTo>
                    <a:pt x="9921" y="2615"/>
                  </a:lnTo>
                  <a:lnTo>
                    <a:pt x="9712" y="245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-1254950" y="2797773"/>
              <a:ext cx="50865" cy="99592"/>
            </a:xfrm>
            <a:custGeom>
              <a:avLst/>
              <a:gdLst/>
              <a:ahLst/>
              <a:cxnLst/>
              <a:rect l="l" t="t" r="r" b="b"/>
              <a:pathLst>
                <a:path w="1809" h="3542" extrusionOk="0">
                  <a:moveTo>
                    <a:pt x="1301" y="180"/>
                  </a:moveTo>
                  <a:lnTo>
                    <a:pt x="1360" y="210"/>
                  </a:lnTo>
                  <a:lnTo>
                    <a:pt x="1405" y="239"/>
                  </a:lnTo>
                  <a:lnTo>
                    <a:pt x="1450" y="284"/>
                  </a:lnTo>
                  <a:lnTo>
                    <a:pt x="1495" y="344"/>
                  </a:lnTo>
                  <a:lnTo>
                    <a:pt x="1540" y="419"/>
                  </a:lnTo>
                  <a:lnTo>
                    <a:pt x="1569" y="508"/>
                  </a:lnTo>
                  <a:lnTo>
                    <a:pt x="1614" y="718"/>
                  </a:lnTo>
                  <a:lnTo>
                    <a:pt x="1644" y="957"/>
                  </a:lnTo>
                  <a:lnTo>
                    <a:pt x="1629" y="1240"/>
                  </a:lnTo>
                  <a:lnTo>
                    <a:pt x="1599" y="1554"/>
                  </a:lnTo>
                  <a:lnTo>
                    <a:pt x="1540" y="1883"/>
                  </a:lnTo>
                  <a:lnTo>
                    <a:pt x="1525" y="1928"/>
                  </a:lnTo>
                  <a:lnTo>
                    <a:pt x="1480" y="2092"/>
                  </a:lnTo>
                  <a:lnTo>
                    <a:pt x="1375" y="2391"/>
                  </a:lnTo>
                  <a:lnTo>
                    <a:pt x="1271" y="2660"/>
                  </a:lnTo>
                  <a:lnTo>
                    <a:pt x="1136" y="2884"/>
                  </a:lnTo>
                  <a:lnTo>
                    <a:pt x="1002" y="3078"/>
                  </a:lnTo>
                  <a:lnTo>
                    <a:pt x="882" y="3212"/>
                  </a:lnTo>
                  <a:lnTo>
                    <a:pt x="748" y="3317"/>
                  </a:lnTo>
                  <a:lnTo>
                    <a:pt x="688" y="3347"/>
                  </a:lnTo>
                  <a:lnTo>
                    <a:pt x="628" y="3362"/>
                  </a:lnTo>
                  <a:lnTo>
                    <a:pt x="569" y="3377"/>
                  </a:lnTo>
                  <a:lnTo>
                    <a:pt x="509" y="3362"/>
                  </a:lnTo>
                  <a:lnTo>
                    <a:pt x="464" y="3347"/>
                  </a:lnTo>
                  <a:lnTo>
                    <a:pt x="404" y="3302"/>
                  </a:lnTo>
                  <a:lnTo>
                    <a:pt x="359" y="3257"/>
                  </a:lnTo>
                  <a:lnTo>
                    <a:pt x="315" y="3197"/>
                  </a:lnTo>
                  <a:lnTo>
                    <a:pt x="285" y="3123"/>
                  </a:lnTo>
                  <a:lnTo>
                    <a:pt x="255" y="3033"/>
                  </a:lnTo>
                  <a:lnTo>
                    <a:pt x="195" y="2824"/>
                  </a:lnTo>
                  <a:lnTo>
                    <a:pt x="180" y="2570"/>
                  </a:lnTo>
                  <a:lnTo>
                    <a:pt x="180" y="2271"/>
                  </a:lnTo>
                  <a:lnTo>
                    <a:pt x="225" y="1957"/>
                  </a:lnTo>
                  <a:lnTo>
                    <a:pt x="285" y="1614"/>
                  </a:lnTo>
                  <a:lnTo>
                    <a:pt x="389" y="1285"/>
                  </a:lnTo>
                  <a:lnTo>
                    <a:pt x="509" y="986"/>
                  </a:lnTo>
                  <a:lnTo>
                    <a:pt x="628" y="732"/>
                  </a:lnTo>
                  <a:lnTo>
                    <a:pt x="778" y="523"/>
                  </a:lnTo>
                  <a:lnTo>
                    <a:pt x="912" y="359"/>
                  </a:lnTo>
                  <a:lnTo>
                    <a:pt x="987" y="299"/>
                  </a:lnTo>
                  <a:lnTo>
                    <a:pt x="1047" y="239"/>
                  </a:lnTo>
                  <a:lnTo>
                    <a:pt x="1121" y="210"/>
                  </a:lnTo>
                  <a:lnTo>
                    <a:pt x="1181" y="180"/>
                  </a:lnTo>
                  <a:close/>
                  <a:moveTo>
                    <a:pt x="1256" y="0"/>
                  </a:moveTo>
                  <a:lnTo>
                    <a:pt x="1181" y="15"/>
                  </a:lnTo>
                  <a:lnTo>
                    <a:pt x="1091" y="30"/>
                  </a:lnTo>
                  <a:lnTo>
                    <a:pt x="1002" y="75"/>
                  </a:lnTo>
                  <a:lnTo>
                    <a:pt x="912" y="135"/>
                  </a:lnTo>
                  <a:lnTo>
                    <a:pt x="823" y="195"/>
                  </a:lnTo>
                  <a:lnTo>
                    <a:pt x="748" y="284"/>
                  </a:lnTo>
                  <a:lnTo>
                    <a:pt x="658" y="389"/>
                  </a:lnTo>
                  <a:lnTo>
                    <a:pt x="583" y="493"/>
                  </a:lnTo>
                  <a:lnTo>
                    <a:pt x="494" y="628"/>
                  </a:lnTo>
                  <a:lnTo>
                    <a:pt x="359" y="897"/>
                  </a:lnTo>
                  <a:lnTo>
                    <a:pt x="225" y="1225"/>
                  </a:lnTo>
                  <a:lnTo>
                    <a:pt x="120" y="1584"/>
                  </a:lnTo>
                  <a:lnTo>
                    <a:pt x="46" y="1943"/>
                  </a:lnTo>
                  <a:lnTo>
                    <a:pt x="1" y="2286"/>
                  </a:lnTo>
                  <a:lnTo>
                    <a:pt x="1" y="2600"/>
                  </a:lnTo>
                  <a:lnTo>
                    <a:pt x="16" y="2749"/>
                  </a:lnTo>
                  <a:lnTo>
                    <a:pt x="31" y="2884"/>
                  </a:lnTo>
                  <a:lnTo>
                    <a:pt x="61" y="3018"/>
                  </a:lnTo>
                  <a:lnTo>
                    <a:pt x="105" y="3123"/>
                  </a:lnTo>
                  <a:lnTo>
                    <a:pt x="135" y="3227"/>
                  </a:lnTo>
                  <a:lnTo>
                    <a:pt x="195" y="3317"/>
                  </a:lnTo>
                  <a:lnTo>
                    <a:pt x="255" y="3392"/>
                  </a:lnTo>
                  <a:lnTo>
                    <a:pt x="315" y="3451"/>
                  </a:lnTo>
                  <a:lnTo>
                    <a:pt x="389" y="3511"/>
                  </a:lnTo>
                  <a:lnTo>
                    <a:pt x="464" y="3526"/>
                  </a:lnTo>
                  <a:lnTo>
                    <a:pt x="554" y="3541"/>
                  </a:lnTo>
                  <a:lnTo>
                    <a:pt x="628" y="3541"/>
                  </a:lnTo>
                  <a:lnTo>
                    <a:pt x="718" y="3511"/>
                  </a:lnTo>
                  <a:lnTo>
                    <a:pt x="808" y="3481"/>
                  </a:lnTo>
                  <a:lnTo>
                    <a:pt x="882" y="3422"/>
                  </a:lnTo>
                  <a:lnTo>
                    <a:pt x="972" y="3362"/>
                  </a:lnTo>
                  <a:lnTo>
                    <a:pt x="1047" y="3287"/>
                  </a:lnTo>
                  <a:lnTo>
                    <a:pt x="1136" y="3183"/>
                  </a:lnTo>
                  <a:lnTo>
                    <a:pt x="1286" y="2973"/>
                  </a:lnTo>
                  <a:lnTo>
                    <a:pt x="1435" y="2704"/>
                  </a:lnTo>
                  <a:lnTo>
                    <a:pt x="1569" y="2406"/>
                  </a:lnTo>
                  <a:lnTo>
                    <a:pt x="1674" y="2062"/>
                  </a:lnTo>
                  <a:lnTo>
                    <a:pt x="1689" y="1972"/>
                  </a:lnTo>
                  <a:lnTo>
                    <a:pt x="1719" y="1898"/>
                  </a:lnTo>
                  <a:lnTo>
                    <a:pt x="1779" y="1539"/>
                  </a:lnTo>
                  <a:lnTo>
                    <a:pt x="1809" y="1211"/>
                  </a:lnTo>
                  <a:lnTo>
                    <a:pt x="1809" y="912"/>
                  </a:lnTo>
                  <a:lnTo>
                    <a:pt x="1779" y="643"/>
                  </a:lnTo>
                  <a:lnTo>
                    <a:pt x="1749" y="508"/>
                  </a:lnTo>
                  <a:lnTo>
                    <a:pt x="1704" y="404"/>
                  </a:lnTo>
                  <a:lnTo>
                    <a:pt x="1659" y="299"/>
                  </a:lnTo>
                  <a:lnTo>
                    <a:pt x="1614" y="225"/>
                  </a:lnTo>
                  <a:lnTo>
                    <a:pt x="1555" y="150"/>
                  </a:lnTo>
                  <a:lnTo>
                    <a:pt x="1495" y="90"/>
                  </a:lnTo>
                  <a:lnTo>
                    <a:pt x="1420" y="45"/>
                  </a:lnTo>
                  <a:lnTo>
                    <a:pt x="1345" y="1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-1213364" y="2850268"/>
              <a:ext cx="11388" cy="8435"/>
            </a:xfrm>
            <a:custGeom>
              <a:avLst/>
              <a:gdLst/>
              <a:ahLst/>
              <a:cxnLst/>
              <a:rect l="l" t="t" r="r" b="b"/>
              <a:pathLst>
                <a:path w="405" h="300" extrusionOk="0">
                  <a:moveTo>
                    <a:pt x="120" y="1"/>
                  </a:moveTo>
                  <a:lnTo>
                    <a:pt x="61" y="16"/>
                  </a:lnTo>
                  <a:lnTo>
                    <a:pt x="46" y="61"/>
                  </a:lnTo>
                  <a:lnTo>
                    <a:pt x="1" y="225"/>
                  </a:lnTo>
                  <a:lnTo>
                    <a:pt x="31" y="225"/>
                  </a:lnTo>
                  <a:lnTo>
                    <a:pt x="61" y="210"/>
                  </a:lnTo>
                  <a:lnTo>
                    <a:pt x="90" y="195"/>
                  </a:lnTo>
                  <a:lnTo>
                    <a:pt x="135" y="180"/>
                  </a:lnTo>
                  <a:lnTo>
                    <a:pt x="165" y="180"/>
                  </a:lnTo>
                  <a:lnTo>
                    <a:pt x="195" y="195"/>
                  </a:lnTo>
                  <a:lnTo>
                    <a:pt x="210" y="225"/>
                  </a:lnTo>
                  <a:lnTo>
                    <a:pt x="240" y="255"/>
                  </a:lnTo>
                  <a:lnTo>
                    <a:pt x="255" y="285"/>
                  </a:lnTo>
                  <a:lnTo>
                    <a:pt x="285" y="300"/>
                  </a:lnTo>
                  <a:lnTo>
                    <a:pt x="359" y="300"/>
                  </a:lnTo>
                  <a:lnTo>
                    <a:pt x="389" y="270"/>
                  </a:lnTo>
                  <a:lnTo>
                    <a:pt x="404" y="240"/>
                  </a:lnTo>
                  <a:lnTo>
                    <a:pt x="404" y="210"/>
                  </a:lnTo>
                  <a:lnTo>
                    <a:pt x="389" y="180"/>
                  </a:lnTo>
                  <a:lnTo>
                    <a:pt x="359" y="120"/>
                  </a:lnTo>
                  <a:lnTo>
                    <a:pt x="315" y="76"/>
                  </a:lnTo>
                  <a:lnTo>
                    <a:pt x="270" y="46"/>
                  </a:lnTo>
                  <a:lnTo>
                    <a:pt x="240" y="31"/>
                  </a:lnTo>
                  <a:lnTo>
                    <a:pt x="210" y="1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-1310820" y="2817933"/>
              <a:ext cx="65148" cy="22297"/>
            </a:xfrm>
            <a:custGeom>
              <a:avLst/>
              <a:gdLst/>
              <a:ahLst/>
              <a:cxnLst/>
              <a:rect l="l" t="t" r="r" b="b"/>
              <a:pathLst>
                <a:path w="2317" h="793" extrusionOk="0">
                  <a:moveTo>
                    <a:pt x="1" y="1"/>
                  </a:moveTo>
                  <a:lnTo>
                    <a:pt x="1" y="180"/>
                  </a:lnTo>
                  <a:lnTo>
                    <a:pt x="2212" y="792"/>
                  </a:lnTo>
                  <a:lnTo>
                    <a:pt x="2257" y="792"/>
                  </a:lnTo>
                  <a:lnTo>
                    <a:pt x="2287" y="777"/>
                  </a:lnTo>
                  <a:lnTo>
                    <a:pt x="2302" y="762"/>
                  </a:lnTo>
                  <a:lnTo>
                    <a:pt x="2316" y="733"/>
                  </a:lnTo>
                  <a:lnTo>
                    <a:pt x="2316" y="703"/>
                  </a:lnTo>
                  <a:lnTo>
                    <a:pt x="2316" y="673"/>
                  </a:lnTo>
                  <a:lnTo>
                    <a:pt x="2287" y="643"/>
                  </a:lnTo>
                  <a:lnTo>
                    <a:pt x="2257" y="6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-1845561" y="4073494"/>
              <a:ext cx="930464" cy="580148"/>
            </a:xfrm>
            <a:custGeom>
              <a:avLst/>
              <a:gdLst/>
              <a:ahLst/>
              <a:cxnLst/>
              <a:rect l="l" t="t" r="r" b="b"/>
              <a:pathLst>
                <a:path w="33092" h="20633" extrusionOk="0">
                  <a:moveTo>
                    <a:pt x="18317" y="1"/>
                  </a:moveTo>
                  <a:lnTo>
                    <a:pt x="7441" y="4781"/>
                  </a:lnTo>
                  <a:lnTo>
                    <a:pt x="7560" y="5020"/>
                  </a:lnTo>
                  <a:lnTo>
                    <a:pt x="7725" y="5289"/>
                  </a:lnTo>
                  <a:lnTo>
                    <a:pt x="7964" y="5663"/>
                  </a:lnTo>
                  <a:lnTo>
                    <a:pt x="8277" y="6111"/>
                  </a:lnTo>
                  <a:lnTo>
                    <a:pt x="8471" y="6365"/>
                  </a:lnTo>
                  <a:lnTo>
                    <a:pt x="8696" y="6634"/>
                  </a:lnTo>
                  <a:lnTo>
                    <a:pt x="8935" y="6918"/>
                  </a:lnTo>
                  <a:lnTo>
                    <a:pt x="9189" y="7217"/>
                  </a:lnTo>
                  <a:lnTo>
                    <a:pt x="9487" y="7530"/>
                  </a:lnTo>
                  <a:lnTo>
                    <a:pt x="9801" y="7844"/>
                  </a:lnTo>
                  <a:lnTo>
                    <a:pt x="10160" y="8173"/>
                  </a:lnTo>
                  <a:lnTo>
                    <a:pt x="10533" y="8501"/>
                  </a:lnTo>
                  <a:lnTo>
                    <a:pt x="10937" y="8845"/>
                  </a:lnTo>
                  <a:lnTo>
                    <a:pt x="11370" y="9189"/>
                  </a:lnTo>
                  <a:lnTo>
                    <a:pt x="11848" y="9532"/>
                  </a:lnTo>
                  <a:lnTo>
                    <a:pt x="12341" y="9876"/>
                  </a:lnTo>
                  <a:lnTo>
                    <a:pt x="12879" y="10234"/>
                  </a:lnTo>
                  <a:lnTo>
                    <a:pt x="13446" y="10578"/>
                  </a:lnTo>
                  <a:lnTo>
                    <a:pt x="14059" y="10922"/>
                  </a:lnTo>
                  <a:lnTo>
                    <a:pt x="14686" y="11265"/>
                  </a:lnTo>
                  <a:lnTo>
                    <a:pt x="15374" y="11594"/>
                  </a:lnTo>
                  <a:lnTo>
                    <a:pt x="16091" y="11923"/>
                  </a:lnTo>
                  <a:lnTo>
                    <a:pt x="16838" y="12236"/>
                  </a:lnTo>
                  <a:lnTo>
                    <a:pt x="17629" y="12550"/>
                  </a:lnTo>
                  <a:lnTo>
                    <a:pt x="18466" y="12849"/>
                  </a:lnTo>
                  <a:lnTo>
                    <a:pt x="19333" y="13133"/>
                  </a:lnTo>
                  <a:lnTo>
                    <a:pt x="19228" y="13103"/>
                  </a:lnTo>
                  <a:lnTo>
                    <a:pt x="18899" y="12998"/>
                  </a:lnTo>
                  <a:lnTo>
                    <a:pt x="18660" y="12938"/>
                  </a:lnTo>
                  <a:lnTo>
                    <a:pt x="18362" y="12879"/>
                  </a:lnTo>
                  <a:lnTo>
                    <a:pt x="18003" y="12819"/>
                  </a:lnTo>
                  <a:lnTo>
                    <a:pt x="17585" y="12759"/>
                  </a:lnTo>
                  <a:lnTo>
                    <a:pt x="17122" y="12714"/>
                  </a:lnTo>
                  <a:lnTo>
                    <a:pt x="16599" y="12684"/>
                  </a:lnTo>
                  <a:lnTo>
                    <a:pt x="16016" y="12655"/>
                  </a:lnTo>
                  <a:lnTo>
                    <a:pt x="15374" y="12655"/>
                  </a:lnTo>
                  <a:lnTo>
                    <a:pt x="14671" y="12684"/>
                  </a:lnTo>
                  <a:lnTo>
                    <a:pt x="13924" y="12729"/>
                  </a:lnTo>
                  <a:lnTo>
                    <a:pt x="13103" y="12804"/>
                  </a:lnTo>
                  <a:lnTo>
                    <a:pt x="12236" y="12923"/>
                  </a:lnTo>
                  <a:lnTo>
                    <a:pt x="11310" y="13073"/>
                  </a:lnTo>
                  <a:lnTo>
                    <a:pt x="10339" y="13267"/>
                  </a:lnTo>
                  <a:lnTo>
                    <a:pt x="9323" y="13491"/>
                  </a:lnTo>
                  <a:lnTo>
                    <a:pt x="8307" y="13745"/>
                  </a:lnTo>
                  <a:lnTo>
                    <a:pt x="7276" y="14014"/>
                  </a:lnTo>
                  <a:lnTo>
                    <a:pt x="6260" y="14298"/>
                  </a:lnTo>
                  <a:lnTo>
                    <a:pt x="5274" y="14582"/>
                  </a:lnTo>
                  <a:lnTo>
                    <a:pt x="4318" y="14866"/>
                  </a:lnTo>
                  <a:lnTo>
                    <a:pt x="2600" y="15403"/>
                  </a:lnTo>
                  <a:lnTo>
                    <a:pt x="1241" y="15852"/>
                  </a:lnTo>
                  <a:lnTo>
                    <a:pt x="1" y="16285"/>
                  </a:lnTo>
                  <a:lnTo>
                    <a:pt x="105" y="19796"/>
                  </a:lnTo>
                  <a:lnTo>
                    <a:pt x="29880" y="20632"/>
                  </a:lnTo>
                  <a:lnTo>
                    <a:pt x="30104" y="20617"/>
                  </a:lnTo>
                  <a:lnTo>
                    <a:pt x="30313" y="20602"/>
                  </a:lnTo>
                  <a:lnTo>
                    <a:pt x="30522" y="20572"/>
                  </a:lnTo>
                  <a:lnTo>
                    <a:pt x="30717" y="20528"/>
                  </a:lnTo>
                  <a:lnTo>
                    <a:pt x="30926" y="20468"/>
                  </a:lnTo>
                  <a:lnTo>
                    <a:pt x="31105" y="20408"/>
                  </a:lnTo>
                  <a:lnTo>
                    <a:pt x="31299" y="20319"/>
                  </a:lnTo>
                  <a:lnTo>
                    <a:pt x="31478" y="20229"/>
                  </a:lnTo>
                  <a:lnTo>
                    <a:pt x="31643" y="20124"/>
                  </a:lnTo>
                  <a:lnTo>
                    <a:pt x="31807" y="20020"/>
                  </a:lnTo>
                  <a:lnTo>
                    <a:pt x="31957" y="19885"/>
                  </a:lnTo>
                  <a:lnTo>
                    <a:pt x="32106" y="19766"/>
                  </a:lnTo>
                  <a:lnTo>
                    <a:pt x="32240" y="19616"/>
                  </a:lnTo>
                  <a:lnTo>
                    <a:pt x="32375" y="19467"/>
                  </a:lnTo>
                  <a:lnTo>
                    <a:pt x="32479" y="19318"/>
                  </a:lnTo>
                  <a:lnTo>
                    <a:pt x="32599" y="19153"/>
                  </a:lnTo>
                  <a:lnTo>
                    <a:pt x="32689" y="18989"/>
                  </a:lnTo>
                  <a:lnTo>
                    <a:pt x="32778" y="18825"/>
                  </a:lnTo>
                  <a:lnTo>
                    <a:pt x="32868" y="18645"/>
                  </a:lnTo>
                  <a:lnTo>
                    <a:pt x="32928" y="18451"/>
                  </a:lnTo>
                  <a:lnTo>
                    <a:pt x="32987" y="18272"/>
                  </a:lnTo>
                  <a:lnTo>
                    <a:pt x="33032" y="18078"/>
                  </a:lnTo>
                  <a:lnTo>
                    <a:pt x="33062" y="17883"/>
                  </a:lnTo>
                  <a:lnTo>
                    <a:pt x="33092" y="17689"/>
                  </a:lnTo>
                  <a:lnTo>
                    <a:pt x="33092" y="17495"/>
                  </a:lnTo>
                  <a:lnTo>
                    <a:pt x="33092" y="17286"/>
                  </a:lnTo>
                  <a:lnTo>
                    <a:pt x="33077" y="17092"/>
                  </a:lnTo>
                  <a:lnTo>
                    <a:pt x="33047" y="16882"/>
                  </a:lnTo>
                  <a:lnTo>
                    <a:pt x="33002" y="16673"/>
                  </a:lnTo>
                  <a:lnTo>
                    <a:pt x="32943" y="16479"/>
                  </a:lnTo>
                  <a:lnTo>
                    <a:pt x="32868" y="16270"/>
                  </a:lnTo>
                  <a:lnTo>
                    <a:pt x="32778" y="16076"/>
                  </a:lnTo>
                  <a:lnTo>
                    <a:pt x="32524" y="15568"/>
                  </a:lnTo>
                  <a:lnTo>
                    <a:pt x="32225" y="15045"/>
                  </a:lnTo>
                  <a:lnTo>
                    <a:pt x="31912" y="14507"/>
                  </a:lnTo>
                  <a:lnTo>
                    <a:pt x="31553" y="13969"/>
                  </a:lnTo>
                  <a:lnTo>
                    <a:pt x="31180" y="13416"/>
                  </a:lnTo>
                  <a:lnTo>
                    <a:pt x="30791" y="12849"/>
                  </a:lnTo>
                  <a:lnTo>
                    <a:pt x="30373" y="12281"/>
                  </a:lnTo>
                  <a:lnTo>
                    <a:pt x="29925" y="11698"/>
                  </a:lnTo>
                  <a:lnTo>
                    <a:pt x="29462" y="11116"/>
                  </a:lnTo>
                  <a:lnTo>
                    <a:pt x="28984" y="10533"/>
                  </a:lnTo>
                  <a:lnTo>
                    <a:pt x="28506" y="9950"/>
                  </a:lnTo>
                  <a:lnTo>
                    <a:pt x="27998" y="9368"/>
                  </a:lnTo>
                  <a:lnTo>
                    <a:pt x="26967" y="8203"/>
                  </a:lnTo>
                  <a:lnTo>
                    <a:pt x="25891" y="7052"/>
                  </a:lnTo>
                  <a:lnTo>
                    <a:pt x="24830" y="5947"/>
                  </a:lnTo>
                  <a:lnTo>
                    <a:pt x="23755" y="4871"/>
                  </a:lnTo>
                  <a:lnTo>
                    <a:pt x="22709" y="3855"/>
                  </a:lnTo>
                  <a:lnTo>
                    <a:pt x="21693" y="2914"/>
                  </a:lnTo>
                  <a:lnTo>
                    <a:pt x="20737" y="2033"/>
                  </a:lnTo>
                  <a:lnTo>
                    <a:pt x="19841" y="1256"/>
                  </a:lnTo>
                  <a:lnTo>
                    <a:pt x="19034" y="583"/>
                  </a:lnTo>
                  <a:lnTo>
                    <a:pt x="18317" y="1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-1989636" y="4530938"/>
              <a:ext cx="144102" cy="100436"/>
            </a:xfrm>
            <a:custGeom>
              <a:avLst/>
              <a:gdLst/>
              <a:ahLst/>
              <a:cxnLst/>
              <a:rect l="l" t="t" r="r" b="b"/>
              <a:pathLst>
                <a:path w="5125" h="3572" extrusionOk="0">
                  <a:moveTo>
                    <a:pt x="5125" y="1"/>
                  </a:moveTo>
                  <a:lnTo>
                    <a:pt x="2480" y="464"/>
                  </a:lnTo>
                  <a:lnTo>
                    <a:pt x="2271" y="748"/>
                  </a:lnTo>
                  <a:lnTo>
                    <a:pt x="1718" y="1480"/>
                  </a:lnTo>
                  <a:lnTo>
                    <a:pt x="1345" y="1958"/>
                  </a:lnTo>
                  <a:lnTo>
                    <a:pt x="927" y="2481"/>
                  </a:lnTo>
                  <a:lnTo>
                    <a:pt x="479" y="3034"/>
                  </a:lnTo>
                  <a:lnTo>
                    <a:pt x="0" y="3571"/>
                  </a:lnTo>
                  <a:lnTo>
                    <a:pt x="4916" y="2989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-1876209" y="4511622"/>
              <a:ext cx="67229" cy="128581"/>
            </a:xfrm>
            <a:custGeom>
              <a:avLst/>
              <a:gdLst/>
              <a:ahLst/>
              <a:cxnLst/>
              <a:rect l="l" t="t" r="r" b="b"/>
              <a:pathLst>
                <a:path w="2391" h="4573" extrusionOk="0">
                  <a:moveTo>
                    <a:pt x="1330" y="1"/>
                  </a:moveTo>
                  <a:lnTo>
                    <a:pt x="1061" y="16"/>
                  </a:lnTo>
                  <a:lnTo>
                    <a:pt x="777" y="31"/>
                  </a:lnTo>
                  <a:lnTo>
                    <a:pt x="508" y="90"/>
                  </a:lnTo>
                  <a:lnTo>
                    <a:pt x="209" y="150"/>
                  </a:lnTo>
                  <a:lnTo>
                    <a:pt x="0" y="4393"/>
                  </a:lnTo>
                  <a:lnTo>
                    <a:pt x="269" y="4483"/>
                  </a:lnTo>
                  <a:lnTo>
                    <a:pt x="538" y="4542"/>
                  </a:lnTo>
                  <a:lnTo>
                    <a:pt x="792" y="4572"/>
                  </a:lnTo>
                  <a:lnTo>
                    <a:pt x="1061" y="4572"/>
                  </a:lnTo>
                  <a:lnTo>
                    <a:pt x="1315" y="4557"/>
                  </a:lnTo>
                  <a:lnTo>
                    <a:pt x="1584" y="4527"/>
                  </a:lnTo>
                  <a:lnTo>
                    <a:pt x="1868" y="4468"/>
                  </a:lnTo>
                  <a:lnTo>
                    <a:pt x="2151" y="4393"/>
                  </a:lnTo>
                  <a:lnTo>
                    <a:pt x="2390" y="105"/>
                  </a:lnTo>
                  <a:lnTo>
                    <a:pt x="2122" y="60"/>
                  </a:lnTo>
                  <a:lnTo>
                    <a:pt x="1853" y="3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-2237465" y="4441890"/>
              <a:ext cx="346576" cy="242401"/>
            </a:xfrm>
            <a:custGeom>
              <a:avLst/>
              <a:gdLst/>
              <a:ahLst/>
              <a:cxnLst/>
              <a:rect l="l" t="t" r="r" b="b"/>
              <a:pathLst>
                <a:path w="12326" h="8621" extrusionOk="0">
                  <a:moveTo>
                    <a:pt x="9502" y="1"/>
                  </a:moveTo>
                  <a:lnTo>
                    <a:pt x="7993" y="1076"/>
                  </a:lnTo>
                  <a:lnTo>
                    <a:pt x="6454" y="2197"/>
                  </a:lnTo>
                  <a:lnTo>
                    <a:pt x="4691" y="3482"/>
                  </a:lnTo>
                  <a:lnTo>
                    <a:pt x="3810" y="4154"/>
                  </a:lnTo>
                  <a:lnTo>
                    <a:pt x="2943" y="4811"/>
                  </a:lnTo>
                  <a:lnTo>
                    <a:pt x="2136" y="5439"/>
                  </a:lnTo>
                  <a:lnTo>
                    <a:pt x="1419" y="6006"/>
                  </a:lnTo>
                  <a:lnTo>
                    <a:pt x="822" y="6514"/>
                  </a:lnTo>
                  <a:lnTo>
                    <a:pt x="374" y="6933"/>
                  </a:lnTo>
                  <a:lnTo>
                    <a:pt x="209" y="7112"/>
                  </a:lnTo>
                  <a:lnTo>
                    <a:pt x="90" y="7246"/>
                  </a:lnTo>
                  <a:lnTo>
                    <a:pt x="15" y="7351"/>
                  </a:lnTo>
                  <a:lnTo>
                    <a:pt x="0" y="7396"/>
                  </a:lnTo>
                  <a:lnTo>
                    <a:pt x="0" y="7426"/>
                  </a:lnTo>
                  <a:lnTo>
                    <a:pt x="75" y="7680"/>
                  </a:lnTo>
                  <a:lnTo>
                    <a:pt x="120" y="7814"/>
                  </a:lnTo>
                  <a:lnTo>
                    <a:pt x="179" y="7934"/>
                  </a:lnTo>
                  <a:lnTo>
                    <a:pt x="254" y="8068"/>
                  </a:lnTo>
                  <a:lnTo>
                    <a:pt x="329" y="8188"/>
                  </a:lnTo>
                  <a:lnTo>
                    <a:pt x="433" y="8307"/>
                  </a:lnTo>
                  <a:lnTo>
                    <a:pt x="538" y="8397"/>
                  </a:lnTo>
                  <a:lnTo>
                    <a:pt x="657" y="8486"/>
                  </a:lnTo>
                  <a:lnTo>
                    <a:pt x="792" y="8561"/>
                  </a:lnTo>
                  <a:lnTo>
                    <a:pt x="941" y="8591"/>
                  </a:lnTo>
                  <a:lnTo>
                    <a:pt x="1121" y="8621"/>
                  </a:lnTo>
                  <a:lnTo>
                    <a:pt x="1300" y="8606"/>
                  </a:lnTo>
                  <a:lnTo>
                    <a:pt x="1509" y="8561"/>
                  </a:lnTo>
                  <a:lnTo>
                    <a:pt x="1733" y="8486"/>
                  </a:lnTo>
                  <a:lnTo>
                    <a:pt x="1972" y="8367"/>
                  </a:lnTo>
                  <a:lnTo>
                    <a:pt x="2196" y="8277"/>
                  </a:lnTo>
                  <a:lnTo>
                    <a:pt x="2465" y="8188"/>
                  </a:lnTo>
                  <a:lnTo>
                    <a:pt x="2764" y="8098"/>
                  </a:lnTo>
                  <a:lnTo>
                    <a:pt x="3122" y="8023"/>
                  </a:lnTo>
                  <a:lnTo>
                    <a:pt x="3511" y="7964"/>
                  </a:lnTo>
                  <a:lnTo>
                    <a:pt x="3914" y="7889"/>
                  </a:lnTo>
                  <a:lnTo>
                    <a:pt x="4796" y="7784"/>
                  </a:lnTo>
                  <a:lnTo>
                    <a:pt x="5408" y="7724"/>
                  </a:lnTo>
                  <a:lnTo>
                    <a:pt x="5662" y="7695"/>
                  </a:lnTo>
                  <a:lnTo>
                    <a:pt x="6320" y="7635"/>
                  </a:lnTo>
                  <a:lnTo>
                    <a:pt x="6723" y="7605"/>
                  </a:lnTo>
                  <a:lnTo>
                    <a:pt x="7276" y="7560"/>
                  </a:lnTo>
                  <a:lnTo>
                    <a:pt x="8053" y="7485"/>
                  </a:lnTo>
                  <a:lnTo>
                    <a:pt x="8710" y="7411"/>
                  </a:lnTo>
                  <a:lnTo>
                    <a:pt x="8964" y="7381"/>
                  </a:lnTo>
                  <a:lnTo>
                    <a:pt x="9173" y="7336"/>
                  </a:lnTo>
                  <a:lnTo>
                    <a:pt x="9337" y="7306"/>
                  </a:lnTo>
                  <a:lnTo>
                    <a:pt x="9427" y="7261"/>
                  </a:lnTo>
                  <a:lnTo>
                    <a:pt x="9517" y="7187"/>
                  </a:lnTo>
                  <a:lnTo>
                    <a:pt x="9591" y="7097"/>
                  </a:lnTo>
                  <a:lnTo>
                    <a:pt x="9651" y="6992"/>
                  </a:lnTo>
                  <a:lnTo>
                    <a:pt x="9696" y="6873"/>
                  </a:lnTo>
                  <a:lnTo>
                    <a:pt x="9741" y="6753"/>
                  </a:lnTo>
                  <a:lnTo>
                    <a:pt x="9771" y="6634"/>
                  </a:lnTo>
                  <a:lnTo>
                    <a:pt x="9815" y="6365"/>
                  </a:lnTo>
                  <a:lnTo>
                    <a:pt x="9845" y="6126"/>
                  </a:lnTo>
                  <a:lnTo>
                    <a:pt x="9845" y="5917"/>
                  </a:lnTo>
                  <a:lnTo>
                    <a:pt x="9845" y="5723"/>
                  </a:lnTo>
                  <a:lnTo>
                    <a:pt x="10069" y="5364"/>
                  </a:lnTo>
                  <a:lnTo>
                    <a:pt x="10308" y="5050"/>
                  </a:lnTo>
                  <a:lnTo>
                    <a:pt x="10547" y="4781"/>
                  </a:lnTo>
                  <a:lnTo>
                    <a:pt x="10772" y="4542"/>
                  </a:lnTo>
                  <a:lnTo>
                    <a:pt x="11011" y="4333"/>
                  </a:lnTo>
                  <a:lnTo>
                    <a:pt x="11235" y="4154"/>
                  </a:lnTo>
                  <a:lnTo>
                    <a:pt x="11444" y="4005"/>
                  </a:lnTo>
                  <a:lnTo>
                    <a:pt x="11638" y="3885"/>
                  </a:lnTo>
                  <a:lnTo>
                    <a:pt x="11967" y="3676"/>
                  </a:lnTo>
                  <a:lnTo>
                    <a:pt x="12101" y="3586"/>
                  </a:lnTo>
                  <a:lnTo>
                    <a:pt x="12206" y="3512"/>
                  </a:lnTo>
                  <a:lnTo>
                    <a:pt x="12280" y="3437"/>
                  </a:lnTo>
                  <a:lnTo>
                    <a:pt x="12310" y="3392"/>
                  </a:lnTo>
                  <a:lnTo>
                    <a:pt x="12310" y="3347"/>
                  </a:lnTo>
                  <a:lnTo>
                    <a:pt x="12325" y="3302"/>
                  </a:lnTo>
                  <a:lnTo>
                    <a:pt x="12310" y="3258"/>
                  </a:lnTo>
                  <a:lnTo>
                    <a:pt x="12265" y="3168"/>
                  </a:lnTo>
                  <a:lnTo>
                    <a:pt x="12131" y="2974"/>
                  </a:lnTo>
                  <a:lnTo>
                    <a:pt x="11967" y="2765"/>
                  </a:lnTo>
                  <a:lnTo>
                    <a:pt x="11563" y="2272"/>
                  </a:lnTo>
                  <a:lnTo>
                    <a:pt x="11115" y="1749"/>
                  </a:lnTo>
                  <a:lnTo>
                    <a:pt x="10637" y="1226"/>
                  </a:lnTo>
                  <a:lnTo>
                    <a:pt x="9845" y="359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-2078263" y="4599826"/>
              <a:ext cx="27752" cy="61802"/>
            </a:xfrm>
            <a:custGeom>
              <a:avLst/>
              <a:gdLst/>
              <a:ahLst/>
              <a:cxnLst/>
              <a:rect l="l" t="t" r="r" b="b"/>
              <a:pathLst>
                <a:path w="987" h="2198" extrusionOk="0">
                  <a:moveTo>
                    <a:pt x="702" y="1"/>
                  </a:moveTo>
                  <a:lnTo>
                    <a:pt x="613" y="31"/>
                  </a:lnTo>
                  <a:lnTo>
                    <a:pt x="553" y="91"/>
                  </a:lnTo>
                  <a:lnTo>
                    <a:pt x="523" y="165"/>
                  </a:lnTo>
                  <a:lnTo>
                    <a:pt x="523" y="240"/>
                  </a:lnTo>
                  <a:lnTo>
                    <a:pt x="538" y="374"/>
                  </a:lnTo>
                  <a:lnTo>
                    <a:pt x="553" y="539"/>
                  </a:lnTo>
                  <a:lnTo>
                    <a:pt x="553" y="718"/>
                  </a:lnTo>
                  <a:lnTo>
                    <a:pt x="553" y="927"/>
                  </a:lnTo>
                  <a:lnTo>
                    <a:pt x="538" y="1151"/>
                  </a:lnTo>
                  <a:lnTo>
                    <a:pt x="493" y="1375"/>
                  </a:lnTo>
                  <a:lnTo>
                    <a:pt x="463" y="1480"/>
                  </a:lnTo>
                  <a:lnTo>
                    <a:pt x="418" y="1585"/>
                  </a:lnTo>
                  <a:lnTo>
                    <a:pt x="329" y="1749"/>
                  </a:lnTo>
                  <a:lnTo>
                    <a:pt x="224" y="1898"/>
                  </a:lnTo>
                  <a:lnTo>
                    <a:pt x="105" y="2003"/>
                  </a:lnTo>
                  <a:lnTo>
                    <a:pt x="0" y="2078"/>
                  </a:lnTo>
                  <a:lnTo>
                    <a:pt x="60" y="2152"/>
                  </a:lnTo>
                  <a:lnTo>
                    <a:pt x="135" y="2182"/>
                  </a:lnTo>
                  <a:lnTo>
                    <a:pt x="209" y="2197"/>
                  </a:lnTo>
                  <a:lnTo>
                    <a:pt x="284" y="2197"/>
                  </a:lnTo>
                  <a:lnTo>
                    <a:pt x="374" y="2167"/>
                  </a:lnTo>
                  <a:lnTo>
                    <a:pt x="463" y="2137"/>
                  </a:lnTo>
                  <a:lnTo>
                    <a:pt x="658" y="2018"/>
                  </a:lnTo>
                  <a:lnTo>
                    <a:pt x="732" y="1898"/>
                  </a:lnTo>
                  <a:lnTo>
                    <a:pt x="807" y="1749"/>
                  </a:lnTo>
                  <a:lnTo>
                    <a:pt x="852" y="1629"/>
                  </a:lnTo>
                  <a:lnTo>
                    <a:pt x="897" y="1510"/>
                  </a:lnTo>
                  <a:lnTo>
                    <a:pt x="956" y="1241"/>
                  </a:lnTo>
                  <a:lnTo>
                    <a:pt x="971" y="987"/>
                  </a:lnTo>
                  <a:lnTo>
                    <a:pt x="986" y="733"/>
                  </a:lnTo>
                  <a:lnTo>
                    <a:pt x="971" y="524"/>
                  </a:lnTo>
                  <a:lnTo>
                    <a:pt x="956" y="345"/>
                  </a:lnTo>
                  <a:lnTo>
                    <a:pt x="941" y="165"/>
                  </a:lnTo>
                  <a:lnTo>
                    <a:pt x="911" y="91"/>
                  </a:lnTo>
                  <a:lnTo>
                    <a:pt x="852" y="31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-2048458" y="4601513"/>
              <a:ext cx="22297" cy="57163"/>
            </a:xfrm>
            <a:custGeom>
              <a:avLst/>
              <a:gdLst/>
              <a:ahLst/>
              <a:cxnLst/>
              <a:rect l="l" t="t" r="r" b="b"/>
              <a:pathLst>
                <a:path w="793" h="2033" extrusionOk="0">
                  <a:moveTo>
                    <a:pt x="509" y="1"/>
                  </a:moveTo>
                  <a:lnTo>
                    <a:pt x="464" y="16"/>
                  </a:lnTo>
                  <a:lnTo>
                    <a:pt x="419" y="31"/>
                  </a:lnTo>
                  <a:lnTo>
                    <a:pt x="359" y="90"/>
                  </a:lnTo>
                  <a:lnTo>
                    <a:pt x="330" y="165"/>
                  </a:lnTo>
                  <a:lnTo>
                    <a:pt x="330" y="240"/>
                  </a:lnTo>
                  <a:lnTo>
                    <a:pt x="345" y="389"/>
                  </a:lnTo>
                  <a:lnTo>
                    <a:pt x="359" y="539"/>
                  </a:lnTo>
                  <a:lnTo>
                    <a:pt x="359" y="718"/>
                  </a:lnTo>
                  <a:lnTo>
                    <a:pt x="359" y="942"/>
                  </a:lnTo>
                  <a:lnTo>
                    <a:pt x="345" y="1166"/>
                  </a:lnTo>
                  <a:lnTo>
                    <a:pt x="300" y="1375"/>
                  </a:lnTo>
                  <a:lnTo>
                    <a:pt x="270" y="1495"/>
                  </a:lnTo>
                  <a:lnTo>
                    <a:pt x="225" y="1584"/>
                  </a:lnTo>
                  <a:lnTo>
                    <a:pt x="180" y="1689"/>
                  </a:lnTo>
                  <a:lnTo>
                    <a:pt x="120" y="1779"/>
                  </a:lnTo>
                  <a:lnTo>
                    <a:pt x="61" y="1853"/>
                  </a:lnTo>
                  <a:lnTo>
                    <a:pt x="1" y="1928"/>
                  </a:lnTo>
                  <a:lnTo>
                    <a:pt x="76" y="1988"/>
                  </a:lnTo>
                  <a:lnTo>
                    <a:pt x="150" y="2018"/>
                  </a:lnTo>
                  <a:lnTo>
                    <a:pt x="225" y="2033"/>
                  </a:lnTo>
                  <a:lnTo>
                    <a:pt x="300" y="2018"/>
                  </a:lnTo>
                  <a:lnTo>
                    <a:pt x="359" y="2003"/>
                  </a:lnTo>
                  <a:lnTo>
                    <a:pt x="434" y="1958"/>
                  </a:lnTo>
                  <a:lnTo>
                    <a:pt x="554" y="1883"/>
                  </a:lnTo>
                  <a:lnTo>
                    <a:pt x="613" y="1764"/>
                  </a:lnTo>
                  <a:lnTo>
                    <a:pt x="658" y="1644"/>
                  </a:lnTo>
                  <a:lnTo>
                    <a:pt x="703" y="1510"/>
                  </a:lnTo>
                  <a:lnTo>
                    <a:pt x="748" y="1256"/>
                  </a:lnTo>
                  <a:lnTo>
                    <a:pt x="778" y="987"/>
                  </a:lnTo>
                  <a:lnTo>
                    <a:pt x="793" y="748"/>
                  </a:lnTo>
                  <a:lnTo>
                    <a:pt x="778" y="524"/>
                  </a:lnTo>
                  <a:lnTo>
                    <a:pt x="763" y="344"/>
                  </a:lnTo>
                  <a:lnTo>
                    <a:pt x="748" y="180"/>
                  </a:lnTo>
                  <a:lnTo>
                    <a:pt x="718" y="90"/>
                  </a:lnTo>
                  <a:lnTo>
                    <a:pt x="658" y="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-2102640" y="4604466"/>
              <a:ext cx="24828" cy="60509"/>
            </a:xfrm>
            <a:custGeom>
              <a:avLst/>
              <a:gdLst/>
              <a:ahLst/>
              <a:cxnLst/>
              <a:rect l="l" t="t" r="r" b="b"/>
              <a:pathLst>
                <a:path w="883" h="2152" extrusionOk="0">
                  <a:moveTo>
                    <a:pt x="553" y="0"/>
                  </a:moveTo>
                  <a:lnTo>
                    <a:pt x="509" y="30"/>
                  </a:lnTo>
                  <a:lnTo>
                    <a:pt x="449" y="90"/>
                  </a:lnTo>
                  <a:lnTo>
                    <a:pt x="419" y="150"/>
                  </a:lnTo>
                  <a:lnTo>
                    <a:pt x="419" y="239"/>
                  </a:lnTo>
                  <a:lnTo>
                    <a:pt x="434" y="374"/>
                  </a:lnTo>
                  <a:lnTo>
                    <a:pt x="449" y="523"/>
                  </a:lnTo>
                  <a:lnTo>
                    <a:pt x="464" y="717"/>
                  </a:lnTo>
                  <a:lnTo>
                    <a:pt x="449" y="927"/>
                  </a:lnTo>
                  <a:lnTo>
                    <a:pt x="434" y="1151"/>
                  </a:lnTo>
                  <a:lnTo>
                    <a:pt x="389" y="1375"/>
                  </a:lnTo>
                  <a:lnTo>
                    <a:pt x="359" y="1479"/>
                  </a:lnTo>
                  <a:lnTo>
                    <a:pt x="314" y="1584"/>
                  </a:lnTo>
                  <a:lnTo>
                    <a:pt x="255" y="1718"/>
                  </a:lnTo>
                  <a:lnTo>
                    <a:pt x="165" y="1823"/>
                  </a:lnTo>
                  <a:lnTo>
                    <a:pt x="90" y="1928"/>
                  </a:lnTo>
                  <a:lnTo>
                    <a:pt x="1" y="2002"/>
                  </a:lnTo>
                  <a:lnTo>
                    <a:pt x="60" y="2077"/>
                  </a:lnTo>
                  <a:lnTo>
                    <a:pt x="120" y="2122"/>
                  </a:lnTo>
                  <a:lnTo>
                    <a:pt x="195" y="2152"/>
                  </a:lnTo>
                  <a:lnTo>
                    <a:pt x="270" y="2152"/>
                  </a:lnTo>
                  <a:lnTo>
                    <a:pt x="344" y="2122"/>
                  </a:lnTo>
                  <a:lnTo>
                    <a:pt x="434" y="2077"/>
                  </a:lnTo>
                  <a:lnTo>
                    <a:pt x="524" y="2017"/>
                  </a:lnTo>
                  <a:lnTo>
                    <a:pt x="613" y="1942"/>
                  </a:lnTo>
                  <a:lnTo>
                    <a:pt x="703" y="1748"/>
                  </a:lnTo>
                  <a:lnTo>
                    <a:pt x="748" y="1629"/>
                  </a:lnTo>
                  <a:lnTo>
                    <a:pt x="792" y="1509"/>
                  </a:lnTo>
                  <a:lnTo>
                    <a:pt x="852" y="1240"/>
                  </a:lnTo>
                  <a:lnTo>
                    <a:pt x="882" y="986"/>
                  </a:lnTo>
                  <a:lnTo>
                    <a:pt x="882" y="732"/>
                  </a:lnTo>
                  <a:lnTo>
                    <a:pt x="867" y="523"/>
                  </a:lnTo>
                  <a:lnTo>
                    <a:pt x="867" y="344"/>
                  </a:lnTo>
                  <a:lnTo>
                    <a:pt x="837" y="165"/>
                  </a:lnTo>
                  <a:lnTo>
                    <a:pt x="807" y="90"/>
                  </a:lnTo>
                  <a:lnTo>
                    <a:pt x="748" y="30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32"/>
            <p:cNvSpPr/>
            <p:nvPr/>
          </p:nvSpPr>
          <p:spPr>
            <a:xfrm>
              <a:off x="-1755669" y="3757621"/>
              <a:ext cx="969548" cy="699845"/>
            </a:xfrm>
            <a:custGeom>
              <a:avLst/>
              <a:gdLst/>
              <a:ahLst/>
              <a:cxnLst/>
              <a:rect l="l" t="t" r="r" b="b"/>
              <a:pathLst>
                <a:path w="34482" h="24890" extrusionOk="0">
                  <a:moveTo>
                    <a:pt x="25383" y="0"/>
                  </a:moveTo>
                  <a:lnTo>
                    <a:pt x="25069" y="15"/>
                  </a:lnTo>
                  <a:lnTo>
                    <a:pt x="24741" y="60"/>
                  </a:lnTo>
                  <a:lnTo>
                    <a:pt x="24397" y="105"/>
                  </a:lnTo>
                  <a:lnTo>
                    <a:pt x="24039" y="180"/>
                  </a:lnTo>
                  <a:lnTo>
                    <a:pt x="23665" y="254"/>
                  </a:lnTo>
                  <a:lnTo>
                    <a:pt x="23292" y="359"/>
                  </a:lnTo>
                  <a:lnTo>
                    <a:pt x="22903" y="478"/>
                  </a:lnTo>
                  <a:lnTo>
                    <a:pt x="22500" y="598"/>
                  </a:lnTo>
                  <a:lnTo>
                    <a:pt x="21663" y="882"/>
                  </a:lnTo>
                  <a:lnTo>
                    <a:pt x="20797" y="1225"/>
                  </a:lnTo>
                  <a:lnTo>
                    <a:pt x="19915" y="1599"/>
                  </a:lnTo>
                  <a:lnTo>
                    <a:pt x="19004" y="2017"/>
                  </a:lnTo>
                  <a:lnTo>
                    <a:pt x="18078" y="2465"/>
                  </a:lnTo>
                  <a:lnTo>
                    <a:pt x="17151" y="2928"/>
                  </a:lnTo>
                  <a:lnTo>
                    <a:pt x="16225" y="3421"/>
                  </a:lnTo>
                  <a:lnTo>
                    <a:pt x="15299" y="3914"/>
                  </a:lnTo>
                  <a:lnTo>
                    <a:pt x="14373" y="4437"/>
                  </a:lnTo>
                  <a:lnTo>
                    <a:pt x="13476" y="4945"/>
                  </a:lnTo>
                  <a:lnTo>
                    <a:pt x="12595" y="5468"/>
                  </a:lnTo>
                  <a:lnTo>
                    <a:pt x="11743" y="5976"/>
                  </a:lnTo>
                  <a:lnTo>
                    <a:pt x="10160" y="6962"/>
                  </a:lnTo>
                  <a:lnTo>
                    <a:pt x="8740" y="7858"/>
                  </a:lnTo>
                  <a:lnTo>
                    <a:pt x="7560" y="8620"/>
                  </a:lnTo>
                  <a:lnTo>
                    <a:pt x="6664" y="9233"/>
                  </a:lnTo>
                  <a:lnTo>
                    <a:pt x="5887" y="9756"/>
                  </a:lnTo>
                  <a:lnTo>
                    <a:pt x="16" y="13700"/>
                  </a:lnTo>
                  <a:lnTo>
                    <a:pt x="16" y="13864"/>
                  </a:lnTo>
                  <a:lnTo>
                    <a:pt x="1" y="14058"/>
                  </a:lnTo>
                  <a:lnTo>
                    <a:pt x="1" y="14312"/>
                  </a:lnTo>
                  <a:lnTo>
                    <a:pt x="16" y="14626"/>
                  </a:lnTo>
                  <a:lnTo>
                    <a:pt x="61" y="14970"/>
                  </a:lnTo>
                  <a:lnTo>
                    <a:pt x="120" y="15373"/>
                  </a:lnTo>
                  <a:lnTo>
                    <a:pt x="210" y="15791"/>
                  </a:lnTo>
                  <a:lnTo>
                    <a:pt x="329" y="16240"/>
                  </a:lnTo>
                  <a:lnTo>
                    <a:pt x="404" y="16464"/>
                  </a:lnTo>
                  <a:lnTo>
                    <a:pt x="494" y="16688"/>
                  </a:lnTo>
                  <a:lnTo>
                    <a:pt x="598" y="16912"/>
                  </a:lnTo>
                  <a:lnTo>
                    <a:pt x="718" y="17151"/>
                  </a:lnTo>
                  <a:lnTo>
                    <a:pt x="837" y="17375"/>
                  </a:lnTo>
                  <a:lnTo>
                    <a:pt x="987" y="17599"/>
                  </a:lnTo>
                  <a:lnTo>
                    <a:pt x="1151" y="17823"/>
                  </a:lnTo>
                  <a:lnTo>
                    <a:pt x="1315" y="18047"/>
                  </a:lnTo>
                  <a:lnTo>
                    <a:pt x="1510" y="18256"/>
                  </a:lnTo>
                  <a:lnTo>
                    <a:pt x="1719" y="18466"/>
                  </a:lnTo>
                  <a:lnTo>
                    <a:pt x="1943" y="18660"/>
                  </a:lnTo>
                  <a:lnTo>
                    <a:pt x="2182" y="18854"/>
                  </a:lnTo>
                  <a:lnTo>
                    <a:pt x="2451" y="19033"/>
                  </a:lnTo>
                  <a:lnTo>
                    <a:pt x="2735" y="19212"/>
                  </a:lnTo>
                  <a:lnTo>
                    <a:pt x="3004" y="19362"/>
                  </a:lnTo>
                  <a:lnTo>
                    <a:pt x="3302" y="19496"/>
                  </a:lnTo>
                  <a:lnTo>
                    <a:pt x="3631" y="19631"/>
                  </a:lnTo>
                  <a:lnTo>
                    <a:pt x="3990" y="19750"/>
                  </a:lnTo>
                  <a:lnTo>
                    <a:pt x="4363" y="19855"/>
                  </a:lnTo>
                  <a:lnTo>
                    <a:pt x="4767" y="19945"/>
                  </a:lnTo>
                  <a:lnTo>
                    <a:pt x="5155" y="20019"/>
                  </a:lnTo>
                  <a:lnTo>
                    <a:pt x="5558" y="20064"/>
                  </a:lnTo>
                  <a:lnTo>
                    <a:pt x="5962" y="20094"/>
                  </a:lnTo>
                  <a:lnTo>
                    <a:pt x="6365" y="20109"/>
                  </a:lnTo>
                  <a:lnTo>
                    <a:pt x="6768" y="20109"/>
                  </a:lnTo>
                  <a:lnTo>
                    <a:pt x="7172" y="20094"/>
                  </a:lnTo>
                  <a:lnTo>
                    <a:pt x="7575" y="20049"/>
                  </a:lnTo>
                  <a:lnTo>
                    <a:pt x="7964" y="20004"/>
                  </a:lnTo>
                  <a:lnTo>
                    <a:pt x="8367" y="19930"/>
                  </a:lnTo>
                  <a:lnTo>
                    <a:pt x="8770" y="19855"/>
                  </a:lnTo>
                  <a:lnTo>
                    <a:pt x="9174" y="19750"/>
                  </a:lnTo>
                  <a:lnTo>
                    <a:pt x="9577" y="19646"/>
                  </a:lnTo>
                  <a:lnTo>
                    <a:pt x="9980" y="19526"/>
                  </a:lnTo>
                  <a:lnTo>
                    <a:pt x="10369" y="19392"/>
                  </a:lnTo>
                  <a:lnTo>
                    <a:pt x="10772" y="19242"/>
                  </a:lnTo>
                  <a:lnTo>
                    <a:pt x="11161" y="19093"/>
                  </a:lnTo>
                  <a:lnTo>
                    <a:pt x="11549" y="18929"/>
                  </a:lnTo>
                  <a:lnTo>
                    <a:pt x="11938" y="18749"/>
                  </a:lnTo>
                  <a:lnTo>
                    <a:pt x="12326" y="18570"/>
                  </a:lnTo>
                  <a:lnTo>
                    <a:pt x="12714" y="18376"/>
                  </a:lnTo>
                  <a:lnTo>
                    <a:pt x="13476" y="17958"/>
                  </a:lnTo>
                  <a:lnTo>
                    <a:pt x="14208" y="17524"/>
                  </a:lnTo>
                  <a:lnTo>
                    <a:pt x="14940" y="17061"/>
                  </a:lnTo>
                  <a:lnTo>
                    <a:pt x="15643" y="16583"/>
                  </a:lnTo>
                  <a:lnTo>
                    <a:pt x="16330" y="16075"/>
                  </a:lnTo>
                  <a:lnTo>
                    <a:pt x="16987" y="15582"/>
                  </a:lnTo>
                  <a:lnTo>
                    <a:pt x="17630" y="15059"/>
                  </a:lnTo>
                  <a:lnTo>
                    <a:pt x="18242" y="14551"/>
                  </a:lnTo>
                  <a:lnTo>
                    <a:pt x="18825" y="14043"/>
                  </a:lnTo>
                  <a:lnTo>
                    <a:pt x="19377" y="13550"/>
                  </a:lnTo>
                  <a:lnTo>
                    <a:pt x="19900" y="13072"/>
                  </a:lnTo>
                  <a:lnTo>
                    <a:pt x="20378" y="12594"/>
                  </a:lnTo>
                  <a:lnTo>
                    <a:pt x="21230" y="11743"/>
                  </a:lnTo>
                  <a:lnTo>
                    <a:pt x="21932" y="11011"/>
                  </a:lnTo>
                  <a:lnTo>
                    <a:pt x="22440" y="10443"/>
                  </a:lnTo>
                  <a:lnTo>
                    <a:pt x="22873" y="9950"/>
                  </a:lnTo>
                  <a:lnTo>
                    <a:pt x="22903" y="10264"/>
                  </a:lnTo>
                  <a:lnTo>
                    <a:pt x="22963" y="10622"/>
                  </a:lnTo>
                  <a:lnTo>
                    <a:pt x="23053" y="10996"/>
                  </a:lnTo>
                  <a:lnTo>
                    <a:pt x="23172" y="11384"/>
                  </a:lnTo>
                  <a:lnTo>
                    <a:pt x="23322" y="11788"/>
                  </a:lnTo>
                  <a:lnTo>
                    <a:pt x="23486" y="12221"/>
                  </a:lnTo>
                  <a:lnTo>
                    <a:pt x="23680" y="12654"/>
                  </a:lnTo>
                  <a:lnTo>
                    <a:pt x="23904" y="13117"/>
                  </a:lnTo>
                  <a:lnTo>
                    <a:pt x="24143" y="13580"/>
                  </a:lnTo>
                  <a:lnTo>
                    <a:pt x="24397" y="14073"/>
                  </a:lnTo>
                  <a:lnTo>
                    <a:pt x="24950" y="15059"/>
                  </a:lnTo>
                  <a:lnTo>
                    <a:pt x="25548" y="16075"/>
                  </a:lnTo>
                  <a:lnTo>
                    <a:pt x="26190" y="17121"/>
                  </a:lnTo>
                  <a:lnTo>
                    <a:pt x="27505" y="19227"/>
                  </a:lnTo>
                  <a:lnTo>
                    <a:pt x="28147" y="20258"/>
                  </a:lnTo>
                  <a:lnTo>
                    <a:pt x="28775" y="21274"/>
                  </a:lnTo>
                  <a:lnTo>
                    <a:pt x="29342" y="22260"/>
                  </a:lnTo>
                  <a:lnTo>
                    <a:pt x="29865" y="23201"/>
                  </a:lnTo>
                  <a:lnTo>
                    <a:pt x="30104" y="23650"/>
                  </a:lnTo>
                  <a:lnTo>
                    <a:pt x="30328" y="24083"/>
                  </a:lnTo>
                  <a:lnTo>
                    <a:pt x="30522" y="24501"/>
                  </a:lnTo>
                  <a:lnTo>
                    <a:pt x="30687" y="24889"/>
                  </a:lnTo>
                  <a:lnTo>
                    <a:pt x="31643" y="24845"/>
                  </a:lnTo>
                  <a:lnTo>
                    <a:pt x="32016" y="24830"/>
                  </a:lnTo>
                  <a:lnTo>
                    <a:pt x="34481" y="24695"/>
                  </a:lnTo>
                  <a:lnTo>
                    <a:pt x="34466" y="24486"/>
                  </a:lnTo>
                  <a:lnTo>
                    <a:pt x="34437" y="24172"/>
                  </a:lnTo>
                  <a:lnTo>
                    <a:pt x="34392" y="23784"/>
                  </a:lnTo>
                  <a:lnTo>
                    <a:pt x="34317" y="23291"/>
                  </a:lnTo>
                  <a:lnTo>
                    <a:pt x="34093" y="22081"/>
                  </a:lnTo>
                  <a:lnTo>
                    <a:pt x="33809" y="20617"/>
                  </a:lnTo>
                  <a:lnTo>
                    <a:pt x="33451" y="18929"/>
                  </a:lnTo>
                  <a:lnTo>
                    <a:pt x="33032" y="17076"/>
                  </a:lnTo>
                  <a:lnTo>
                    <a:pt x="32569" y="15104"/>
                  </a:lnTo>
                  <a:lnTo>
                    <a:pt x="32061" y="13072"/>
                  </a:lnTo>
                  <a:lnTo>
                    <a:pt x="31508" y="11026"/>
                  </a:lnTo>
                  <a:lnTo>
                    <a:pt x="31225" y="10010"/>
                  </a:lnTo>
                  <a:lnTo>
                    <a:pt x="30926" y="9009"/>
                  </a:lnTo>
                  <a:lnTo>
                    <a:pt x="30642" y="8038"/>
                  </a:lnTo>
                  <a:lnTo>
                    <a:pt x="30328" y="7097"/>
                  </a:lnTo>
                  <a:lnTo>
                    <a:pt x="30029" y="6185"/>
                  </a:lnTo>
                  <a:lnTo>
                    <a:pt x="29716" y="5304"/>
                  </a:lnTo>
                  <a:lnTo>
                    <a:pt x="29417" y="4482"/>
                  </a:lnTo>
                  <a:lnTo>
                    <a:pt x="29103" y="3705"/>
                  </a:lnTo>
                  <a:lnTo>
                    <a:pt x="28804" y="3003"/>
                  </a:lnTo>
                  <a:lnTo>
                    <a:pt x="28491" y="2346"/>
                  </a:lnTo>
                  <a:lnTo>
                    <a:pt x="28192" y="1778"/>
                  </a:lnTo>
                  <a:lnTo>
                    <a:pt x="28042" y="1524"/>
                  </a:lnTo>
                  <a:lnTo>
                    <a:pt x="27893" y="1285"/>
                  </a:lnTo>
                  <a:lnTo>
                    <a:pt x="27744" y="1061"/>
                  </a:lnTo>
                  <a:lnTo>
                    <a:pt x="27594" y="867"/>
                  </a:lnTo>
                  <a:lnTo>
                    <a:pt x="27445" y="702"/>
                  </a:lnTo>
                  <a:lnTo>
                    <a:pt x="27310" y="553"/>
                  </a:lnTo>
                  <a:lnTo>
                    <a:pt x="27131" y="404"/>
                  </a:lnTo>
                  <a:lnTo>
                    <a:pt x="26937" y="284"/>
                  </a:lnTo>
                  <a:lnTo>
                    <a:pt x="26728" y="194"/>
                  </a:lnTo>
                  <a:lnTo>
                    <a:pt x="26489" y="105"/>
                  </a:lnTo>
                  <a:lnTo>
                    <a:pt x="26250" y="60"/>
                  </a:lnTo>
                  <a:lnTo>
                    <a:pt x="25981" y="15"/>
                  </a:lnTo>
                  <a:lnTo>
                    <a:pt x="25697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1509;p32"/>
            <p:cNvSpPr/>
            <p:nvPr/>
          </p:nvSpPr>
          <p:spPr>
            <a:xfrm>
              <a:off x="-884023" y="4442734"/>
              <a:ext cx="123520" cy="121861"/>
            </a:xfrm>
            <a:custGeom>
              <a:avLst/>
              <a:gdLst/>
              <a:ahLst/>
              <a:cxnLst/>
              <a:rect l="l" t="t" r="r" b="b"/>
              <a:pathLst>
                <a:path w="4393" h="4334" extrusionOk="0">
                  <a:moveTo>
                    <a:pt x="3198" y="1"/>
                  </a:moveTo>
                  <a:lnTo>
                    <a:pt x="1" y="255"/>
                  </a:lnTo>
                  <a:lnTo>
                    <a:pt x="957" y="4124"/>
                  </a:lnTo>
                  <a:lnTo>
                    <a:pt x="1211" y="4184"/>
                  </a:lnTo>
                  <a:lnTo>
                    <a:pt x="1509" y="4243"/>
                  </a:lnTo>
                  <a:lnTo>
                    <a:pt x="1913" y="4288"/>
                  </a:lnTo>
                  <a:lnTo>
                    <a:pt x="2421" y="4318"/>
                  </a:lnTo>
                  <a:lnTo>
                    <a:pt x="2705" y="4333"/>
                  </a:lnTo>
                  <a:lnTo>
                    <a:pt x="3003" y="4318"/>
                  </a:lnTo>
                  <a:lnTo>
                    <a:pt x="3332" y="4303"/>
                  </a:lnTo>
                  <a:lnTo>
                    <a:pt x="3661" y="4288"/>
                  </a:lnTo>
                  <a:lnTo>
                    <a:pt x="4019" y="4243"/>
                  </a:lnTo>
                  <a:lnTo>
                    <a:pt x="4393" y="4184"/>
                  </a:lnTo>
                  <a:lnTo>
                    <a:pt x="3198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1510;p32"/>
            <p:cNvSpPr/>
            <p:nvPr/>
          </p:nvSpPr>
          <p:spPr>
            <a:xfrm>
              <a:off x="-918467" y="4407868"/>
              <a:ext cx="163841" cy="97905"/>
            </a:xfrm>
            <a:custGeom>
              <a:avLst/>
              <a:gdLst/>
              <a:ahLst/>
              <a:cxnLst/>
              <a:rect l="l" t="t" r="r" b="b"/>
              <a:pathLst>
                <a:path w="5827" h="3482" extrusionOk="0">
                  <a:moveTo>
                    <a:pt x="5349" y="1"/>
                  </a:moveTo>
                  <a:lnTo>
                    <a:pt x="0" y="1256"/>
                  </a:lnTo>
                  <a:lnTo>
                    <a:pt x="45" y="1539"/>
                  </a:lnTo>
                  <a:lnTo>
                    <a:pt x="90" y="1838"/>
                  </a:lnTo>
                  <a:lnTo>
                    <a:pt x="150" y="2122"/>
                  </a:lnTo>
                  <a:lnTo>
                    <a:pt x="225" y="2391"/>
                  </a:lnTo>
                  <a:lnTo>
                    <a:pt x="314" y="2675"/>
                  </a:lnTo>
                  <a:lnTo>
                    <a:pt x="419" y="2944"/>
                  </a:lnTo>
                  <a:lnTo>
                    <a:pt x="523" y="3213"/>
                  </a:lnTo>
                  <a:lnTo>
                    <a:pt x="658" y="3482"/>
                  </a:lnTo>
                  <a:lnTo>
                    <a:pt x="5812" y="2316"/>
                  </a:lnTo>
                  <a:lnTo>
                    <a:pt x="5827" y="2017"/>
                  </a:lnTo>
                  <a:lnTo>
                    <a:pt x="5827" y="1719"/>
                  </a:lnTo>
                  <a:lnTo>
                    <a:pt x="5797" y="1420"/>
                  </a:lnTo>
                  <a:lnTo>
                    <a:pt x="5767" y="1121"/>
                  </a:lnTo>
                  <a:lnTo>
                    <a:pt x="5707" y="837"/>
                  </a:lnTo>
                  <a:lnTo>
                    <a:pt x="5618" y="553"/>
                  </a:lnTo>
                  <a:lnTo>
                    <a:pt x="5498" y="270"/>
                  </a:lnTo>
                  <a:lnTo>
                    <a:pt x="5349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1511;p32"/>
            <p:cNvSpPr/>
            <p:nvPr/>
          </p:nvSpPr>
          <p:spPr>
            <a:xfrm>
              <a:off x="-905870" y="4511622"/>
              <a:ext cx="371376" cy="177731"/>
            </a:xfrm>
            <a:custGeom>
              <a:avLst/>
              <a:gdLst/>
              <a:ahLst/>
              <a:cxnLst/>
              <a:rect l="l" t="t" r="r" b="b"/>
              <a:pathLst>
                <a:path w="13208" h="6321" extrusionOk="0">
                  <a:moveTo>
                    <a:pt x="4886" y="1"/>
                  </a:moveTo>
                  <a:lnTo>
                    <a:pt x="4766" y="31"/>
                  </a:lnTo>
                  <a:lnTo>
                    <a:pt x="4647" y="75"/>
                  </a:lnTo>
                  <a:lnTo>
                    <a:pt x="4527" y="135"/>
                  </a:lnTo>
                  <a:lnTo>
                    <a:pt x="4408" y="210"/>
                  </a:lnTo>
                  <a:lnTo>
                    <a:pt x="4303" y="299"/>
                  </a:lnTo>
                  <a:lnTo>
                    <a:pt x="4094" y="494"/>
                  </a:lnTo>
                  <a:lnTo>
                    <a:pt x="3915" y="673"/>
                  </a:lnTo>
                  <a:lnTo>
                    <a:pt x="3765" y="837"/>
                  </a:lnTo>
                  <a:lnTo>
                    <a:pt x="3646" y="1002"/>
                  </a:lnTo>
                  <a:lnTo>
                    <a:pt x="3526" y="1032"/>
                  </a:lnTo>
                  <a:lnTo>
                    <a:pt x="3407" y="1046"/>
                  </a:lnTo>
                  <a:lnTo>
                    <a:pt x="3153" y="1046"/>
                  </a:lnTo>
                  <a:lnTo>
                    <a:pt x="2884" y="1032"/>
                  </a:lnTo>
                  <a:lnTo>
                    <a:pt x="2630" y="987"/>
                  </a:lnTo>
                  <a:lnTo>
                    <a:pt x="2361" y="942"/>
                  </a:lnTo>
                  <a:lnTo>
                    <a:pt x="2092" y="867"/>
                  </a:lnTo>
                  <a:lnTo>
                    <a:pt x="1584" y="763"/>
                  </a:lnTo>
                  <a:lnTo>
                    <a:pt x="1345" y="703"/>
                  </a:lnTo>
                  <a:lnTo>
                    <a:pt x="1106" y="673"/>
                  </a:lnTo>
                  <a:lnTo>
                    <a:pt x="897" y="673"/>
                  </a:lnTo>
                  <a:lnTo>
                    <a:pt x="703" y="688"/>
                  </a:lnTo>
                  <a:lnTo>
                    <a:pt x="613" y="703"/>
                  </a:lnTo>
                  <a:lnTo>
                    <a:pt x="524" y="733"/>
                  </a:lnTo>
                  <a:lnTo>
                    <a:pt x="449" y="778"/>
                  </a:lnTo>
                  <a:lnTo>
                    <a:pt x="374" y="822"/>
                  </a:lnTo>
                  <a:lnTo>
                    <a:pt x="314" y="882"/>
                  </a:lnTo>
                  <a:lnTo>
                    <a:pt x="255" y="957"/>
                  </a:lnTo>
                  <a:lnTo>
                    <a:pt x="210" y="1046"/>
                  </a:lnTo>
                  <a:lnTo>
                    <a:pt x="165" y="1151"/>
                  </a:lnTo>
                  <a:lnTo>
                    <a:pt x="105" y="1390"/>
                  </a:lnTo>
                  <a:lnTo>
                    <a:pt x="60" y="1689"/>
                  </a:lnTo>
                  <a:lnTo>
                    <a:pt x="31" y="2018"/>
                  </a:lnTo>
                  <a:lnTo>
                    <a:pt x="1" y="2391"/>
                  </a:lnTo>
                  <a:lnTo>
                    <a:pt x="1" y="2779"/>
                  </a:lnTo>
                  <a:lnTo>
                    <a:pt x="1" y="3198"/>
                  </a:lnTo>
                  <a:lnTo>
                    <a:pt x="31" y="4019"/>
                  </a:lnTo>
                  <a:lnTo>
                    <a:pt x="75" y="4781"/>
                  </a:lnTo>
                  <a:lnTo>
                    <a:pt x="120" y="5424"/>
                  </a:lnTo>
                  <a:lnTo>
                    <a:pt x="180" y="6021"/>
                  </a:lnTo>
                  <a:lnTo>
                    <a:pt x="2137" y="6111"/>
                  </a:lnTo>
                  <a:lnTo>
                    <a:pt x="4154" y="6186"/>
                  </a:lnTo>
                  <a:lnTo>
                    <a:pt x="6469" y="6260"/>
                  </a:lnTo>
                  <a:lnTo>
                    <a:pt x="7665" y="6290"/>
                  </a:lnTo>
                  <a:lnTo>
                    <a:pt x="8815" y="6320"/>
                  </a:lnTo>
                  <a:lnTo>
                    <a:pt x="9891" y="6320"/>
                  </a:lnTo>
                  <a:lnTo>
                    <a:pt x="10862" y="6305"/>
                  </a:lnTo>
                  <a:lnTo>
                    <a:pt x="11698" y="6275"/>
                  </a:lnTo>
                  <a:lnTo>
                    <a:pt x="12057" y="6260"/>
                  </a:lnTo>
                  <a:lnTo>
                    <a:pt x="12356" y="6230"/>
                  </a:lnTo>
                  <a:lnTo>
                    <a:pt x="12610" y="6201"/>
                  </a:lnTo>
                  <a:lnTo>
                    <a:pt x="12804" y="6156"/>
                  </a:lnTo>
                  <a:lnTo>
                    <a:pt x="12923" y="6111"/>
                  </a:lnTo>
                  <a:lnTo>
                    <a:pt x="12968" y="6081"/>
                  </a:lnTo>
                  <a:lnTo>
                    <a:pt x="12983" y="6066"/>
                  </a:lnTo>
                  <a:lnTo>
                    <a:pt x="13088" y="5812"/>
                  </a:lnTo>
                  <a:lnTo>
                    <a:pt x="13133" y="5663"/>
                  </a:lnTo>
                  <a:lnTo>
                    <a:pt x="13177" y="5513"/>
                  </a:lnTo>
                  <a:lnTo>
                    <a:pt x="13207" y="5364"/>
                  </a:lnTo>
                  <a:lnTo>
                    <a:pt x="13207" y="5215"/>
                  </a:lnTo>
                  <a:lnTo>
                    <a:pt x="13207" y="5050"/>
                  </a:lnTo>
                  <a:lnTo>
                    <a:pt x="13192" y="4901"/>
                  </a:lnTo>
                  <a:lnTo>
                    <a:pt x="13148" y="4751"/>
                  </a:lnTo>
                  <a:lnTo>
                    <a:pt x="13073" y="4602"/>
                  </a:lnTo>
                  <a:lnTo>
                    <a:pt x="12968" y="4468"/>
                  </a:lnTo>
                  <a:lnTo>
                    <a:pt x="12834" y="4333"/>
                  </a:lnTo>
                  <a:lnTo>
                    <a:pt x="12684" y="4229"/>
                  </a:lnTo>
                  <a:lnTo>
                    <a:pt x="12475" y="4124"/>
                  </a:lnTo>
                  <a:lnTo>
                    <a:pt x="12236" y="4049"/>
                  </a:lnTo>
                  <a:lnTo>
                    <a:pt x="11952" y="3975"/>
                  </a:lnTo>
                  <a:lnTo>
                    <a:pt x="11713" y="3915"/>
                  </a:lnTo>
                  <a:lnTo>
                    <a:pt x="11429" y="3810"/>
                  </a:lnTo>
                  <a:lnTo>
                    <a:pt x="11116" y="3676"/>
                  </a:lnTo>
                  <a:lnTo>
                    <a:pt x="10772" y="3511"/>
                  </a:lnTo>
                  <a:lnTo>
                    <a:pt x="10414" y="3317"/>
                  </a:lnTo>
                  <a:lnTo>
                    <a:pt x="10025" y="3093"/>
                  </a:lnTo>
                  <a:lnTo>
                    <a:pt x="9218" y="2615"/>
                  </a:lnTo>
                  <a:lnTo>
                    <a:pt x="8666" y="2257"/>
                  </a:lnTo>
                  <a:lnTo>
                    <a:pt x="8442" y="2122"/>
                  </a:lnTo>
                  <a:lnTo>
                    <a:pt x="7844" y="1734"/>
                  </a:lnTo>
                  <a:lnTo>
                    <a:pt x="7485" y="1495"/>
                  </a:lnTo>
                  <a:lnTo>
                    <a:pt x="6992" y="1166"/>
                  </a:lnTo>
                  <a:lnTo>
                    <a:pt x="6305" y="718"/>
                  </a:lnTo>
                  <a:lnTo>
                    <a:pt x="5708" y="344"/>
                  </a:lnTo>
                  <a:lnTo>
                    <a:pt x="5469" y="210"/>
                  </a:lnTo>
                  <a:lnTo>
                    <a:pt x="5274" y="90"/>
                  </a:lnTo>
                  <a:lnTo>
                    <a:pt x="5110" y="31"/>
                  </a:lnTo>
                  <a:lnTo>
                    <a:pt x="50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1512;p32"/>
            <p:cNvSpPr/>
            <p:nvPr/>
          </p:nvSpPr>
          <p:spPr>
            <a:xfrm>
              <a:off x="-726929" y="4560349"/>
              <a:ext cx="58428" cy="47490"/>
            </a:xfrm>
            <a:custGeom>
              <a:avLst/>
              <a:gdLst/>
              <a:ahLst/>
              <a:cxnLst/>
              <a:rect l="l" t="t" r="r" b="b"/>
              <a:pathLst>
                <a:path w="2078" h="1689" extrusionOk="0">
                  <a:moveTo>
                    <a:pt x="1480" y="1"/>
                  </a:moveTo>
                  <a:lnTo>
                    <a:pt x="1345" y="45"/>
                  </a:lnTo>
                  <a:lnTo>
                    <a:pt x="1181" y="120"/>
                  </a:lnTo>
                  <a:lnTo>
                    <a:pt x="1062" y="195"/>
                  </a:lnTo>
                  <a:lnTo>
                    <a:pt x="942" y="270"/>
                  </a:lnTo>
                  <a:lnTo>
                    <a:pt x="733" y="449"/>
                  </a:lnTo>
                  <a:lnTo>
                    <a:pt x="539" y="658"/>
                  </a:lnTo>
                  <a:lnTo>
                    <a:pt x="374" y="852"/>
                  </a:lnTo>
                  <a:lnTo>
                    <a:pt x="240" y="1046"/>
                  </a:lnTo>
                  <a:lnTo>
                    <a:pt x="135" y="1196"/>
                  </a:lnTo>
                  <a:lnTo>
                    <a:pt x="31" y="1360"/>
                  </a:lnTo>
                  <a:lnTo>
                    <a:pt x="16" y="1405"/>
                  </a:lnTo>
                  <a:lnTo>
                    <a:pt x="1" y="1450"/>
                  </a:lnTo>
                  <a:lnTo>
                    <a:pt x="16" y="1525"/>
                  </a:lnTo>
                  <a:lnTo>
                    <a:pt x="46" y="1599"/>
                  </a:lnTo>
                  <a:lnTo>
                    <a:pt x="76" y="1644"/>
                  </a:lnTo>
                  <a:lnTo>
                    <a:pt x="120" y="1659"/>
                  </a:lnTo>
                  <a:lnTo>
                    <a:pt x="165" y="1689"/>
                  </a:lnTo>
                  <a:lnTo>
                    <a:pt x="255" y="1689"/>
                  </a:lnTo>
                  <a:lnTo>
                    <a:pt x="300" y="1674"/>
                  </a:lnTo>
                  <a:lnTo>
                    <a:pt x="374" y="1644"/>
                  </a:lnTo>
                  <a:lnTo>
                    <a:pt x="419" y="1569"/>
                  </a:lnTo>
                  <a:lnTo>
                    <a:pt x="509" y="1450"/>
                  </a:lnTo>
                  <a:lnTo>
                    <a:pt x="599" y="1315"/>
                  </a:lnTo>
                  <a:lnTo>
                    <a:pt x="718" y="1151"/>
                  </a:lnTo>
                  <a:lnTo>
                    <a:pt x="852" y="972"/>
                  </a:lnTo>
                  <a:lnTo>
                    <a:pt x="1017" y="807"/>
                  </a:lnTo>
                  <a:lnTo>
                    <a:pt x="1196" y="643"/>
                  </a:lnTo>
                  <a:lnTo>
                    <a:pt x="1301" y="583"/>
                  </a:lnTo>
                  <a:lnTo>
                    <a:pt x="1390" y="524"/>
                  </a:lnTo>
                  <a:lnTo>
                    <a:pt x="1585" y="434"/>
                  </a:lnTo>
                  <a:lnTo>
                    <a:pt x="1764" y="389"/>
                  </a:lnTo>
                  <a:lnTo>
                    <a:pt x="1928" y="374"/>
                  </a:lnTo>
                  <a:lnTo>
                    <a:pt x="2078" y="389"/>
                  </a:lnTo>
                  <a:lnTo>
                    <a:pt x="2078" y="285"/>
                  </a:lnTo>
                  <a:lnTo>
                    <a:pt x="2033" y="210"/>
                  </a:lnTo>
                  <a:lnTo>
                    <a:pt x="1988" y="150"/>
                  </a:lnTo>
                  <a:lnTo>
                    <a:pt x="1913" y="90"/>
                  </a:lnTo>
                  <a:lnTo>
                    <a:pt x="1824" y="60"/>
                  </a:lnTo>
                  <a:lnTo>
                    <a:pt x="1719" y="3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1513;p32"/>
            <p:cNvSpPr/>
            <p:nvPr/>
          </p:nvSpPr>
          <p:spPr>
            <a:xfrm>
              <a:off x="-745824" y="4544379"/>
              <a:ext cx="50443" cy="45832"/>
            </a:xfrm>
            <a:custGeom>
              <a:avLst/>
              <a:gdLst/>
              <a:ahLst/>
              <a:cxnLst/>
              <a:rect l="l" t="t" r="r" b="b"/>
              <a:pathLst>
                <a:path w="1794" h="1630" extrusionOk="0">
                  <a:moveTo>
                    <a:pt x="1300" y="1"/>
                  </a:moveTo>
                  <a:lnTo>
                    <a:pt x="1181" y="61"/>
                  </a:lnTo>
                  <a:lnTo>
                    <a:pt x="1061" y="135"/>
                  </a:lnTo>
                  <a:lnTo>
                    <a:pt x="942" y="210"/>
                  </a:lnTo>
                  <a:lnTo>
                    <a:pt x="718" y="404"/>
                  </a:lnTo>
                  <a:lnTo>
                    <a:pt x="524" y="599"/>
                  </a:lnTo>
                  <a:lnTo>
                    <a:pt x="359" y="793"/>
                  </a:lnTo>
                  <a:lnTo>
                    <a:pt x="225" y="987"/>
                  </a:lnTo>
                  <a:lnTo>
                    <a:pt x="120" y="1136"/>
                  </a:lnTo>
                  <a:lnTo>
                    <a:pt x="31" y="1301"/>
                  </a:lnTo>
                  <a:lnTo>
                    <a:pt x="1" y="1346"/>
                  </a:lnTo>
                  <a:lnTo>
                    <a:pt x="1" y="1390"/>
                  </a:lnTo>
                  <a:lnTo>
                    <a:pt x="1" y="1480"/>
                  </a:lnTo>
                  <a:lnTo>
                    <a:pt x="45" y="1555"/>
                  </a:lnTo>
                  <a:lnTo>
                    <a:pt x="75" y="1585"/>
                  </a:lnTo>
                  <a:lnTo>
                    <a:pt x="120" y="1614"/>
                  </a:lnTo>
                  <a:lnTo>
                    <a:pt x="150" y="1629"/>
                  </a:lnTo>
                  <a:lnTo>
                    <a:pt x="284" y="1629"/>
                  </a:lnTo>
                  <a:lnTo>
                    <a:pt x="359" y="1585"/>
                  </a:lnTo>
                  <a:lnTo>
                    <a:pt x="419" y="1525"/>
                  </a:lnTo>
                  <a:lnTo>
                    <a:pt x="494" y="1390"/>
                  </a:lnTo>
                  <a:lnTo>
                    <a:pt x="583" y="1256"/>
                  </a:lnTo>
                  <a:lnTo>
                    <a:pt x="703" y="1092"/>
                  </a:lnTo>
                  <a:lnTo>
                    <a:pt x="852" y="912"/>
                  </a:lnTo>
                  <a:lnTo>
                    <a:pt x="1017" y="748"/>
                  </a:lnTo>
                  <a:lnTo>
                    <a:pt x="1196" y="584"/>
                  </a:lnTo>
                  <a:lnTo>
                    <a:pt x="1285" y="524"/>
                  </a:lnTo>
                  <a:lnTo>
                    <a:pt x="1390" y="464"/>
                  </a:lnTo>
                  <a:lnTo>
                    <a:pt x="1495" y="404"/>
                  </a:lnTo>
                  <a:lnTo>
                    <a:pt x="1599" y="374"/>
                  </a:lnTo>
                  <a:lnTo>
                    <a:pt x="1704" y="345"/>
                  </a:lnTo>
                  <a:lnTo>
                    <a:pt x="1793" y="330"/>
                  </a:lnTo>
                  <a:lnTo>
                    <a:pt x="1778" y="225"/>
                  </a:lnTo>
                  <a:lnTo>
                    <a:pt x="1734" y="150"/>
                  </a:lnTo>
                  <a:lnTo>
                    <a:pt x="1674" y="91"/>
                  </a:lnTo>
                  <a:lnTo>
                    <a:pt x="1614" y="61"/>
                  </a:lnTo>
                  <a:lnTo>
                    <a:pt x="1539" y="31"/>
                  </a:lnTo>
                  <a:lnTo>
                    <a:pt x="1465" y="16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1514;p32"/>
            <p:cNvSpPr/>
            <p:nvPr/>
          </p:nvSpPr>
          <p:spPr>
            <a:xfrm>
              <a:off x="-700864" y="4575055"/>
              <a:ext cx="54211" cy="47069"/>
            </a:xfrm>
            <a:custGeom>
              <a:avLst/>
              <a:gdLst/>
              <a:ahLst/>
              <a:cxnLst/>
              <a:rect l="l" t="t" r="r" b="b"/>
              <a:pathLst>
                <a:path w="1928" h="1674" extrusionOk="0">
                  <a:moveTo>
                    <a:pt x="1375" y="1"/>
                  </a:moveTo>
                  <a:lnTo>
                    <a:pt x="1180" y="105"/>
                  </a:lnTo>
                  <a:lnTo>
                    <a:pt x="1061" y="165"/>
                  </a:lnTo>
                  <a:lnTo>
                    <a:pt x="941" y="255"/>
                  </a:lnTo>
                  <a:lnTo>
                    <a:pt x="717" y="434"/>
                  </a:lnTo>
                  <a:lnTo>
                    <a:pt x="523" y="628"/>
                  </a:lnTo>
                  <a:lnTo>
                    <a:pt x="359" y="837"/>
                  </a:lnTo>
                  <a:lnTo>
                    <a:pt x="224" y="1016"/>
                  </a:lnTo>
                  <a:lnTo>
                    <a:pt x="120" y="1181"/>
                  </a:lnTo>
                  <a:lnTo>
                    <a:pt x="15" y="1330"/>
                  </a:lnTo>
                  <a:lnTo>
                    <a:pt x="0" y="1375"/>
                  </a:lnTo>
                  <a:lnTo>
                    <a:pt x="0" y="1420"/>
                  </a:lnTo>
                  <a:lnTo>
                    <a:pt x="0" y="1509"/>
                  </a:lnTo>
                  <a:lnTo>
                    <a:pt x="45" y="1584"/>
                  </a:lnTo>
                  <a:lnTo>
                    <a:pt x="75" y="1614"/>
                  </a:lnTo>
                  <a:lnTo>
                    <a:pt x="105" y="1644"/>
                  </a:lnTo>
                  <a:lnTo>
                    <a:pt x="150" y="1659"/>
                  </a:lnTo>
                  <a:lnTo>
                    <a:pt x="194" y="1674"/>
                  </a:lnTo>
                  <a:lnTo>
                    <a:pt x="284" y="1659"/>
                  </a:lnTo>
                  <a:lnTo>
                    <a:pt x="359" y="1614"/>
                  </a:lnTo>
                  <a:lnTo>
                    <a:pt x="418" y="1554"/>
                  </a:lnTo>
                  <a:lnTo>
                    <a:pt x="493" y="1420"/>
                  </a:lnTo>
                  <a:lnTo>
                    <a:pt x="583" y="1285"/>
                  </a:lnTo>
                  <a:lnTo>
                    <a:pt x="702" y="1121"/>
                  </a:lnTo>
                  <a:lnTo>
                    <a:pt x="837" y="957"/>
                  </a:lnTo>
                  <a:lnTo>
                    <a:pt x="1001" y="777"/>
                  </a:lnTo>
                  <a:lnTo>
                    <a:pt x="1195" y="628"/>
                  </a:lnTo>
                  <a:lnTo>
                    <a:pt x="1285" y="553"/>
                  </a:lnTo>
                  <a:lnTo>
                    <a:pt x="1390" y="494"/>
                  </a:lnTo>
                  <a:lnTo>
                    <a:pt x="1524" y="434"/>
                  </a:lnTo>
                  <a:lnTo>
                    <a:pt x="1673" y="389"/>
                  </a:lnTo>
                  <a:lnTo>
                    <a:pt x="1808" y="359"/>
                  </a:lnTo>
                  <a:lnTo>
                    <a:pt x="1927" y="359"/>
                  </a:lnTo>
                  <a:lnTo>
                    <a:pt x="1927" y="255"/>
                  </a:lnTo>
                  <a:lnTo>
                    <a:pt x="1898" y="180"/>
                  </a:lnTo>
                  <a:lnTo>
                    <a:pt x="1853" y="105"/>
                  </a:lnTo>
                  <a:lnTo>
                    <a:pt x="1793" y="60"/>
                  </a:lnTo>
                  <a:lnTo>
                    <a:pt x="1718" y="30"/>
                  </a:lnTo>
                  <a:lnTo>
                    <a:pt x="1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1515;p32"/>
            <p:cNvSpPr/>
            <p:nvPr/>
          </p:nvSpPr>
          <p:spPr>
            <a:xfrm>
              <a:off x="-765563" y="2987229"/>
              <a:ext cx="62618" cy="161732"/>
            </a:xfrm>
            <a:custGeom>
              <a:avLst/>
              <a:gdLst/>
              <a:ahLst/>
              <a:cxnLst/>
              <a:rect l="l" t="t" r="r" b="b"/>
              <a:pathLst>
                <a:path w="2227" h="5752" extrusionOk="0">
                  <a:moveTo>
                    <a:pt x="927" y="0"/>
                  </a:moveTo>
                  <a:lnTo>
                    <a:pt x="822" y="15"/>
                  </a:lnTo>
                  <a:lnTo>
                    <a:pt x="733" y="30"/>
                  </a:lnTo>
                  <a:lnTo>
                    <a:pt x="628" y="60"/>
                  </a:lnTo>
                  <a:lnTo>
                    <a:pt x="538" y="105"/>
                  </a:lnTo>
                  <a:lnTo>
                    <a:pt x="464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4" y="344"/>
                  </a:lnTo>
                  <a:lnTo>
                    <a:pt x="195" y="418"/>
                  </a:lnTo>
                  <a:lnTo>
                    <a:pt x="135" y="493"/>
                  </a:lnTo>
                  <a:lnTo>
                    <a:pt x="90" y="568"/>
                  </a:lnTo>
                  <a:lnTo>
                    <a:pt x="60" y="657"/>
                  </a:lnTo>
                  <a:lnTo>
                    <a:pt x="30" y="762"/>
                  </a:lnTo>
                  <a:lnTo>
                    <a:pt x="15" y="852"/>
                  </a:lnTo>
                  <a:lnTo>
                    <a:pt x="0" y="956"/>
                  </a:lnTo>
                  <a:lnTo>
                    <a:pt x="0" y="1046"/>
                  </a:lnTo>
                  <a:lnTo>
                    <a:pt x="269" y="4826"/>
                  </a:lnTo>
                  <a:lnTo>
                    <a:pt x="284" y="4930"/>
                  </a:lnTo>
                  <a:lnTo>
                    <a:pt x="299" y="5020"/>
                  </a:lnTo>
                  <a:lnTo>
                    <a:pt x="329" y="5124"/>
                  </a:lnTo>
                  <a:lnTo>
                    <a:pt x="374" y="5214"/>
                  </a:lnTo>
                  <a:lnTo>
                    <a:pt x="419" y="5289"/>
                  </a:lnTo>
                  <a:lnTo>
                    <a:pt x="464" y="5363"/>
                  </a:lnTo>
                  <a:lnTo>
                    <a:pt x="538" y="5438"/>
                  </a:lnTo>
                  <a:lnTo>
                    <a:pt x="598" y="5498"/>
                  </a:lnTo>
                  <a:lnTo>
                    <a:pt x="673" y="5558"/>
                  </a:lnTo>
                  <a:lnTo>
                    <a:pt x="747" y="5617"/>
                  </a:lnTo>
                  <a:lnTo>
                    <a:pt x="837" y="5662"/>
                  </a:lnTo>
                  <a:lnTo>
                    <a:pt x="927" y="5692"/>
                  </a:lnTo>
                  <a:lnTo>
                    <a:pt x="1016" y="5722"/>
                  </a:lnTo>
                  <a:lnTo>
                    <a:pt x="1121" y="5737"/>
                  </a:lnTo>
                  <a:lnTo>
                    <a:pt x="1211" y="5752"/>
                  </a:lnTo>
                  <a:lnTo>
                    <a:pt x="1315" y="5752"/>
                  </a:lnTo>
                  <a:lnTo>
                    <a:pt x="1420" y="5737"/>
                  </a:lnTo>
                  <a:lnTo>
                    <a:pt x="1509" y="5707"/>
                  </a:lnTo>
                  <a:lnTo>
                    <a:pt x="1599" y="5677"/>
                  </a:lnTo>
                  <a:lnTo>
                    <a:pt x="1689" y="5647"/>
                  </a:lnTo>
                  <a:lnTo>
                    <a:pt x="1778" y="5588"/>
                  </a:lnTo>
                  <a:lnTo>
                    <a:pt x="1853" y="5543"/>
                  </a:lnTo>
                  <a:lnTo>
                    <a:pt x="1928" y="5483"/>
                  </a:lnTo>
                  <a:lnTo>
                    <a:pt x="1987" y="5408"/>
                  </a:lnTo>
                  <a:lnTo>
                    <a:pt x="2047" y="5334"/>
                  </a:lnTo>
                  <a:lnTo>
                    <a:pt x="2092" y="5259"/>
                  </a:lnTo>
                  <a:lnTo>
                    <a:pt x="2137" y="5169"/>
                  </a:lnTo>
                  <a:lnTo>
                    <a:pt x="2182" y="5080"/>
                  </a:lnTo>
                  <a:lnTo>
                    <a:pt x="2197" y="4990"/>
                  </a:lnTo>
                  <a:lnTo>
                    <a:pt x="2226" y="4900"/>
                  </a:lnTo>
                  <a:lnTo>
                    <a:pt x="2226" y="4796"/>
                  </a:lnTo>
                  <a:lnTo>
                    <a:pt x="2226" y="4691"/>
                  </a:lnTo>
                  <a:lnTo>
                    <a:pt x="1973" y="911"/>
                  </a:lnTo>
                  <a:lnTo>
                    <a:pt x="1943" y="777"/>
                  </a:lnTo>
                  <a:lnTo>
                    <a:pt x="1913" y="643"/>
                  </a:lnTo>
                  <a:lnTo>
                    <a:pt x="1853" y="508"/>
                  </a:lnTo>
                  <a:lnTo>
                    <a:pt x="1778" y="404"/>
                  </a:lnTo>
                  <a:lnTo>
                    <a:pt x="1689" y="299"/>
                  </a:lnTo>
                  <a:lnTo>
                    <a:pt x="1599" y="209"/>
                  </a:lnTo>
                  <a:lnTo>
                    <a:pt x="1479" y="135"/>
                  </a:lnTo>
                  <a:lnTo>
                    <a:pt x="1360" y="75"/>
                  </a:lnTo>
                  <a:lnTo>
                    <a:pt x="1255" y="30"/>
                  </a:lnTo>
                  <a:lnTo>
                    <a:pt x="1151" y="15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1516;p32"/>
            <p:cNvSpPr/>
            <p:nvPr/>
          </p:nvSpPr>
          <p:spPr>
            <a:xfrm>
              <a:off x="-711802" y="2966225"/>
              <a:ext cx="134880" cy="168874"/>
            </a:xfrm>
            <a:custGeom>
              <a:avLst/>
              <a:gdLst/>
              <a:ahLst/>
              <a:cxnLst/>
              <a:rect l="l" t="t" r="r" b="b"/>
              <a:pathLst>
                <a:path w="4797" h="6006" extrusionOk="0">
                  <a:moveTo>
                    <a:pt x="3855" y="0"/>
                  </a:moveTo>
                  <a:lnTo>
                    <a:pt x="3691" y="15"/>
                  </a:lnTo>
                  <a:lnTo>
                    <a:pt x="3526" y="45"/>
                  </a:lnTo>
                  <a:lnTo>
                    <a:pt x="3377" y="105"/>
                  </a:lnTo>
                  <a:lnTo>
                    <a:pt x="3243" y="179"/>
                  </a:lnTo>
                  <a:lnTo>
                    <a:pt x="3108" y="284"/>
                  </a:lnTo>
                  <a:lnTo>
                    <a:pt x="3004" y="418"/>
                  </a:lnTo>
                  <a:lnTo>
                    <a:pt x="180" y="4467"/>
                  </a:lnTo>
                  <a:lnTo>
                    <a:pt x="135" y="4557"/>
                  </a:lnTo>
                  <a:lnTo>
                    <a:pt x="90" y="4646"/>
                  </a:lnTo>
                  <a:lnTo>
                    <a:pt x="46" y="4736"/>
                  </a:lnTo>
                  <a:lnTo>
                    <a:pt x="31" y="4826"/>
                  </a:lnTo>
                  <a:lnTo>
                    <a:pt x="16" y="4915"/>
                  </a:lnTo>
                  <a:lnTo>
                    <a:pt x="1" y="5020"/>
                  </a:lnTo>
                  <a:lnTo>
                    <a:pt x="16" y="5109"/>
                  </a:lnTo>
                  <a:lnTo>
                    <a:pt x="16" y="5199"/>
                  </a:lnTo>
                  <a:lnTo>
                    <a:pt x="46" y="5289"/>
                  </a:lnTo>
                  <a:lnTo>
                    <a:pt x="75" y="5378"/>
                  </a:lnTo>
                  <a:lnTo>
                    <a:pt x="105" y="5468"/>
                  </a:lnTo>
                  <a:lnTo>
                    <a:pt x="150" y="5558"/>
                  </a:lnTo>
                  <a:lnTo>
                    <a:pt x="210" y="5632"/>
                  </a:lnTo>
                  <a:lnTo>
                    <a:pt x="270" y="5707"/>
                  </a:lnTo>
                  <a:lnTo>
                    <a:pt x="344" y="5767"/>
                  </a:lnTo>
                  <a:lnTo>
                    <a:pt x="434" y="5842"/>
                  </a:lnTo>
                  <a:lnTo>
                    <a:pt x="509" y="5886"/>
                  </a:lnTo>
                  <a:lnTo>
                    <a:pt x="598" y="5931"/>
                  </a:lnTo>
                  <a:lnTo>
                    <a:pt x="688" y="5961"/>
                  </a:lnTo>
                  <a:lnTo>
                    <a:pt x="793" y="5991"/>
                  </a:lnTo>
                  <a:lnTo>
                    <a:pt x="882" y="6006"/>
                  </a:lnTo>
                  <a:lnTo>
                    <a:pt x="1061" y="6006"/>
                  </a:lnTo>
                  <a:lnTo>
                    <a:pt x="1166" y="5991"/>
                  </a:lnTo>
                  <a:lnTo>
                    <a:pt x="1256" y="5976"/>
                  </a:lnTo>
                  <a:lnTo>
                    <a:pt x="1345" y="5946"/>
                  </a:lnTo>
                  <a:lnTo>
                    <a:pt x="1435" y="5901"/>
                  </a:lnTo>
                  <a:lnTo>
                    <a:pt x="1510" y="5856"/>
                  </a:lnTo>
                  <a:lnTo>
                    <a:pt x="1599" y="5812"/>
                  </a:lnTo>
                  <a:lnTo>
                    <a:pt x="1659" y="5737"/>
                  </a:lnTo>
                  <a:lnTo>
                    <a:pt x="1734" y="5677"/>
                  </a:lnTo>
                  <a:lnTo>
                    <a:pt x="1794" y="5588"/>
                  </a:lnTo>
                  <a:lnTo>
                    <a:pt x="4617" y="1554"/>
                  </a:lnTo>
                  <a:lnTo>
                    <a:pt x="4662" y="1464"/>
                  </a:lnTo>
                  <a:lnTo>
                    <a:pt x="4707" y="1375"/>
                  </a:lnTo>
                  <a:lnTo>
                    <a:pt x="4752" y="1285"/>
                  </a:lnTo>
                  <a:lnTo>
                    <a:pt x="4766" y="1195"/>
                  </a:lnTo>
                  <a:lnTo>
                    <a:pt x="4781" y="1091"/>
                  </a:lnTo>
                  <a:lnTo>
                    <a:pt x="4796" y="1001"/>
                  </a:lnTo>
                  <a:lnTo>
                    <a:pt x="4781" y="911"/>
                  </a:lnTo>
                  <a:lnTo>
                    <a:pt x="4781" y="807"/>
                  </a:lnTo>
                  <a:lnTo>
                    <a:pt x="4752" y="717"/>
                  </a:lnTo>
                  <a:lnTo>
                    <a:pt x="4722" y="628"/>
                  </a:lnTo>
                  <a:lnTo>
                    <a:pt x="4692" y="538"/>
                  </a:lnTo>
                  <a:lnTo>
                    <a:pt x="4647" y="463"/>
                  </a:lnTo>
                  <a:lnTo>
                    <a:pt x="4587" y="389"/>
                  </a:lnTo>
                  <a:lnTo>
                    <a:pt x="4527" y="314"/>
                  </a:lnTo>
                  <a:lnTo>
                    <a:pt x="4453" y="239"/>
                  </a:lnTo>
                  <a:lnTo>
                    <a:pt x="4363" y="179"/>
                  </a:lnTo>
                  <a:lnTo>
                    <a:pt x="4273" y="120"/>
                  </a:lnTo>
                  <a:lnTo>
                    <a:pt x="4184" y="75"/>
                  </a:lnTo>
                  <a:lnTo>
                    <a:pt x="4020" y="30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1517;p32"/>
            <p:cNvSpPr/>
            <p:nvPr/>
          </p:nvSpPr>
          <p:spPr>
            <a:xfrm>
              <a:off x="-639118" y="2997295"/>
              <a:ext cx="137382" cy="166793"/>
            </a:xfrm>
            <a:custGeom>
              <a:avLst/>
              <a:gdLst/>
              <a:ahLst/>
              <a:cxnLst/>
              <a:rect l="l" t="t" r="r" b="b"/>
              <a:pathLst>
                <a:path w="4886" h="5932" extrusionOk="0">
                  <a:moveTo>
                    <a:pt x="3959" y="1"/>
                  </a:moveTo>
                  <a:lnTo>
                    <a:pt x="3795" y="16"/>
                  </a:lnTo>
                  <a:lnTo>
                    <a:pt x="3646" y="46"/>
                  </a:lnTo>
                  <a:lnTo>
                    <a:pt x="3496" y="90"/>
                  </a:lnTo>
                  <a:lnTo>
                    <a:pt x="3347" y="165"/>
                  </a:lnTo>
                  <a:lnTo>
                    <a:pt x="3227" y="270"/>
                  </a:lnTo>
                  <a:lnTo>
                    <a:pt x="3108" y="404"/>
                  </a:lnTo>
                  <a:lnTo>
                    <a:pt x="180" y="4363"/>
                  </a:lnTo>
                  <a:lnTo>
                    <a:pt x="135" y="4453"/>
                  </a:lnTo>
                  <a:lnTo>
                    <a:pt x="90" y="4542"/>
                  </a:lnTo>
                  <a:lnTo>
                    <a:pt x="45" y="4632"/>
                  </a:lnTo>
                  <a:lnTo>
                    <a:pt x="15" y="4722"/>
                  </a:lnTo>
                  <a:lnTo>
                    <a:pt x="0" y="4811"/>
                  </a:lnTo>
                  <a:lnTo>
                    <a:pt x="0" y="4901"/>
                  </a:lnTo>
                  <a:lnTo>
                    <a:pt x="0" y="5005"/>
                  </a:lnTo>
                  <a:lnTo>
                    <a:pt x="0" y="5095"/>
                  </a:lnTo>
                  <a:lnTo>
                    <a:pt x="15" y="5185"/>
                  </a:lnTo>
                  <a:lnTo>
                    <a:pt x="45" y="5274"/>
                  </a:lnTo>
                  <a:lnTo>
                    <a:pt x="90" y="5364"/>
                  </a:lnTo>
                  <a:lnTo>
                    <a:pt x="135" y="5454"/>
                  </a:lnTo>
                  <a:lnTo>
                    <a:pt x="180" y="5528"/>
                  </a:lnTo>
                  <a:lnTo>
                    <a:pt x="239" y="5603"/>
                  </a:lnTo>
                  <a:lnTo>
                    <a:pt x="314" y="5678"/>
                  </a:lnTo>
                  <a:lnTo>
                    <a:pt x="389" y="5737"/>
                  </a:lnTo>
                  <a:lnTo>
                    <a:pt x="478" y="5797"/>
                  </a:lnTo>
                  <a:lnTo>
                    <a:pt x="568" y="5842"/>
                  </a:lnTo>
                  <a:lnTo>
                    <a:pt x="658" y="5872"/>
                  </a:lnTo>
                  <a:lnTo>
                    <a:pt x="747" y="5902"/>
                  </a:lnTo>
                  <a:lnTo>
                    <a:pt x="837" y="5917"/>
                  </a:lnTo>
                  <a:lnTo>
                    <a:pt x="927" y="5932"/>
                  </a:lnTo>
                  <a:lnTo>
                    <a:pt x="1031" y="5932"/>
                  </a:lnTo>
                  <a:lnTo>
                    <a:pt x="1121" y="5917"/>
                  </a:lnTo>
                  <a:lnTo>
                    <a:pt x="1210" y="5902"/>
                  </a:lnTo>
                  <a:lnTo>
                    <a:pt x="1300" y="5872"/>
                  </a:lnTo>
                  <a:lnTo>
                    <a:pt x="1390" y="5842"/>
                  </a:lnTo>
                  <a:lnTo>
                    <a:pt x="1479" y="5797"/>
                  </a:lnTo>
                  <a:lnTo>
                    <a:pt x="1554" y="5737"/>
                  </a:lnTo>
                  <a:lnTo>
                    <a:pt x="1629" y="5678"/>
                  </a:lnTo>
                  <a:lnTo>
                    <a:pt x="1703" y="5618"/>
                  </a:lnTo>
                  <a:lnTo>
                    <a:pt x="1763" y="5528"/>
                  </a:lnTo>
                  <a:lnTo>
                    <a:pt x="4691" y="1569"/>
                  </a:lnTo>
                  <a:lnTo>
                    <a:pt x="4751" y="1480"/>
                  </a:lnTo>
                  <a:lnTo>
                    <a:pt x="4796" y="1405"/>
                  </a:lnTo>
                  <a:lnTo>
                    <a:pt x="4841" y="1315"/>
                  </a:lnTo>
                  <a:lnTo>
                    <a:pt x="4856" y="1211"/>
                  </a:lnTo>
                  <a:lnTo>
                    <a:pt x="4886" y="1121"/>
                  </a:lnTo>
                  <a:lnTo>
                    <a:pt x="4886" y="1032"/>
                  </a:lnTo>
                  <a:lnTo>
                    <a:pt x="4886" y="927"/>
                  </a:lnTo>
                  <a:lnTo>
                    <a:pt x="4871" y="837"/>
                  </a:lnTo>
                  <a:lnTo>
                    <a:pt x="4856" y="748"/>
                  </a:lnTo>
                  <a:lnTo>
                    <a:pt x="4826" y="658"/>
                  </a:lnTo>
                  <a:lnTo>
                    <a:pt x="4796" y="568"/>
                  </a:lnTo>
                  <a:lnTo>
                    <a:pt x="4751" y="479"/>
                  </a:lnTo>
                  <a:lnTo>
                    <a:pt x="4691" y="404"/>
                  </a:lnTo>
                  <a:lnTo>
                    <a:pt x="4632" y="329"/>
                  </a:lnTo>
                  <a:lnTo>
                    <a:pt x="4572" y="255"/>
                  </a:lnTo>
                  <a:lnTo>
                    <a:pt x="4482" y="195"/>
                  </a:lnTo>
                  <a:lnTo>
                    <a:pt x="4378" y="120"/>
                  </a:lnTo>
                  <a:lnTo>
                    <a:pt x="4273" y="75"/>
                  </a:lnTo>
                  <a:lnTo>
                    <a:pt x="4124" y="31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1518;p32"/>
            <p:cNvSpPr/>
            <p:nvPr/>
          </p:nvSpPr>
          <p:spPr>
            <a:xfrm>
              <a:off x="-598797" y="3059885"/>
              <a:ext cx="141178" cy="164291"/>
            </a:xfrm>
            <a:custGeom>
              <a:avLst/>
              <a:gdLst/>
              <a:ahLst/>
              <a:cxnLst/>
              <a:rect l="l" t="t" r="r" b="b"/>
              <a:pathLst>
                <a:path w="5021" h="5843" extrusionOk="0">
                  <a:moveTo>
                    <a:pt x="3945" y="1"/>
                  </a:moveTo>
                  <a:lnTo>
                    <a:pt x="3780" y="31"/>
                  </a:lnTo>
                  <a:lnTo>
                    <a:pt x="3631" y="90"/>
                  </a:lnTo>
                  <a:lnTo>
                    <a:pt x="3496" y="165"/>
                  </a:lnTo>
                  <a:lnTo>
                    <a:pt x="3377" y="255"/>
                  </a:lnTo>
                  <a:lnTo>
                    <a:pt x="3257" y="374"/>
                  </a:lnTo>
                  <a:lnTo>
                    <a:pt x="210" y="4244"/>
                  </a:lnTo>
                  <a:lnTo>
                    <a:pt x="150" y="4333"/>
                  </a:lnTo>
                  <a:lnTo>
                    <a:pt x="105" y="4408"/>
                  </a:lnTo>
                  <a:lnTo>
                    <a:pt x="60" y="4497"/>
                  </a:lnTo>
                  <a:lnTo>
                    <a:pt x="30" y="4587"/>
                  </a:lnTo>
                  <a:lnTo>
                    <a:pt x="15" y="4692"/>
                  </a:lnTo>
                  <a:lnTo>
                    <a:pt x="1" y="4781"/>
                  </a:lnTo>
                  <a:lnTo>
                    <a:pt x="1" y="4871"/>
                  </a:lnTo>
                  <a:lnTo>
                    <a:pt x="1" y="4976"/>
                  </a:lnTo>
                  <a:lnTo>
                    <a:pt x="15" y="5065"/>
                  </a:lnTo>
                  <a:lnTo>
                    <a:pt x="45" y="5155"/>
                  </a:lnTo>
                  <a:lnTo>
                    <a:pt x="75" y="5244"/>
                  </a:lnTo>
                  <a:lnTo>
                    <a:pt x="120" y="5334"/>
                  </a:lnTo>
                  <a:lnTo>
                    <a:pt x="165" y="5409"/>
                  </a:lnTo>
                  <a:lnTo>
                    <a:pt x="225" y="5483"/>
                  </a:lnTo>
                  <a:lnTo>
                    <a:pt x="299" y="5558"/>
                  </a:lnTo>
                  <a:lnTo>
                    <a:pt x="374" y="5633"/>
                  </a:lnTo>
                  <a:lnTo>
                    <a:pt x="449" y="5693"/>
                  </a:lnTo>
                  <a:lnTo>
                    <a:pt x="538" y="5737"/>
                  </a:lnTo>
                  <a:lnTo>
                    <a:pt x="628" y="5767"/>
                  </a:lnTo>
                  <a:lnTo>
                    <a:pt x="718" y="5797"/>
                  </a:lnTo>
                  <a:lnTo>
                    <a:pt x="807" y="5827"/>
                  </a:lnTo>
                  <a:lnTo>
                    <a:pt x="897" y="5842"/>
                  </a:lnTo>
                  <a:lnTo>
                    <a:pt x="1001" y="5842"/>
                  </a:lnTo>
                  <a:lnTo>
                    <a:pt x="1091" y="5827"/>
                  </a:lnTo>
                  <a:lnTo>
                    <a:pt x="1181" y="5812"/>
                  </a:lnTo>
                  <a:lnTo>
                    <a:pt x="1270" y="5797"/>
                  </a:lnTo>
                  <a:lnTo>
                    <a:pt x="1360" y="5752"/>
                  </a:lnTo>
                  <a:lnTo>
                    <a:pt x="1450" y="5723"/>
                  </a:lnTo>
                  <a:lnTo>
                    <a:pt x="1539" y="5663"/>
                  </a:lnTo>
                  <a:lnTo>
                    <a:pt x="1614" y="5603"/>
                  </a:lnTo>
                  <a:lnTo>
                    <a:pt x="1689" y="5543"/>
                  </a:lnTo>
                  <a:lnTo>
                    <a:pt x="1748" y="5469"/>
                  </a:lnTo>
                  <a:lnTo>
                    <a:pt x="4796" y="1599"/>
                  </a:lnTo>
                  <a:lnTo>
                    <a:pt x="4856" y="1510"/>
                  </a:lnTo>
                  <a:lnTo>
                    <a:pt x="4916" y="1420"/>
                  </a:lnTo>
                  <a:lnTo>
                    <a:pt x="4946" y="1345"/>
                  </a:lnTo>
                  <a:lnTo>
                    <a:pt x="4975" y="1241"/>
                  </a:lnTo>
                  <a:lnTo>
                    <a:pt x="5005" y="1151"/>
                  </a:lnTo>
                  <a:lnTo>
                    <a:pt x="5005" y="1061"/>
                  </a:lnTo>
                  <a:lnTo>
                    <a:pt x="5020" y="972"/>
                  </a:lnTo>
                  <a:lnTo>
                    <a:pt x="5005" y="867"/>
                  </a:lnTo>
                  <a:lnTo>
                    <a:pt x="4990" y="778"/>
                  </a:lnTo>
                  <a:lnTo>
                    <a:pt x="4960" y="688"/>
                  </a:lnTo>
                  <a:lnTo>
                    <a:pt x="4931" y="598"/>
                  </a:lnTo>
                  <a:lnTo>
                    <a:pt x="4886" y="509"/>
                  </a:lnTo>
                  <a:lnTo>
                    <a:pt x="4841" y="434"/>
                  </a:lnTo>
                  <a:lnTo>
                    <a:pt x="4781" y="359"/>
                  </a:lnTo>
                  <a:lnTo>
                    <a:pt x="4721" y="285"/>
                  </a:lnTo>
                  <a:lnTo>
                    <a:pt x="4632" y="210"/>
                  </a:lnTo>
                  <a:lnTo>
                    <a:pt x="4527" y="135"/>
                  </a:lnTo>
                  <a:lnTo>
                    <a:pt x="4393" y="75"/>
                  </a:lnTo>
                  <a:lnTo>
                    <a:pt x="4243" y="3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1519;p32"/>
            <p:cNvSpPr/>
            <p:nvPr/>
          </p:nvSpPr>
          <p:spPr>
            <a:xfrm>
              <a:off x="-1202427" y="3395524"/>
              <a:ext cx="431013" cy="371770"/>
            </a:xfrm>
            <a:custGeom>
              <a:avLst/>
              <a:gdLst/>
              <a:ahLst/>
              <a:cxnLst/>
              <a:rect l="l" t="t" r="r" b="b"/>
              <a:pathLst>
                <a:path w="15329" h="13222" extrusionOk="0">
                  <a:moveTo>
                    <a:pt x="8949" y="0"/>
                  </a:moveTo>
                  <a:lnTo>
                    <a:pt x="8830" y="15"/>
                  </a:lnTo>
                  <a:lnTo>
                    <a:pt x="8725" y="45"/>
                  </a:lnTo>
                  <a:lnTo>
                    <a:pt x="8620" y="105"/>
                  </a:lnTo>
                  <a:lnTo>
                    <a:pt x="8516" y="165"/>
                  </a:lnTo>
                  <a:lnTo>
                    <a:pt x="8426" y="239"/>
                  </a:lnTo>
                  <a:lnTo>
                    <a:pt x="8337" y="344"/>
                  </a:lnTo>
                  <a:lnTo>
                    <a:pt x="5289" y="4437"/>
                  </a:lnTo>
                  <a:lnTo>
                    <a:pt x="4049" y="6096"/>
                  </a:lnTo>
                  <a:lnTo>
                    <a:pt x="0" y="11549"/>
                  </a:lnTo>
                  <a:lnTo>
                    <a:pt x="299" y="11773"/>
                  </a:lnTo>
                  <a:lnTo>
                    <a:pt x="628" y="11967"/>
                  </a:lnTo>
                  <a:lnTo>
                    <a:pt x="956" y="12161"/>
                  </a:lnTo>
                  <a:lnTo>
                    <a:pt x="1285" y="12340"/>
                  </a:lnTo>
                  <a:lnTo>
                    <a:pt x="1614" y="12490"/>
                  </a:lnTo>
                  <a:lnTo>
                    <a:pt x="1957" y="12639"/>
                  </a:lnTo>
                  <a:lnTo>
                    <a:pt x="2301" y="12759"/>
                  </a:lnTo>
                  <a:lnTo>
                    <a:pt x="2645" y="12878"/>
                  </a:lnTo>
                  <a:lnTo>
                    <a:pt x="3003" y="12968"/>
                  </a:lnTo>
                  <a:lnTo>
                    <a:pt x="3347" y="13058"/>
                  </a:lnTo>
                  <a:lnTo>
                    <a:pt x="3705" y="13117"/>
                  </a:lnTo>
                  <a:lnTo>
                    <a:pt x="4064" y="13162"/>
                  </a:lnTo>
                  <a:lnTo>
                    <a:pt x="4422" y="13207"/>
                  </a:lnTo>
                  <a:lnTo>
                    <a:pt x="4781" y="13222"/>
                  </a:lnTo>
                  <a:lnTo>
                    <a:pt x="5498" y="13222"/>
                  </a:lnTo>
                  <a:lnTo>
                    <a:pt x="5857" y="13192"/>
                  </a:lnTo>
                  <a:lnTo>
                    <a:pt x="6200" y="13147"/>
                  </a:lnTo>
                  <a:lnTo>
                    <a:pt x="6559" y="13087"/>
                  </a:lnTo>
                  <a:lnTo>
                    <a:pt x="6902" y="13028"/>
                  </a:lnTo>
                  <a:lnTo>
                    <a:pt x="7261" y="12938"/>
                  </a:lnTo>
                  <a:lnTo>
                    <a:pt x="7605" y="12833"/>
                  </a:lnTo>
                  <a:lnTo>
                    <a:pt x="7933" y="12729"/>
                  </a:lnTo>
                  <a:lnTo>
                    <a:pt x="8277" y="12594"/>
                  </a:lnTo>
                  <a:lnTo>
                    <a:pt x="8605" y="12460"/>
                  </a:lnTo>
                  <a:lnTo>
                    <a:pt x="8934" y="12296"/>
                  </a:lnTo>
                  <a:lnTo>
                    <a:pt x="9248" y="12131"/>
                  </a:lnTo>
                  <a:lnTo>
                    <a:pt x="9562" y="11937"/>
                  </a:lnTo>
                  <a:lnTo>
                    <a:pt x="9860" y="11743"/>
                  </a:lnTo>
                  <a:lnTo>
                    <a:pt x="10159" y="11534"/>
                  </a:lnTo>
                  <a:lnTo>
                    <a:pt x="10443" y="11310"/>
                  </a:lnTo>
                  <a:lnTo>
                    <a:pt x="10727" y="11071"/>
                  </a:lnTo>
                  <a:lnTo>
                    <a:pt x="11041" y="10772"/>
                  </a:lnTo>
                  <a:lnTo>
                    <a:pt x="11325" y="10473"/>
                  </a:lnTo>
                  <a:lnTo>
                    <a:pt x="11608" y="10144"/>
                  </a:lnTo>
                  <a:lnTo>
                    <a:pt x="11877" y="9801"/>
                  </a:lnTo>
                  <a:lnTo>
                    <a:pt x="12968" y="8337"/>
                  </a:lnTo>
                  <a:lnTo>
                    <a:pt x="15164" y="5394"/>
                  </a:lnTo>
                  <a:lnTo>
                    <a:pt x="15224" y="5289"/>
                  </a:lnTo>
                  <a:lnTo>
                    <a:pt x="15284" y="5169"/>
                  </a:lnTo>
                  <a:lnTo>
                    <a:pt x="15313" y="5065"/>
                  </a:lnTo>
                  <a:lnTo>
                    <a:pt x="15328" y="4945"/>
                  </a:lnTo>
                  <a:lnTo>
                    <a:pt x="15328" y="4826"/>
                  </a:lnTo>
                  <a:lnTo>
                    <a:pt x="15313" y="4721"/>
                  </a:lnTo>
                  <a:lnTo>
                    <a:pt x="15284" y="4602"/>
                  </a:lnTo>
                  <a:lnTo>
                    <a:pt x="15239" y="4497"/>
                  </a:lnTo>
                  <a:lnTo>
                    <a:pt x="15179" y="4408"/>
                  </a:lnTo>
                  <a:lnTo>
                    <a:pt x="15119" y="4318"/>
                  </a:lnTo>
                  <a:lnTo>
                    <a:pt x="15030" y="4228"/>
                  </a:lnTo>
                  <a:lnTo>
                    <a:pt x="14940" y="4154"/>
                  </a:lnTo>
                  <a:lnTo>
                    <a:pt x="14835" y="4109"/>
                  </a:lnTo>
                  <a:lnTo>
                    <a:pt x="14731" y="4064"/>
                  </a:lnTo>
                  <a:lnTo>
                    <a:pt x="14596" y="4034"/>
                  </a:lnTo>
                  <a:lnTo>
                    <a:pt x="14477" y="4019"/>
                  </a:lnTo>
                  <a:lnTo>
                    <a:pt x="14029" y="4004"/>
                  </a:lnTo>
                  <a:lnTo>
                    <a:pt x="13610" y="3959"/>
                  </a:lnTo>
                  <a:lnTo>
                    <a:pt x="13222" y="3885"/>
                  </a:lnTo>
                  <a:lnTo>
                    <a:pt x="12833" y="3795"/>
                  </a:lnTo>
                  <a:lnTo>
                    <a:pt x="12475" y="3661"/>
                  </a:lnTo>
                  <a:lnTo>
                    <a:pt x="12146" y="3511"/>
                  </a:lnTo>
                  <a:lnTo>
                    <a:pt x="11818" y="3347"/>
                  </a:lnTo>
                  <a:lnTo>
                    <a:pt x="11519" y="3138"/>
                  </a:lnTo>
                  <a:lnTo>
                    <a:pt x="11250" y="2914"/>
                  </a:lnTo>
                  <a:lnTo>
                    <a:pt x="10981" y="2660"/>
                  </a:lnTo>
                  <a:lnTo>
                    <a:pt x="10742" y="2376"/>
                  </a:lnTo>
                  <a:lnTo>
                    <a:pt x="10518" y="2077"/>
                  </a:lnTo>
                  <a:lnTo>
                    <a:pt x="10324" y="1748"/>
                  </a:lnTo>
                  <a:lnTo>
                    <a:pt x="10144" y="1390"/>
                  </a:lnTo>
                  <a:lnTo>
                    <a:pt x="9980" y="1001"/>
                  </a:lnTo>
                  <a:lnTo>
                    <a:pt x="9845" y="598"/>
                  </a:lnTo>
                  <a:lnTo>
                    <a:pt x="9801" y="478"/>
                  </a:lnTo>
                  <a:lnTo>
                    <a:pt x="9741" y="359"/>
                  </a:lnTo>
                  <a:lnTo>
                    <a:pt x="9666" y="269"/>
                  </a:lnTo>
                  <a:lnTo>
                    <a:pt x="9577" y="195"/>
                  </a:lnTo>
                  <a:lnTo>
                    <a:pt x="9487" y="120"/>
                  </a:lnTo>
                  <a:lnTo>
                    <a:pt x="9382" y="75"/>
                  </a:lnTo>
                  <a:lnTo>
                    <a:pt x="9278" y="30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1520;p32"/>
            <p:cNvSpPr/>
            <p:nvPr/>
          </p:nvSpPr>
          <p:spPr>
            <a:xfrm>
              <a:off x="-844545" y="3068292"/>
              <a:ext cx="304597" cy="316744"/>
            </a:xfrm>
            <a:custGeom>
              <a:avLst/>
              <a:gdLst/>
              <a:ahLst/>
              <a:cxnLst/>
              <a:rect l="l" t="t" r="r" b="b"/>
              <a:pathLst>
                <a:path w="10833" h="11265" extrusionOk="0">
                  <a:moveTo>
                    <a:pt x="6559" y="0"/>
                  </a:moveTo>
                  <a:lnTo>
                    <a:pt x="6365" y="15"/>
                  </a:lnTo>
                  <a:lnTo>
                    <a:pt x="6156" y="30"/>
                  </a:lnTo>
                  <a:lnTo>
                    <a:pt x="5947" y="45"/>
                  </a:lnTo>
                  <a:lnTo>
                    <a:pt x="5753" y="90"/>
                  </a:lnTo>
                  <a:lnTo>
                    <a:pt x="5543" y="135"/>
                  </a:lnTo>
                  <a:lnTo>
                    <a:pt x="5349" y="195"/>
                  </a:lnTo>
                  <a:lnTo>
                    <a:pt x="5155" y="254"/>
                  </a:lnTo>
                  <a:lnTo>
                    <a:pt x="4961" y="329"/>
                  </a:lnTo>
                  <a:lnTo>
                    <a:pt x="4767" y="404"/>
                  </a:lnTo>
                  <a:lnTo>
                    <a:pt x="4587" y="508"/>
                  </a:lnTo>
                  <a:lnTo>
                    <a:pt x="4408" y="598"/>
                  </a:lnTo>
                  <a:lnTo>
                    <a:pt x="4229" y="718"/>
                  </a:lnTo>
                  <a:lnTo>
                    <a:pt x="4064" y="837"/>
                  </a:lnTo>
                  <a:lnTo>
                    <a:pt x="3900" y="972"/>
                  </a:lnTo>
                  <a:lnTo>
                    <a:pt x="3736" y="1106"/>
                  </a:lnTo>
                  <a:lnTo>
                    <a:pt x="3571" y="1255"/>
                  </a:lnTo>
                  <a:lnTo>
                    <a:pt x="3437" y="1405"/>
                  </a:lnTo>
                  <a:lnTo>
                    <a:pt x="3288" y="1584"/>
                  </a:lnTo>
                  <a:lnTo>
                    <a:pt x="3153" y="1748"/>
                  </a:lnTo>
                  <a:lnTo>
                    <a:pt x="165" y="5872"/>
                  </a:lnTo>
                  <a:lnTo>
                    <a:pt x="90" y="5976"/>
                  </a:lnTo>
                  <a:lnTo>
                    <a:pt x="46" y="6081"/>
                  </a:lnTo>
                  <a:lnTo>
                    <a:pt x="16" y="6185"/>
                  </a:lnTo>
                  <a:lnTo>
                    <a:pt x="1" y="6290"/>
                  </a:lnTo>
                  <a:lnTo>
                    <a:pt x="1" y="6410"/>
                  </a:lnTo>
                  <a:lnTo>
                    <a:pt x="16" y="6514"/>
                  </a:lnTo>
                  <a:lnTo>
                    <a:pt x="46" y="6619"/>
                  </a:lnTo>
                  <a:lnTo>
                    <a:pt x="90" y="6708"/>
                  </a:lnTo>
                  <a:lnTo>
                    <a:pt x="150" y="6798"/>
                  </a:lnTo>
                  <a:lnTo>
                    <a:pt x="225" y="6888"/>
                  </a:lnTo>
                  <a:lnTo>
                    <a:pt x="300" y="6962"/>
                  </a:lnTo>
                  <a:lnTo>
                    <a:pt x="389" y="7022"/>
                  </a:lnTo>
                  <a:lnTo>
                    <a:pt x="494" y="7067"/>
                  </a:lnTo>
                  <a:lnTo>
                    <a:pt x="598" y="7112"/>
                  </a:lnTo>
                  <a:lnTo>
                    <a:pt x="703" y="7127"/>
                  </a:lnTo>
                  <a:lnTo>
                    <a:pt x="1301" y="7127"/>
                  </a:lnTo>
                  <a:lnTo>
                    <a:pt x="1734" y="7142"/>
                  </a:lnTo>
                  <a:lnTo>
                    <a:pt x="2152" y="7201"/>
                  </a:lnTo>
                  <a:lnTo>
                    <a:pt x="2556" y="7291"/>
                  </a:lnTo>
                  <a:lnTo>
                    <a:pt x="2929" y="7396"/>
                  </a:lnTo>
                  <a:lnTo>
                    <a:pt x="3108" y="7470"/>
                  </a:lnTo>
                  <a:lnTo>
                    <a:pt x="3273" y="7545"/>
                  </a:lnTo>
                  <a:lnTo>
                    <a:pt x="3452" y="7635"/>
                  </a:lnTo>
                  <a:lnTo>
                    <a:pt x="3601" y="7724"/>
                  </a:lnTo>
                  <a:lnTo>
                    <a:pt x="3766" y="7829"/>
                  </a:lnTo>
                  <a:lnTo>
                    <a:pt x="3915" y="7933"/>
                  </a:lnTo>
                  <a:lnTo>
                    <a:pt x="4064" y="8038"/>
                  </a:lnTo>
                  <a:lnTo>
                    <a:pt x="4199" y="8172"/>
                  </a:lnTo>
                  <a:lnTo>
                    <a:pt x="4333" y="8292"/>
                  </a:lnTo>
                  <a:lnTo>
                    <a:pt x="4453" y="8441"/>
                  </a:lnTo>
                  <a:lnTo>
                    <a:pt x="4587" y="8576"/>
                  </a:lnTo>
                  <a:lnTo>
                    <a:pt x="4692" y="8725"/>
                  </a:lnTo>
                  <a:lnTo>
                    <a:pt x="4916" y="9054"/>
                  </a:lnTo>
                  <a:lnTo>
                    <a:pt x="5110" y="9412"/>
                  </a:lnTo>
                  <a:lnTo>
                    <a:pt x="5275" y="9801"/>
                  </a:lnTo>
                  <a:lnTo>
                    <a:pt x="5424" y="10219"/>
                  </a:lnTo>
                  <a:lnTo>
                    <a:pt x="5558" y="10667"/>
                  </a:lnTo>
                  <a:lnTo>
                    <a:pt x="5603" y="10787"/>
                  </a:lnTo>
                  <a:lnTo>
                    <a:pt x="5648" y="10891"/>
                  </a:lnTo>
                  <a:lnTo>
                    <a:pt x="5708" y="10981"/>
                  </a:lnTo>
                  <a:lnTo>
                    <a:pt x="5782" y="11071"/>
                  </a:lnTo>
                  <a:lnTo>
                    <a:pt x="5872" y="11130"/>
                  </a:lnTo>
                  <a:lnTo>
                    <a:pt x="5962" y="11190"/>
                  </a:lnTo>
                  <a:lnTo>
                    <a:pt x="6066" y="11235"/>
                  </a:lnTo>
                  <a:lnTo>
                    <a:pt x="6171" y="11250"/>
                  </a:lnTo>
                  <a:lnTo>
                    <a:pt x="6275" y="11265"/>
                  </a:lnTo>
                  <a:lnTo>
                    <a:pt x="6380" y="11265"/>
                  </a:lnTo>
                  <a:lnTo>
                    <a:pt x="6485" y="11250"/>
                  </a:lnTo>
                  <a:lnTo>
                    <a:pt x="6589" y="11220"/>
                  </a:lnTo>
                  <a:lnTo>
                    <a:pt x="6694" y="11175"/>
                  </a:lnTo>
                  <a:lnTo>
                    <a:pt x="6798" y="11115"/>
                  </a:lnTo>
                  <a:lnTo>
                    <a:pt x="6888" y="11041"/>
                  </a:lnTo>
                  <a:lnTo>
                    <a:pt x="6963" y="10951"/>
                  </a:lnTo>
                  <a:lnTo>
                    <a:pt x="10025" y="6753"/>
                  </a:lnTo>
                  <a:lnTo>
                    <a:pt x="10145" y="6574"/>
                  </a:lnTo>
                  <a:lnTo>
                    <a:pt x="10249" y="6395"/>
                  </a:lnTo>
                  <a:lnTo>
                    <a:pt x="10354" y="6200"/>
                  </a:lnTo>
                  <a:lnTo>
                    <a:pt x="10459" y="6006"/>
                  </a:lnTo>
                  <a:lnTo>
                    <a:pt x="10533" y="5827"/>
                  </a:lnTo>
                  <a:lnTo>
                    <a:pt x="10608" y="5618"/>
                  </a:lnTo>
                  <a:lnTo>
                    <a:pt x="10668" y="5424"/>
                  </a:lnTo>
                  <a:lnTo>
                    <a:pt x="10727" y="5229"/>
                  </a:lnTo>
                  <a:lnTo>
                    <a:pt x="10757" y="5020"/>
                  </a:lnTo>
                  <a:lnTo>
                    <a:pt x="10802" y="4826"/>
                  </a:lnTo>
                  <a:lnTo>
                    <a:pt x="10817" y="4617"/>
                  </a:lnTo>
                  <a:lnTo>
                    <a:pt x="10832" y="4423"/>
                  </a:lnTo>
                  <a:lnTo>
                    <a:pt x="10832" y="4213"/>
                  </a:lnTo>
                  <a:lnTo>
                    <a:pt x="10832" y="4019"/>
                  </a:lnTo>
                  <a:lnTo>
                    <a:pt x="10817" y="3810"/>
                  </a:lnTo>
                  <a:lnTo>
                    <a:pt x="10787" y="3616"/>
                  </a:lnTo>
                  <a:lnTo>
                    <a:pt x="10757" y="3407"/>
                  </a:lnTo>
                  <a:lnTo>
                    <a:pt x="10713" y="3212"/>
                  </a:lnTo>
                  <a:lnTo>
                    <a:pt x="10653" y="3018"/>
                  </a:lnTo>
                  <a:lnTo>
                    <a:pt x="10593" y="2824"/>
                  </a:lnTo>
                  <a:lnTo>
                    <a:pt x="10518" y="2645"/>
                  </a:lnTo>
                  <a:lnTo>
                    <a:pt x="10429" y="2451"/>
                  </a:lnTo>
                  <a:lnTo>
                    <a:pt x="10339" y="2271"/>
                  </a:lnTo>
                  <a:lnTo>
                    <a:pt x="10249" y="2092"/>
                  </a:lnTo>
                  <a:lnTo>
                    <a:pt x="10130" y="1913"/>
                  </a:lnTo>
                  <a:lnTo>
                    <a:pt x="10010" y="1748"/>
                  </a:lnTo>
                  <a:lnTo>
                    <a:pt x="9891" y="1584"/>
                  </a:lnTo>
                  <a:lnTo>
                    <a:pt x="9756" y="1420"/>
                  </a:lnTo>
                  <a:lnTo>
                    <a:pt x="9607" y="1270"/>
                  </a:lnTo>
                  <a:lnTo>
                    <a:pt x="9458" y="1121"/>
                  </a:lnTo>
                  <a:lnTo>
                    <a:pt x="9293" y="972"/>
                  </a:lnTo>
                  <a:lnTo>
                    <a:pt x="9129" y="852"/>
                  </a:lnTo>
                  <a:lnTo>
                    <a:pt x="8950" y="718"/>
                  </a:lnTo>
                  <a:lnTo>
                    <a:pt x="8755" y="598"/>
                  </a:lnTo>
                  <a:lnTo>
                    <a:pt x="8576" y="493"/>
                  </a:lnTo>
                  <a:lnTo>
                    <a:pt x="8382" y="404"/>
                  </a:lnTo>
                  <a:lnTo>
                    <a:pt x="8188" y="314"/>
                  </a:lnTo>
                  <a:lnTo>
                    <a:pt x="7994" y="240"/>
                  </a:lnTo>
                  <a:lnTo>
                    <a:pt x="7784" y="180"/>
                  </a:lnTo>
                  <a:lnTo>
                    <a:pt x="7590" y="120"/>
                  </a:lnTo>
                  <a:lnTo>
                    <a:pt x="7381" y="75"/>
                  </a:lnTo>
                  <a:lnTo>
                    <a:pt x="7172" y="45"/>
                  </a:lnTo>
                  <a:lnTo>
                    <a:pt x="6978" y="15"/>
                  </a:lnTo>
                  <a:lnTo>
                    <a:pt x="6768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1521;p32"/>
            <p:cNvSpPr/>
            <p:nvPr/>
          </p:nvSpPr>
          <p:spPr>
            <a:xfrm>
              <a:off x="-926874" y="3266970"/>
              <a:ext cx="240320" cy="240320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64" y="1"/>
                  </a:moveTo>
                  <a:lnTo>
                    <a:pt x="3855" y="16"/>
                  </a:lnTo>
                  <a:lnTo>
                    <a:pt x="3646" y="46"/>
                  </a:lnTo>
                  <a:lnTo>
                    <a:pt x="3452" y="76"/>
                  </a:lnTo>
                  <a:lnTo>
                    <a:pt x="3243" y="120"/>
                  </a:lnTo>
                  <a:lnTo>
                    <a:pt x="3048" y="180"/>
                  </a:lnTo>
                  <a:lnTo>
                    <a:pt x="2854" y="240"/>
                  </a:lnTo>
                  <a:lnTo>
                    <a:pt x="2660" y="315"/>
                  </a:lnTo>
                  <a:lnTo>
                    <a:pt x="2466" y="404"/>
                  </a:lnTo>
                  <a:lnTo>
                    <a:pt x="2286" y="494"/>
                  </a:lnTo>
                  <a:lnTo>
                    <a:pt x="2107" y="584"/>
                  </a:lnTo>
                  <a:lnTo>
                    <a:pt x="1928" y="703"/>
                  </a:lnTo>
                  <a:lnTo>
                    <a:pt x="1749" y="823"/>
                  </a:lnTo>
                  <a:lnTo>
                    <a:pt x="1584" y="942"/>
                  </a:lnTo>
                  <a:lnTo>
                    <a:pt x="1420" y="1091"/>
                  </a:lnTo>
                  <a:lnTo>
                    <a:pt x="1271" y="1226"/>
                  </a:lnTo>
                  <a:lnTo>
                    <a:pt x="1121" y="1390"/>
                  </a:lnTo>
                  <a:lnTo>
                    <a:pt x="972" y="1555"/>
                  </a:lnTo>
                  <a:lnTo>
                    <a:pt x="837" y="1719"/>
                  </a:lnTo>
                  <a:lnTo>
                    <a:pt x="718" y="1898"/>
                  </a:lnTo>
                  <a:lnTo>
                    <a:pt x="598" y="2092"/>
                  </a:lnTo>
                  <a:lnTo>
                    <a:pt x="494" y="2272"/>
                  </a:lnTo>
                  <a:lnTo>
                    <a:pt x="389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65" y="3063"/>
                  </a:lnTo>
                  <a:lnTo>
                    <a:pt x="120" y="3258"/>
                  </a:lnTo>
                  <a:lnTo>
                    <a:pt x="75" y="3467"/>
                  </a:lnTo>
                  <a:lnTo>
                    <a:pt x="31" y="3661"/>
                  </a:lnTo>
                  <a:lnTo>
                    <a:pt x="16" y="3870"/>
                  </a:lnTo>
                  <a:lnTo>
                    <a:pt x="1" y="4079"/>
                  </a:lnTo>
                  <a:lnTo>
                    <a:pt x="1" y="4289"/>
                  </a:lnTo>
                  <a:lnTo>
                    <a:pt x="1" y="4483"/>
                  </a:lnTo>
                  <a:lnTo>
                    <a:pt x="16" y="4692"/>
                  </a:lnTo>
                  <a:lnTo>
                    <a:pt x="45" y="4901"/>
                  </a:lnTo>
                  <a:lnTo>
                    <a:pt x="75" y="5095"/>
                  </a:lnTo>
                  <a:lnTo>
                    <a:pt x="120" y="5304"/>
                  </a:lnTo>
                  <a:lnTo>
                    <a:pt x="165" y="5499"/>
                  </a:lnTo>
                  <a:lnTo>
                    <a:pt x="240" y="5693"/>
                  </a:lnTo>
                  <a:lnTo>
                    <a:pt x="314" y="5887"/>
                  </a:lnTo>
                  <a:lnTo>
                    <a:pt x="389" y="6081"/>
                  </a:lnTo>
                  <a:lnTo>
                    <a:pt x="479" y="6261"/>
                  </a:lnTo>
                  <a:lnTo>
                    <a:pt x="583" y="6440"/>
                  </a:lnTo>
                  <a:lnTo>
                    <a:pt x="688" y="6619"/>
                  </a:lnTo>
                  <a:lnTo>
                    <a:pt x="807" y="6798"/>
                  </a:lnTo>
                  <a:lnTo>
                    <a:pt x="942" y="6963"/>
                  </a:lnTo>
                  <a:lnTo>
                    <a:pt x="1076" y="7127"/>
                  </a:lnTo>
                  <a:lnTo>
                    <a:pt x="1226" y="7276"/>
                  </a:lnTo>
                  <a:lnTo>
                    <a:pt x="1375" y="7426"/>
                  </a:lnTo>
                  <a:lnTo>
                    <a:pt x="1539" y="7575"/>
                  </a:lnTo>
                  <a:lnTo>
                    <a:pt x="1719" y="7710"/>
                  </a:lnTo>
                  <a:lnTo>
                    <a:pt x="1898" y="7829"/>
                  </a:lnTo>
                  <a:lnTo>
                    <a:pt x="2077" y="7949"/>
                  </a:lnTo>
                  <a:lnTo>
                    <a:pt x="2271" y="8053"/>
                  </a:lnTo>
                  <a:lnTo>
                    <a:pt x="2466" y="8158"/>
                  </a:lnTo>
                  <a:lnTo>
                    <a:pt x="2660" y="8233"/>
                  </a:lnTo>
                  <a:lnTo>
                    <a:pt x="2854" y="8307"/>
                  </a:lnTo>
                  <a:lnTo>
                    <a:pt x="3048" y="8382"/>
                  </a:lnTo>
                  <a:lnTo>
                    <a:pt x="3257" y="8427"/>
                  </a:lnTo>
                  <a:lnTo>
                    <a:pt x="3452" y="8472"/>
                  </a:lnTo>
                  <a:lnTo>
                    <a:pt x="3661" y="8516"/>
                  </a:lnTo>
                  <a:lnTo>
                    <a:pt x="3870" y="8531"/>
                  </a:lnTo>
                  <a:lnTo>
                    <a:pt x="4064" y="8546"/>
                  </a:lnTo>
                  <a:lnTo>
                    <a:pt x="4483" y="8546"/>
                  </a:lnTo>
                  <a:lnTo>
                    <a:pt x="4677" y="8531"/>
                  </a:lnTo>
                  <a:lnTo>
                    <a:pt x="4886" y="8501"/>
                  </a:lnTo>
                  <a:lnTo>
                    <a:pt x="5095" y="8472"/>
                  </a:lnTo>
                  <a:lnTo>
                    <a:pt x="5289" y="8427"/>
                  </a:lnTo>
                  <a:lnTo>
                    <a:pt x="5484" y="8382"/>
                  </a:lnTo>
                  <a:lnTo>
                    <a:pt x="5678" y="8307"/>
                  </a:lnTo>
                  <a:lnTo>
                    <a:pt x="5872" y="8233"/>
                  </a:lnTo>
                  <a:lnTo>
                    <a:pt x="6066" y="8158"/>
                  </a:lnTo>
                  <a:lnTo>
                    <a:pt x="6245" y="8068"/>
                  </a:lnTo>
                  <a:lnTo>
                    <a:pt x="6440" y="7964"/>
                  </a:lnTo>
                  <a:lnTo>
                    <a:pt x="6604" y="7859"/>
                  </a:lnTo>
                  <a:lnTo>
                    <a:pt x="6783" y="7740"/>
                  </a:lnTo>
                  <a:lnTo>
                    <a:pt x="6948" y="7605"/>
                  </a:lnTo>
                  <a:lnTo>
                    <a:pt x="7112" y="7471"/>
                  </a:lnTo>
                  <a:lnTo>
                    <a:pt x="7261" y="7321"/>
                  </a:lnTo>
                  <a:lnTo>
                    <a:pt x="7426" y="7172"/>
                  </a:lnTo>
                  <a:lnTo>
                    <a:pt x="7560" y="7008"/>
                  </a:lnTo>
                  <a:lnTo>
                    <a:pt x="7695" y="6828"/>
                  </a:lnTo>
                  <a:lnTo>
                    <a:pt x="7829" y="6649"/>
                  </a:lnTo>
                  <a:lnTo>
                    <a:pt x="7934" y="6470"/>
                  </a:lnTo>
                  <a:lnTo>
                    <a:pt x="8053" y="6275"/>
                  </a:lnTo>
                  <a:lnTo>
                    <a:pt x="8143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9"/>
                  </a:lnTo>
                  <a:lnTo>
                    <a:pt x="8427" y="5289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77"/>
                  </a:lnTo>
                  <a:lnTo>
                    <a:pt x="8546" y="4483"/>
                  </a:lnTo>
                  <a:lnTo>
                    <a:pt x="8546" y="4274"/>
                  </a:lnTo>
                  <a:lnTo>
                    <a:pt x="8531" y="4064"/>
                  </a:lnTo>
                  <a:lnTo>
                    <a:pt x="8516" y="3855"/>
                  </a:lnTo>
                  <a:lnTo>
                    <a:pt x="8501" y="3661"/>
                  </a:lnTo>
                  <a:lnTo>
                    <a:pt x="8456" y="3452"/>
                  </a:lnTo>
                  <a:lnTo>
                    <a:pt x="8427" y="3258"/>
                  </a:lnTo>
                  <a:lnTo>
                    <a:pt x="8367" y="3063"/>
                  </a:lnTo>
                  <a:lnTo>
                    <a:pt x="8307" y="2869"/>
                  </a:lnTo>
                  <a:lnTo>
                    <a:pt x="8232" y="2675"/>
                  </a:lnTo>
                  <a:lnTo>
                    <a:pt x="8143" y="2481"/>
                  </a:lnTo>
                  <a:lnTo>
                    <a:pt x="8053" y="2287"/>
                  </a:lnTo>
                  <a:lnTo>
                    <a:pt x="7949" y="2107"/>
                  </a:lnTo>
                  <a:lnTo>
                    <a:pt x="7844" y="1928"/>
                  </a:lnTo>
                  <a:lnTo>
                    <a:pt x="7724" y="1764"/>
                  </a:lnTo>
                  <a:lnTo>
                    <a:pt x="7605" y="1599"/>
                  </a:lnTo>
                  <a:lnTo>
                    <a:pt x="7456" y="1435"/>
                  </a:lnTo>
                  <a:lnTo>
                    <a:pt x="7321" y="1271"/>
                  </a:lnTo>
                  <a:lnTo>
                    <a:pt x="7157" y="1121"/>
                  </a:lnTo>
                  <a:lnTo>
                    <a:pt x="6992" y="987"/>
                  </a:lnTo>
                  <a:lnTo>
                    <a:pt x="6828" y="852"/>
                  </a:lnTo>
                  <a:lnTo>
                    <a:pt x="6649" y="718"/>
                  </a:lnTo>
                  <a:lnTo>
                    <a:pt x="6455" y="598"/>
                  </a:lnTo>
                  <a:lnTo>
                    <a:pt x="6275" y="494"/>
                  </a:lnTo>
                  <a:lnTo>
                    <a:pt x="6081" y="404"/>
                  </a:lnTo>
                  <a:lnTo>
                    <a:pt x="5887" y="315"/>
                  </a:lnTo>
                  <a:lnTo>
                    <a:pt x="5693" y="240"/>
                  </a:lnTo>
                  <a:lnTo>
                    <a:pt x="5484" y="180"/>
                  </a:lnTo>
                  <a:lnTo>
                    <a:pt x="5289" y="120"/>
                  </a:lnTo>
                  <a:lnTo>
                    <a:pt x="5080" y="76"/>
                  </a:lnTo>
                  <a:lnTo>
                    <a:pt x="4886" y="46"/>
                  </a:lnTo>
                  <a:lnTo>
                    <a:pt x="4677" y="16"/>
                  </a:lnTo>
                  <a:lnTo>
                    <a:pt x="446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1522;p32"/>
            <p:cNvSpPr/>
            <p:nvPr/>
          </p:nvSpPr>
          <p:spPr>
            <a:xfrm>
              <a:off x="-871848" y="3322418"/>
              <a:ext cx="129847" cy="129847"/>
            </a:xfrm>
            <a:custGeom>
              <a:avLst/>
              <a:gdLst/>
              <a:ahLst/>
              <a:cxnLst/>
              <a:rect l="l" t="t" r="r" b="b"/>
              <a:pathLst>
                <a:path w="4618" h="4618" extrusionOk="0">
                  <a:moveTo>
                    <a:pt x="2197" y="1"/>
                  </a:moveTo>
                  <a:lnTo>
                    <a:pt x="1973" y="16"/>
                  </a:lnTo>
                  <a:lnTo>
                    <a:pt x="1764" y="61"/>
                  </a:lnTo>
                  <a:lnTo>
                    <a:pt x="1554" y="135"/>
                  </a:lnTo>
                  <a:lnTo>
                    <a:pt x="1345" y="210"/>
                  </a:lnTo>
                  <a:lnTo>
                    <a:pt x="1136" y="315"/>
                  </a:lnTo>
                  <a:lnTo>
                    <a:pt x="957" y="434"/>
                  </a:lnTo>
                  <a:lnTo>
                    <a:pt x="778" y="584"/>
                  </a:lnTo>
                  <a:lnTo>
                    <a:pt x="613" y="748"/>
                  </a:lnTo>
                  <a:lnTo>
                    <a:pt x="464" y="927"/>
                  </a:lnTo>
                  <a:lnTo>
                    <a:pt x="329" y="1121"/>
                  </a:lnTo>
                  <a:lnTo>
                    <a:pt x="225" y="1331"/>
                  </a:lnTo>
                  <a:lnTo>
                    <a:pt x="135" y="1540"/>
                  </a:lnTo>
                  <a:lnTo>
                    <a:pt x="75" y="1749"/>
                  </a:lnTo>
                  <a:lnTo>
                    <a:pt x="31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31" y="2645"/>
                  </a:lnTo>
                  <a:lnTo>
                    <a:pt x="75" y="2854"/>
                  </a:lnTo>
                  <a:lnTo>
                    <a:pt x="135" y="3063"/>
                  </a:lnTo>
                  <a:lnTo>
                    <a:pt x="225" y="3273"/>
                  </a:lnTo>
                  <a:lnTo>
                    <a:pt x="329" y="3482"/>
                  </a:lnTo>
                  <a:lnTo>
                    <a:pt x="449" y="3661"/>
                  </a:lnTo>
                  <a:lnTo>
                    <a:pt x="583" y="3840"/>
                  </a:lnTo>
                  <a:lnTo>
                    <a:pt x="748" y="4005"/>
                  </a:lnTo>
                  <a:lnTo>
                    <a:pt x="927" y="4154"/>
                  </a:lnTo>
                  <a:lnTo>
                    <a:pt x="1136" y="4289"/>
                  </a:lnTo>
                  <a:lnTo>
                    <a:pt x="1330" y="4393"/>
                  </a:lnTo>
                  <a:lnTo>
                    <a:pt x="1540" y="4483"/>
                  </a:lnTo>
                  <a:lnTo>
                    <a:pt x="1764" y="4543"/>
                  </a:lnTo>
                  <a:lnTo>
                    <a:pt x="1988" y="4587"/>
                  </a:lnTo>
                  <a:lnTo>
                    <a:pt x="2197" y="4617"/>
                  </a:lnTo>
                  <a:lnTo>
                    <a:pt x="2421" y="4602"/>
                  </a:lnTo>
                  <a:lnTo>
                    <a:pt x="2645" y="4587"/>
                  </a:lnTo>
                  <a:lnTo>
                    <a:pt x="2869" y="4543"/>
                  </a:lnTo>
                  <a:lnTo>
                    <a:pt x="3078" y="4483"/>
                  </a:lnTo>
                  <a:lnTo>
                    <a:pt x="3287" y="4393"/>
                  </a:lnTo>
                  <a:lnTo>
                    <a:pt x="3482" y="4289"/>
                  </a:lnTo>
                  <a:lnTo>
                    <a:pt x="3676" y="4169"/>
                  </a:lnTo>
                  <a:lnTo>
                    <a:pt x="3840" y="4035"/>
                  </a:lnTo>
                  <a:lnTo>
                    <a:pt x="4020" y="3870"/>
                  </a:lnTo>
                  <a:lnTo>
                    <a:pt x="4169" y="3691"/>
                  </a:lnTo>
                  <a:lnTo>
                    <a:pt x="4288" y="3482"/>
                  </a:lnTo>
                  <a:lnTo>
                    <a:pt x="4408" y="3288"/>
                  </a:lnTo>
                  <a:lnTo>
                    <a:pt x="4483" y="3078"/>
                  </a:lnTo>
                  <a:lnTo>
                    <a:pt x="4557" y="2854"/>
                  </a:lnTo>
                  <a:lnTo>
                    <a:pt x="4602" y="2630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49"/>
                  </a:lnTo>
                  <a:lnTo>
                    <a:pt x="4483" y="1540"/>
                  </a:lnTo>
                  <a:lnTo>
                    <a:pt x="4408" y="1331"/>
                  </a:lnTo>
                  <a:lnTo>
                    <a:pt x="4303" y="1136"/>
                  </a:lnTo>
                  <a:lnTo>
                    <a:pt x="4184" y="942"/>
                  </a:lnTo>
                  <a:lnTo>
                    <a:pt x="4034" y="763"/>
                  </a:lnTo>
                  <a:lnTo>
                    <a:pt x="3870" y="598"/>
                  </a:lnTo>
                  <a:lnTo>
                    <a:pt x="3691" y="449"/>
                  </a:lnTo>
                  <a:lnTo>
                    <a:pt x="3497" y="330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1"/>
                  </a:lnTo>
                  <a:lnTo>
                    <a:pt x="2645" y="16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1523;p32"/>
            <p:cNvSpPr/>
            <p:nvPr/>
          </p:nvSpPr>
          <p:spPr>
            <a:xfrm>
              <a:off x="-1215445" y="3622770"/>
              <a:ext cx="240714" cy="240714"/>
            </a:xfrm>
            <a:custGeom>
              <a:avLst/>
              <a:gdLst/>
              <a:ahLst/>
              <a:cxnLst/>
              <a:rect l="l" t="t" r="r" b="b"/>
              <a:pathLst>
                <a:path w="8561" h="8561" extrusionOk="0">
                  <a:moveTo>
                    <a:pt x="4273" y="1"/>
                  </a:moveTo>
                  <a:lnTo>
                    <a:pt x="4079" y="16"/>
                  </a:lnTo>
                  <a:lnTo>
                    <a:pt x="3870" y="31"/>
                  </a:lnTo>
                  <a:lnTo>
                    <a:pt x="3660" y="45"/>
                  </a:lnTo>
                  <a:lnTo>
                    <a:pt x="3466" y="90"/>
                  </a:lnTo>
                  <a:lnTo>
                    <a:pt x="3257" y="135"/>
                  </a:lnTo>
                  <a:lnTo>
                    <a:pt x="3063" y="180"/>
                  </a:lnTo>
                  <a:lnTo>
                    <a:pt x="2869" y="240"/>
                  </a:lnTo>
                  <a:lnTo>
                    <a:pt x="2674" y="314"/>
                  </a:lnTo>
                  <a:lnTo>
                    <a:pt x="2480" y="404"/>
                  </a:lnTo>
                  <a:lnTo>
                    <a:pt x="2301" y="494"/>
                  </a:lnTo>
                  <a:lnTo>
                    <a:pt x="2122" y="598"/>
                  </a:lnTo>
                  <a:lnTo>
                    <a:pt x="1942" y="703"/>
                  </a:lnTo>
                  <a:lnTo>
                    <a:pt x="1763" y="822"/>
                  </a:lnTo>
                  <a:lnTo>
                    <a:pt x="1599" y="957"/>
                  </a:lnTo>
                  <a:lnTo>
                    <a:pt x="1434" y="1091"/>
                  </a:lnTo>
                  <a:lnTo>
                    <a:pt x="1285" y="1241"/>
                  </a:lnTo>
                  <a:lnTo>
                    <a:pt x="1136" y="1390"/>
                  </a:lnTo>
                  <a:lnTo>
                    <a:pt x="986" y="1554"/>
                  </a:lnTo>
                  <a:lnTo>
                    <a:pt x="852" y="1734"/>
                  </a:lnTo>
                  <a:lnTo>
                    <a:pt x="732" y="1913"/>
                  </a:lnTo>
                  <a:lnTo>
                    <a:pt x="613" y="2092"/>
                  </a:lnTo>
                  <a:lnTo>
                    <a:pt x="508" y="2271"/>
                  </a:lnTo>
                  <a:lnTo>
                    <a:pt x="404" y="2466"/>
                  </a:lnTo>
                  <a:lnTo>
                    <a:pt x="329" y="2660"/>
                  </a:lnTo>
                  <a:lnTo>
                    <a:pt x="254" y="2854"/>
                  </a:lnTo>
                  <a:lnTo>
                    <a:pt x="179" y="3063"/>
                  </a:lnTo>
                  <a:lnTo>
                    <a:pt x="135" y="3257"/>
                  </a:lnTo>
                  <a:lnTo>
                    <a:pt x="90" y="3467"/>
                  </a:lnTo>
                  <a:lnTo>
                    <a:pt x="45" y="3676"/>
                  </a:lnTo>
                  <a:lnTo>
                    <a:pt x="30" y="3870"/>
                  </a:lnTo>
                  <a:lnTo>
                    <a:pt x="15" y="4079"/>
                  </a:lnTo>
                  <a:lnTo>
                    <a:pt x="0" y="4288"/>
                  </a:lnTo>
                  <a:lnTo>
                    <a:pt x="15" y="4497"/>
                  </a:lnTo>
                  <a:lnTo>
                    <a:pt x="30" y="4692"/>
                  </a:lnTo>
                  <a:lnTo>
                    <a:pt x="60" y="4901"/>
                  </a:lnTo>
                  <a:lnTo>
                    <a:pt x="90" y="5095"/>
                  </a:lnTo>
                  <a:lnTo>
                    <a:pt x="135" y="5304"/>
                  </a:lnTo>
                  <a:lnTo>
                    <a:pt x="179" y="5498"/>
                  </a:lnTo>
                  <a:lnTo>
                    <a:pt x="254" y="5693"/>
                  </a:lnTo>
                  <a:lnTo>
                    <a:pt x="314" y="5887"/>
                  </a:lnTo>
                  <a:lnTo>
                    <a:pt x="404" y="6081"/>
                  </a:lnTo>
                  <a:lnTo>
                    <a:pt x="493" y="6260"/>
                  </a:lnTo>
                  <a:lnTo>
                    <a:pt x="598" y="6440"/>
                  </a:lnTo>
                  <a:lnTo>
                    <a:pt x="702" y="6619"/>
                  </a:lnTo>
                  <a:lnTo>
                    <a:pt x="822" y="6798"/>
                  </a:lnTo>
                  <a:lnTo>
                    <a:pt x="956" y="6962"/>
                  </a:lnTo>
                  <a:lnTo>
                    <a:pt x="1091" y="7127"/>
                  </a:lnTo>
                  <a:lnTo>
                    <a:pt x="1240" y="7276"/>
                  </a:lnTo>
                  <a:lnTo>
                    <a:pt x="1390" y="7426"/>
                  </a:lnTo>
                  <a:lnTo>
                    <a:pt x="1554" y="7575"/>
                  </a:lnTo>
                  <a:lnTo>
                    <a:pt x="1733" y="7709"/>
                  </a:lnTo>
                  <a:lnTo>
                    <a:pt x="1912" y="7829"/>
                  </a:lnTo>
                  <a:lnTo>
                    <a:pt x="2092" y="7948"/>
                  </a:lnTo>
                  <a:lnTo>
                    <a:pt x="2286" y="8053"/>
                  </a:lnTo>
                  <a:lnTo>
                    <a:pt x="2465" y="8158"/>
                  </a:lnTo>
                  <a:lnTo>
                    <a:pt x="2659" y="8232"/>
                  </a:lnTo>
                  <a:lnTo>
                    <a:pt x="2869" y="8307"/>
                  </a:lnTo>
                  <a:lnTo>
                    <a:pt x="3063" y="8382"/>
                  </a:lnTo>
                  <a:lnTo>
                    <a:pt x="3272" y="8427"/>
                  </a:lnTo>
                  <a:lnTo>
                    <a:pt x="3466" y="8471"/>
                  </a:lnTo>
                  <a:lnTo>
                    <a:pt x="3675" y="8516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288" y="8561"/>
                  </a:lnTo>
                  <a:lnTo>
                    <a:pt x="4497" y="8546"/>
                  </a:lnTo>
                  <a:lnTo>
                    <a:pt x="4691" y="8531"/>
                  </a:lnTo>
                  <a:lnTo>
                    <a:pt x="4900" y="8516"/>
                  </a:lnTo>
                  <a:lnTo>
                    <a:pt x="5109" y="8471"/>
                  </a:lnTo>
                  <a:lnTo>
                    <a:pt x="5304" y="8427"/>
                  </a:lnTo>
                  <a:lnTo>
                    <a:pt x="5498" y="8382"/>
                  </a:lnTo>
                  <a:lnTo>
                    <a:pt x="5692" y="8307"/>
                  </a:lnTo>
                  <a:lnTo>
                    <a:pt x="5886" y="8247"/>
                  </a:lnTo>
                  <a:lnTo>
                    <a:pt x="6081" y="8158"/>
                  </a:lnTo>
                  <a:lnTo>
                    <a:pt x="6260" y="8068"/>
                  </a:lnTo>
                  <a:lnTo>
                    <a:pt x="6454" y="7963"/>
                  </a:lnTo>
                  <a:lnTo>
                    <a:pt x="6618" y="7859"/>
                  </a:lnTo>
                  <a:lnTo>
                    <a:pt x="6798" y="7739"/>
                  </a:lnTo>
                  <a:lnTo>
                    <a:pt x="6962" y="7605"/>
                  </a:lnTo>
                  <a:lnTo>
                    <a:pt x="7126" y="7470"/>
                  </a:lnTo>
                  <a:lnTo>
                    <a:pt x="7276" y="7321"/>
                  </a:lnTo>
                  <a:lnTo>
                    <a:pt x="7425" y="7172"/>
                  </a:lnTo>
                  <a:lnTo>
                    <a:pt x="7575" y="7007"/>
                  </a:lnTo>
                  <a:lnTo>
                    <a:pt x="7709" y="6828"/>
                  </a:lnTo>
                  <a:lnTo>
                    <a:pt x="7843" y="6649"/>
                  </a:lnTo>
                  <a:lnTo>
                    <a:pt x="7948" y="6469"/>
                  </a:lnTo>
                  <a:lnTo>
                    <a:pt x="8068" y="6275"/>
                  </a:lnTo>
                  <a:lnTo>
                    <a:pt x="8157" y="6096"/>
                  </a:lnTo>
                  <a:lnTo>
                    <a:pt x="8247" y="5902"/>
                  </a:lnTo>
                  <a:lnTo>
                    <a:pt x="8322" y="5693"/>
                  </a:lnTo>
                  <a:lnTo>
                    <a:pt x="8381" y="5498"/>
                  </a:lnTo>
                  <a:lnTo>
                    <a:pt x="8441" y="5304"/>
                  </a:lnTo>
                  <a:lnTo>
                    <a:pt x="8486" y="5095"/>
                  </a:lnTo>
                  <a:lnTo>
                    <a:pt x="8516" y="4886"/>
                  </a:lnTo>
                  <a:lnTo>
                    <a:pt x="8546" y="4692"/>
                  </a:lnTo>
                  <a:lnTo>
                    <a:pt x="8546" y="4483"/>
                  </a:lnTo>
                  <a:lnTo>
                    <a:pt x="8561" y="4273"/>
                  </a:lnTo>
                  <a:lnTo>
                    <a:pt x="8546" y="4064"/>
                  </a:lnTo>
                  <a:lnTo>
                    <a:pt x="8531" y="3870"/>
                  </a:lnTo>
                  <a:lnTo>
                    <a:pt x="8516" y="3661"/>
                  </a:lnTo>
                  <a:lnTo>
                    <a:pt x="8471" y="3452"/>
                  </a:lnTo>
                  <a:lnTo>
                    <a:pt x="8426" y="3257"/>
                  </a:lnTo>
                  <a:lnTo>
                    <a:pt x="8381" y="3063"/>
                  </a:lnTo>
                  <a:lnTo>
                    <a:pt x="8322" y="2869"/>
                  </a:lnTo>
                  <a:lnTo>
                    <a:pt x="8247" y="2675"/>
                  </a:lnTo>
                  <a:lnTo>
                    <a:pt x="8157" y="2481"/>
                  </a:lnTo>
                  <a:lnTo>
                    <a:pt x="8068" y="2301"/>
                  </a:lnTo>
                  <a:lnTo>
                    <a:pt x="7963" y="2107"/>
                  </a:lnTo>
                  <a:lnTo>
                    <a:pt x="7858" y="1943"/>
                  </a:lnTo>
                  <a:lnTo>
                    <a:pt x="7739" y="1764"/>
                  </a:lnTo>
                  <a:lnTo>
                    <a:pt x="7604" y="1599"/>
                  </a:lnTo>
                  <a:lnTo>
                    <a:pt x="7470" y="1435"/>
                  </a:lnTo>
                  <a:lnTo>
                    <a:pt x="7321" y="1285"/>
                  </a:lnTo>
                  <a:lnTo>
                    <a:pt x="7171" y="1136"/>
                  </a:lnTo>
                  <a:lnTo>
                    <a:pt x="7007" y="987"/>
                  </a:lnTo>
                  <a:lnTo>
                    <a:pt x="6842" y="852"/>
                  </a:lnTo>
                  <a:lnTo>
                    <a:pt x="6648" y="718"/>
                  </a:lnTo>
                  <a:lnTo>
                    <a:pt x="6469" y="613"/>
                  </a:lnTo>
                  <a:lnTo>
                    <a:pt x="6290" y="509"/>
                  </a:lnTo>
                  <a:lnTo>
                    <a:pt x="6096" y="404"/>
                  </a:lnTo>
                  <a:lnTo>
                    <a:pt x="5901" y="314"/>
                  </a:lnTo>
                  <a:lnTo>
                    <a:pt x="5707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0" y="45"/>
                  </a:lnTo>
                  <a:lnTo>
                    <a:pt x="4691" y="31"/>
                  </a:lnTo>
                  <a:lnTo>
                    <a:pt x="4482" y="16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1524;p32"/>
            <p:cNvSpPr/>
            <p:nvPr/>
          </p:nvSpPr>
          <p:spPr>
            <a:xfrm>
              <a:off x="-1159997" y="3678218"/>
              <a:ext cx="129818" cy="129818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196" y="1"/>
                  </a:moveTo>
                  <a:lnTo>
                    <a:pt x="1972" y="31"/>
                  </a:lnTo>
                  <a:lnTo>
                    <a:pt x="1763" y="75"/>
                  </a:lnTo>
                  <a:lnTo>
                    <a:pt x="1539" y="135"/>
                  </a:lnTo>
                  <a:lnTo>
                    <a:pt x="1345" y="210"/>
                  </a:lnTo>
                  <a:lnTo>
                    <a:pt x="1136" y="314"/>
                  </a:lnTo>
                  <a:lnTo>
                    <a:pt x="956" y="449"/>
                  </a:lnTo>
                  <a:lnTo>
                    <a:pt x="777" y="583"/>
                  </a:lnTo>
                  <a:lnTo>
                    <a:pt x="613" y="748"/>
                  </a:lnTo>
                  <a:lnTo>
                    <a:pt x="463" y="927"/>
                  </a:lnTo>
                  <a:lnTo>
                    <a:pt x="329" y="1121"/>
                  </a:lnTo>
                  <a:lnTo>
                    <a:pt x="224" y="1330"/>
                  </a:lnTo>
                  <a:lnTo>
                    <a:pt x="135" y="1539"/>
                  </a:lnTo>
                  <a:lnTo>
                    <a:pt x="75" y="1764"/>
                  </a:lnTo>
                  <a:lnTo>
                    <a:pt x="30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54"/>
                  </a:lnTo>
                  <a:lnTo>
                    <a:pt x="135" y="3078"/>
                  </a:lnTo>
                  <a:lnTo>
                    <a:pt x="224" y="3272"/>
                  </a:lnTo>
                  <a:lnTo>
                    <a:pt x="314" y="3482"/>
                  </a:lnTo>
                  <a:lnTo>
                    <a:pt x="448" y="3661"/>
                  </a:lnTo>
                  <a:lnTo>
                    <a:pt x="583" y="3840"/>
                  </a:lnTo>
                  <a:lnTo>
                    <a:pt x="747" y="4004"/>
                  </a:lnTo>
                  <a:lnTo>
                    <a:pt x="926" y="4154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63" y="4542"/>
                  </a:lnTo>
                  <a:lnTo>
                    <a:pt x="1987" y="4587"/>
                  </a:lnTo>
                  <a:lnTo>
                    <a:pt x="2196" y="4617"/>
                  </a:lnTo>
                  <a:lnTo>
                    <a:pt x="2420" y="4617"/>
                  </a:lnTo>
                  <a:lnTo>
                    <a:pt x="2644" y="4587"/>
                  </a:lnTo>
                  <a:lnTo>
                    <a:pt x="2869" y="4542"/>
                  </a:lnTo>
                  <a:lnTo>
                    <a:pt x="3078" y="4483"/>
                  </a:lnTo>
                  <a:lnTo>
                    <a:pt x="3287" y="4408"/>
                  </a:lnTo>
                  <a:lnTo>
                    <a:pt x="3481" y="4303"/>
                  </a:lnTo>
                  <a:lnTo>
                    <a:pt x="3675" y="4169"/>
                  </a:lnTo>
                  <a:lnTo>
                    <a:pt x="3840" y="4034"/>
                  </a:lnTo>
                  <a:lnTo>
                    <a:pt x="4004" y="3870"/>
                  </a:lnTo>
                  <a:lnTo>
                    <a:pt x="4168" y="3691"/>
                  </a:lnTo>
                  <a:lnTo>
                    <a:pt x="4288" y="3497"/>
                  </a:lnTo>
                  <a:lnTo>
                    <a:pt x="4407" y="3287"/>
                  </a:lnTo>
                  <a:lnTo>
                    <a:pt x="4482" y="3078"/>
                  </a:lnTo>
                  <a:lnTo>
                    <a:pt x="4557" y="2854"/>
                  </a:lnTo>
                  <a:lnTo>
                    <a:pt x="4587" y="2645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64"/>
                  </a:lnTo>
                  <a:lnTo>
                    <a:pt x="4482" y="1539"/>
                  </a:lnTo>
                  <a:lnTo>
                    <a:pt x="4407" y="1330"/>
                  </a:lnTo>
                  <a:lnTo>
                    <a:pt x="4303" y="1136"/>
                  </a:lnTo>
                  <a:lnTo>
                    <a:pt x="4183" y="957"/>
                  </a:lnTo>
                  <a:lnTo>
                    <a:pt x="4034" y="778"/>
                  </a:lnTo>
                  <a:lnTo>
                    <a:pt x="3870" y="613"/>
                  </a:lnTo>
                  <a:lnTo>
                    <a:pt x="3690" y="464"/>
                  </a:lnTo>
                  <a:lnTo>
                    <a:pt x="3496" y="329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0"/>
                  </a:lnTo>
                  <a:lnTo>
                    <a:pt x="2644" y="31"/>
                  </a:lnTo>
                  <a:lnTo>
                    <a:pt x="24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1525;p32"/>
            <p:cNvSpPr/>
            <p:nvPr/>
          </p:nvSpPr>
          <p:spPr>
            <a:xfrm>
              <a:off x="-820589" y="3348483"/>
              <a:ext cx="139913" cy="171404"/>
            </a:xfrm>
            <a:custGeom>
              <a:avLst/>
              <a:gdLst/>
              <a:ahLst/>
              <a:cxnLst/>
              <a:rect l="l" t="t" r="r" b="b"/>
              <a:pathLst>
                <a:path w="4976" h="6096" extrusionOk="0">
                  <a:moveTo>
                    <a:pt x="4632" y="0"/>
                  </a:moveTo>
                  <a:lnTo>
                    <a:pt x="3765" y="1434"/>
                  </a:lnTo>
                  <a:lnTo>
                    <a:pt x="3287" y="1210"/>
                  </a:lnTo>
                  <a:lnTo>
                    <a:pt x="3033" y="1106"/>
                  </a:lnTo>
                  <a:lnTo>
                    <a:pt x="2749" y="1016"/>
                  </a:lnTo>
                  <a:lnTo>
                    <a:pt x="2480" y="941"/>
                  </a:lnTo>
                  <a:lnTo>
                    <a:pt x="2211" y="882"/>
                  </a:lnTo>
                  <a:lnTo>
                    <a:pt x="1957" y="837"/>
                  </a:lnTo>
                  <a:lnTo>
                    <a:pt x="1704" y="837"/>
                  </a:lnTo>
                  <a:lnTo>
                    <a:pt x="1629" y="852"/>
                  </a:lnTo>
                  <a:lnTo>
                    <a:pt x="1569" y="867"/>
                  </a:lnTo>
                  <a:lnTo>
                    <a:pt x="1524" y="897"/>
                  </a:lnTo>
                  <a:lnTo>
                    <a:pt x="1509" y="926"/>
                  </a:lnTo>
                  <a:lnTo>
                    <a:pt x="1494" y="971"/>
                  </a:lnTo>
                  <a:lnTo>
                    <a:pt x="1509" y="1016"/>
                  </a:lnTo>
                  <a:lnTo>
                    <a:pt x="1524" y="1076"/>
                  </a:lnTo>
                  <a:lnTo>
                    <a:pt x="1554" y="1136"/>
                  </a:lnTo>
                  <a:lnTo>
                    <a:pt x="1659" y="1270"/>
                  </a:lnTo>
                  <a:lnTo>
                    <a:pt x="1793" y="1419"/>
                  </a:lnTo>
                  <a:lnTo>
                    <a:pt x="1957" y="1584"/>
                  </a:lnTo>
                  <a:lnTo>
                    <a:pt x="2152" y="1748"/>
                  </a:lnTo>
                  <a:lnTo>
                    <a:pt x="2555" y="2077"/>
                  </a:lnTo>
                  <a:lnTo>
                    <a:pt x="2943" y="2361"/>
                  </a:lnTo>
                  <a:lnTo>
                    <a:pt x="3407" y="2674"/>
                  </a:lnTo>
                  <a:lnTo>
                    <a:pt x="3407" y="2674"/>
                  </a:lnTo>
                  <a:lnTo>
                    <a:pt x="2914" y="2405"/>
                  </a:lnTo>
                  <a:lnTo>
                    <a:pt x="2450" y="2181"/>
                  </a:lnTo>
                  <a:lnTo>
                    <a:pt x="1928" y="1942"/>
                  </a:lnTo>
                  <a:lnTo>
                    <a:pt x="1659" y="1823"/>
                  </a:lnTo>
                  <a:lnTo>
                    <a:pt x="1390" y="1718"/>
                  </a:lnTo>
                  <a:lnTo>
                    <a:pt x="1136" y="1629"/>
                  </a:lnTo>
                  <a:lnTo>
                    <a:pt x="882" y="1569"/>
                  </a:lnTo>
                  <a:lnTo>
                    <a:pt x="658" y="1524"/>
                  </a:lnTo>
                  <a:lnTo>
                    <a:pt x="464" y="1509"/>
                  </a:lnTo>
                  <a:lnTo>
                    <a:pt x="374" y="1524"/>
                  </a:lnTo>
                  <a:lnTo>
                    <a:pt x="299" y="1539"/>
                  </a:lnTo>
                  <a:lnTo>
                    <a:pt x="239" y="1569"/>
                  </a:lnTo>
                  <a:lnTo>
                    <a:pt x="180" y="1599"/>
                  </a:lnTo>
                  <a:lnTo>
                    <a:pt x="135" y="1643"/>
                  </a:lnTo>
                  <a:lnTo>
                    <a:pt x="120" y="1703"/>
                  </a:lnTo>
                  <a:lnTo>
                    <a:pt x="120" y="1763"/>
                  </a:lnTo>
                  <a:lnTo>
                    <a:pt x="135" y="1823"/>
                  </a:lnTo>
                  <a:lnTo>
                    <a:pt x="165" y="1897"/>
                  </a:lnTo>
                  <a:lnTo>
                    <a:pt x="210" y="1972"/>
                  </a:lnTo>
                  <a:lnTo>
                    <a:pt x="344" y="2122"/>
                  </a:lnTo>
                  <a:lnTo>
                    <a:pt x="523" y="2286"/>
                  </a:lnTo>
                  <a:lnTo>
                    <a:pt x="747" y="2465"/>
                  </a:lnTo>
                  <a:lnTo>
                    <a:pt x="986" y="2644"/>
                  </a:lnTo>
                  <a:lnTo>
                    <a:pt x="1240" y="2824"/>
                  </a:lnTo>
                  <a:lnTo>
                    <a:pt x="1763" y="3152"/>
                  </a:lnTo>
                  <a:lnTo>
                    <a:pt x="2241" y="3436"/>
                  </a:lnTo>
                  <a:lnTo>
                    <a:pt x="2719" y="3690"/>
                  </a:lnTo>
                  <a:lnTo>
                    <a:pt x="2376" y="3556"/>
                  </a:lnTo>
                  <a:lnTo>
                    <a:pt x="2017" y="3421"/>
                  </a:lnTo>
                  <a:lnTo>
                    <a:pt x="1584" y="3272"/>
                  </a:lnTo>
                  <a:lnTo>
                    <a:pt x="1136" y="3137"/>
                  </a:lnTo>
                  <a:lnTo>
                    <a:pt x="927" y="3093"/>
                  </a:lnTo>
                  <a:lnTo>
                    <a:pt x="717" y="3048"/>
                  </a:lnTo>
                  <a:lnTo>
                    <a:pt x="538" y="3018"/>
                  </a:lnTo>
                  <a:lnTo>
                    <a:pt x="374" y="3018"/>
                  </a:lnTo>
                  <a:lnTo>
                    <a:pt x="239" y="3033"/>
                  </a:lnTo>
                  <a:lnTo>
                    <a:pt x="180" y="3048"/>
                  </a:lnTo>
                  <a:lnTo>
                    <a:pt x="135" y="3078"/>
                  </a:lnTo>
                  <a:lnTo>
                    <a:pt x="105" y="3108"/>
                  </a:lnTo>
                  <a:lnTo>
                    <a:pt x="90" y="3152"/>
                  </a:lnTo>
                  <a:lnTo>
                    <a:pt x="75" y="3197"/>
                  </a:lnTo>
                  <a:lnTo>
                    <a:pt x="90" y="3242"/>
                  </a:lnTo>
                  <a:lnTo>
                    <a:pt x="150" y="3347"/>
                  </a:lnTo>
                  <a:lnTo>
                    <a:pt x="269" y="3481"/>
                  </a:lnTo>
                  <a:lnTo>
                    <a:pt x="404" y="3616"/>
                  </a:lnTo>
                  <a:lnTo>
                    <a:pt x="583" y="3750"/>
                  </a:lnTo>
                  <a:lnTo>
                    <a:pt x="971" y="4049"/>
                  </a:lnTo>
                  <a:lnTo>
                    <a:pt x="1390" y="4333"/>
                  </a:lnTo>
                  <a:lnTo>
                    <a:pt x="1763" y="4572"/>
                  </a:lnTo>
                  <a:lnTo>
                    <a:pt x="2137" y="4811"/>
                  </a:lnTo>
                  <a:lnTo>
                    <a:pt x="2137" y="4811"/>
                  </a:lnTo>
                  <a:lnTo>
                    <a:pt x="1823" y="4691"/>
                  </a:lnTo>
                  <a:lnTo>
                    <a:pt x="1509" y="4587"/>
                  </a:lnTo>
                  <a:lnTo>
                    <a:pt x="1136" y="4482"/>
                  </a:lnTo>
                  <a:lnTo>
                    <a:pt x="747" y="4392"/>
                  </a:lnTo>
                  <a:lnTo>
                    <a:pt x="568" y="4377"/>
                  </a:lnTo>
                  <a:lnTo>
                    <a:pt x="404" y="4362"/>
                  </a:lnTo>
                  <a:lnTo>
                    <a:pt x="269" y="4377"/>
                  </a:lnTo>
                  <a:lnTo>
                    <a:pt x="150" y="4407"/>
                  </a:lnTo>
                  <a:lnTo>
                    <a:pt x="90" y="4437"/>
                  </a:lnTo>
                  <a:lnTo>
                    <a:pt x="60" y="4467"/>
                  </a:lnTo>
                  <a:lnTo>
                    <a:pt x="30" y="4497"/>
                  </a:lnTo>
                  <a:lnTo>
                    <a:pt x="0" y="4557"/>
                  </a:lnTo>
                  <a:lnTo>
                    <a:pt x="0" y="4602"/>
                  </a:lnTo>
                  <a:lnTo>
                    <a:pt x="0" y="4646"/>
                  </a:lnTo>
                  <a:lnTo>
                    <a:pt x="15" y="4706"/>
                  </a:lnTo>
                  <a:lnTo>
                    <a:pt x="30" y="4751"/>
                  </a:lnTo>
                  <a:lnTo>
                    <a:pt x="120" y="4870"/>
                  </a:lnTo>
                  <a:lnTo>
                    <a:pt x="224" y="4975"/>
                  </a:lnTo>
                  <a:lnTo>
                    <a:pt x="374" y="5080"/>
                  </a:lnTo>
                  <a:lnTo>
                    <a:pt x="538" y="5199"/>
                  </a:lnTo>
                  <a:lnTo>
                    <a:pt x="717" y="5304"/>
                  </a:lnTo>
                  <a:lnTo>
                    <a:pt x="927" y="5408"/>
                  </a:lnTo>
                  <a:lnTo>
                    <a:pt x="1360" y="5602"/>
                  </a:lnTo>
                  <a:lnTo>
                    <a:pt x="1808" y="5782"/>
                  </a:lnTo>
                  <a:lnTo>
                    <a:pt x="2226" y="5946"/>
                  </a:lnTo>
                  <a:lnTo>
                    <a:pt x="2585" y="6051"/>
                  </a:lnTo>
                  <a:lnTo>
                    <a:pt x="2719" y="6081"/>
                  </a:lnTo>
                  <a:lnTo>
                    <a:pt x="2839" y="6095"/>
                  </a:lnTo>
                  <a:lnTo>
                    <a:pt x="2958" y="6066"/>
                  </a:lnTo>
                  <a:lnTo>
                    <a:pt x="3048" y="6021"/>
                  </a:lnTo>
                  <a:lnTo>
                    <a:pt x="3123" y="5961"/>
                  </a:lnTo>
                  <a:lnTo>
                    <a:pt x="3197" y="5871"/>
                  </a:lnTo>
                  <a:lnTo>
                    <a:pt x="3257" y="5797"/>
                  </a:lnTo>
                  <a:lnTo>
                    <a:pt x="3302" y="5692"/>
                  </a:lnTo>
                  <a:lnTo>
                    <a:pt x="3362" y="5498"/>
                  </a:lnTo>
                  <a:lnTo>
                    <a:pt x="3392" y="5319"/>
                  </a:lnTo>
                  <a:lnTo>
                    <a:pt x="3407" y="5139"/>
                  </a:lnTo>
                  <a:lnTo>
                    <a:pt x="3481" y="5035"/>
                  </a:lnTo>
                  <a:lnTo>
                    <a:pt x="3646" y="4751"/>
                  </a:lnTo>
                  <a:lnTo>
                    <a:pt x="3720" y="4587"/>
                  </a:lnTo>
                  <a:lnTo>
                    <a:pt x="3795" y="4407"/>
                  </a:lnTo>
                  <a:lnTo>
                    <a:pt x="3840" y="4243"/>
                  </a:lnTo>
                  <a:lnTo>
                    <a:pt x="3855" y="4168"/>
                  </a:lnTo>
                  <a:lnTo>
                    <a:pt x="3870" y="4109"/>
                  </a:lnTo>
                  <a:lnTo>
                    <a:pt x="3930" y="4049"/>
                  </a:lnTo>
                  <a:lnTo>
                    <a:pt x="3989" y="3974"/>
                  </a:lnTo>
                  <a:lnTo>
                    <a:pt x="4079" y="3869"/>
                  </a:lnTo>
                  <a:lnTo>
                    <a:pt x="4154" y="3750"/>
                  </a:lnTo>
                  <a:lnTo>
                    <a:pt x="4243" y="3616"/>
                  </a:lnTo>
                  <a:lnTo>
                    <a:pt x="4303" y="3451"/>
                  </a:lnTo>
                  <a:lnTo>
                    <a:pt x="4348" y="3272"/>
                  </a:lnTo>
                  <a:lnTo>
                    <a:pt x="4467" y="3137"/>
                  </a:lnTo>
                  <a:lnTo>
                    <a:pt x="4587" y="2988"/>
                  </a:lnTo>
                  <a:lnTo>
                    <a:pt x="4691" y="2809"/>
                  </a:lnTo>
                  <a:lnTo>
                    <a:pt x="4736" y="2704"/>
                  </a:lnTo>
                  <a:lnTo>
                    <a:pt x="4781" y="2600"/>
                  </a:lnTo>
                  <a:lnTo>
                    <a:pt x="4811" y="2495"/>
                  </a:lnTo>
                  <a:lnTo>
                    <a:pt x="4826" y="2376"/>
                  </a:lnTo>
                  <a:lnTo>
                    <a:pt x="4811" y="2271"/>
                  </a:lnTo>
                  <a:lnTo>
                    <a:pt x="4781" y="2151"/>
                  </a:lnTo>
                  <a:lnTo>
                    <a:pt x="4721" y="2047"/>
                  </a:lnTo>
                  <a:lnTo>
                    <a:pt x="4647" y="1942"/>
                  </a:lnTo>
                  <a:lnTo>
                    <a:pt x="4676" y="1897"/>
                  </a:lnTo>
                  <a:lnTo>
                    <a:pt x="4751" y="1763"/>
                  </a:lnTo>
                  <a:lnTo>
                    <a:pt x="4841" y="1554"/>
                  </a:lnTo>
                  <a:lnTo>
                    <a:pt x="4886" y="1434"/>
                  </a:lnTo>
                  <a:lnTo>
                    <a:pt x="4916" y="1300"/>
                  </a:lnTo>
                  <a:lnTo>
                    <a:pt x="4945" y="1150"/>
                  </a:lnTo>
                  <a:lnTo>
                    <a:pt x="4975" y="1001"/>
                  </a:lnTo>
                  <a:lnTo>
                    <a:pt x="4975" y="837"/>
                  </a:lnTo>
                  <a:lnTo>
                    <a:pt x="4960" y="672"/>
                  </a:lnTo>
                  <a:lnTo>
                    <a:pt x="4916" y="508"/>
                  </a:lnTo>
                  <a:lnTo>
                    <a:pt x="4856" y="329"/>
                  </a:lnTo>
                  <a:lnTo>
                    <a:pt x="4766" y="164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1526;p32"/>
            <p:cNvSpPr/>
            <p:nvPr/>
          </p:nvSpPr>
          <p:spPr>
            <a:xfrm>
              <a:off x="-1829168" y="3041411"/>
              <a:ext cx="719583" cy="785125"/>
            </a:xfrm>
            <a:custGeom>
              <a:avLst/>
              <a:gdLst/>
              <a:ahLst/>
              <a:cxnLst/>
              <a:rect l="l" t="t" r="r" b="b"/>
              <a:pathLst>
                <a:path w="25592" h="27923" extrusionOk="0">
                  <a:moveTo>
                    <a:pt x="5827" y="0"/>
                  </a:moveTo>
                  <a:lnTo>
                    <a:pt x="5528" y="15"/>
                  </a:lnTo>
                  <a:lnTo>
                    <a:pt x="5229" y="60"/>
                  </a:lnTo>
                  <a:lnTo>
                    <a:pt x="4930" y="135"/>
                  </a:lnTo>
                  <a:lnTo>
                    <a:pt x="4647" y="239"/>
                  </a:lnTo>
                  <a:lnTo>
                    <a:pt x="4363" y="359"/>
                  </a:lnTo>
                  <a:lnTo>
                    <a:pt x="4094" y="508"/>
                  </a:lnTo>
                  <a:lnTo>
                    <a:pt x="3855" y="688"/>
                  </a:lnTo>
                  <a:lnTo>
                    <a:pt x="3616" y="897"/>
                  </a:lnTo>
                  <a:lnTo>
                    <a:pt x="3407" y="1121"/>
                  </a:lnTo>
                  <a:lnTo>
                    <a:pt x="3212" y="1375"/>
                  </a:lnTo>
                  <a:lnTo>
                    <a:pt x="3048" y="1644"/>
                  </a:lnTo>
                  <a:lnTo>
                    <a:pt x="2899" y="1928"/>
                  </a:lnTo>
                  <a:lnTo>
                    <a:pt x="2824" y="2137"/>
                  </a:lnTo>
                  <a:lnTo>
                    <a:pt x="2749" y="2301"/>
                  </a:lnTo>
                  <a:lnTo>
                    <a:pt x="2615" y="2630"/>
                  </a:lnTo>
                  <a:lnTo>
                    <a:pt x="2361" y="3287"/>
                  </a:lnTo>
                  <a:lnTo>
                    <a:pt x="2122" y="3929"/>
                  </a:lnTo>
                  <a:lnTo>
                    <a:pt x="1913" y="4587"/>
                  </a:lnTo>
                  <a:lnTo>
                    <a:pt x="1689" y="5229"/>
                  </a:lnTo>
                  <a:lnTo>
                    <a:pt x="1494" y="5887"/>
                  </a:lnTo>
                  <a:lnTo>
                    <a:pt x="1315" y="6544"/>
                  </a:lnTo>
                  <a:lnTo>
                    <a:pt x="1136" y="7201"/>
                  </a:lnTo>
                  <a:lnTo>
                    <a:pt x="957" y="7873"/>
                  </a:lnTo>
                  <a:lnTo>
                    <a:pt x="807" y="8546"/>
                  </a:lnTo>
                  <a:lnTo>
                    <a:pt x="658" y="9218"/>
                  </a:lnTo>
                  <a:lnTo>
                    <a:pt x="538" y="9890"/>
                  </a:lnTo>
                  <a:lnTo>
                    <a:pt x="419" y="10578"/>
                  </a:lnTo>
                  <a:lnTo>
                    <a:pt x="314" y="11265"/>
                  </a:lnTo>
                  <a:lnTo>
                    <a:pt x="224" y="11952"/>
                  </a:lnTo>
                  <a:lnTo>
                    <a:pt x="135" y="12654"/>
                  </a:lnTo>
                  <a:lnTo>
                    <a:pt x="75" y="13356"/>
                  </a:lnTo>
                  <a:lnTo>
                    <a:pt x="30" y="14073"/>
                  </a:lnTo>
                  <a:lnTo>
                    <a:pt x="15" y="14776"/>
                  </a:lnTo>
                  <a:lnTo>
                    <a:pt x="0" y="15493"/>
                  </a:lnTo>
                  <a:lnTo>
                    <a:pt x="15" y="16225"/>
                  </a:lnTo>
                  <a:lnTo>
                    <a:pt x="45" y="16957"/>
                  </a:lnTo>
                  <a:lnTo>
                    <a:pt x="105" y="17689"/>
                  </a:lnTo>
                  <a:lnTo>
                    <a:pt x="195" y="18421"/>
                  </a:lnTo>
                  <a:lnTo>
                    <a:pt x="314" y="19168"/>
                  </a:lnTo>
                  <a:lnTo>
                    <a:pt x="449" y="19900"/>
                  </a:lnTo>
                  <a:lnTo>
                    <a:pt x="628" y="20647"/>
                  </a:lnTo>
                  <a:lnTo>
                    <a:pt x="822" y="21394"/>
                  </a:lnTo>
                  <a:lnTo>
                    <a:pt x="1076" y="22126"/>
                  </a:lnTo>
                  <a:lnTo>
                    <a:pt x="1210" y="22499"/>
                  </a:lnTo>
                  <a:lnTo>
                    <a:pt x="1345" y="22858"/>
                  </a:lnTo>
                  <a:lnTo>
                    <a:pt x="1494" y="23216"/>
                  </a:lnTo>
                  <a:lnTo>
                    <a:pt x="1659" y="23590"/>
                  </a:lnTo>
                  <a:lnTo>
                    <a:pt x="1838" y="23948"/>
                  </a:lnTo>
                  <a:lnTo>
                    <a:pt x="2017" y="24292"/>
                  </a:lnTo>
                  <a:lnTo>
                    <a:pt x="2196" y="24591"/>
                  </a:lnTo>
                  <a:lnTo>
                    <a:pt x="2361" y="24845"/>
                  </a:lnTo>
                  <a:lnTo>
                    <a:pt x="2540" y="25069"/>
                  </a:lnTo>
                  <a:lnTo>
                    <a:pt x="2749" y="25263"/>
                  </a:lnTo>
                  <a:lnTo>
                    <a:pt x="2973" y="25442"/>
                  </a:lnTo>
                  <a:lnTo>
                    <a:pt x="3212" y="25592"/>
                  </a:lnTo>
                  <a:lnTo>
                    <a:pt x="3466" y="25711"/>
                  </a:lnTo>
                  <a:lnTo>
                    <a:pt x="3720" y="25801"/>
                  </a:lnTo>
                  <a:lnTo>
                    <a:pt x="3989" y="25876"/>
                  </a:lnTo>
                  <a:lnTo>
                    <a:pt x="4318" y="25935"/>
                  </a:lnTo>
                  <a:lnTo>
                    <a:pt x="4632" y="25995"/>
                  </a:lnTo>
                  <a:lnTo>
                    <a:pt x="5244" y="26115"/>
                  </a:lnTo>
                  <a:lnTo>
                    <a:pt x="6469" y="26324"/>
                  </a:lnTo>
                  <a:lnTo>
                    <a:pt x="7679" y="26533"/>
                  </a:lnTo>
                  <a:lnTo>
                    <a:pt x="8904" y="26727"/>
                  </a:lnTo>
                  <a:lnTo>
                    <a:pt x="10129" y="26906"/>
                  </a:lnTo>
                  <a:lnTo>
                    <a:pt x="11354" y="27086"/>
                  </a:lnTo>
                  <a:lnTo>
                    <a:pt x="12580" y="27235"/>
                  </a:lnTo>
                  <a:lnTo>
                    <a:pt x="13820" y="27385"/>
                  </a:lnTo>
                  <a:lnTo>
                    <a:pt x="15045" y="27519"/>
                  </a:lnTo>
                  <a:lnTo>
                    <a:pt x="16285" y="27638"/>
                  </a:lnTo>
                  <a:lnTo>
                    <a:pt x="17525" y="27743"/>
                  </a:lnTo>
                  <a:lnTo>
                    <a:pt x="18765" y="27818"/>
                  </a:lnTo>
                  <a:lnTo>
                    <a:pt x="20019" y="27892"/>
                  </a:lnTo>
                  <a:lnTo>
                    <a:pt x="21274" y="27922"/>
                  </a:lnTo>
                  <a:lnTo>
                    <a:pt x="23172" y="27922"/>
                  </a:lnTo>
                  <a:lnTo>
                    <a:pt x="23814" y="27892"/>
                  </a:lnTo>
                  <a:lnTo>
                    <a:pt x="24008" y="27878"/>
                  </a:lnTo>
                  <a:lnTo>
                    <a:pt x="24188" y="27848"/>
                  </a:lnTo>
                  <a:lnTo>
                    <a:pt x="24367" y="27788"/>
                  </a:lnTo>
                  <a:lnTo>
                    <a:pt x="24531" y="27728"/>
                  </a:lnTo>
                  <a:lnTo>
                    <a:pt x="24681" y="27638"/>
                  </a:lnTo>
                  <a:lnTo>
                    <a:pt x="24830" y="27549"/>
                  </a:lnTo>
                  <a:lnTo>
                    <a:pt x="24964" y="27429"/>
                  </a:lnTo>
                  <a:lnTo>
                    <a:pt x="25099" y="27310"/>
                  </a:lnTo>
                  <a:lnTo>
                    <a:pt x="25204" y="27175"/>
                  </a:lnTo>
                  <a:lnTo>
                    <a:pt x="25308" y="27026"/>
                  </a:lnTo>
                  <a:lnTo>
                    <a:pt x="25398" y="26877"/>
                  </a:lnTo>
                  <a:lnTo>
                    <a:pt x="25472" y="26712"/>
                  </a:lnTo>
                  <a:lnTo>
                    <a:pt x="25517" y="26533"/>
                  </a:lnTo>
                  <a:lnTo>
                    <a:pt x="25562" y="26354"/>
                  </a:lnTo>
                  <a:lnTo>
                    <a:pt x="25577" y="26174"/>
                  </a:lnTo>
                  <a:lnTo>
                    <a:pt x="25592" y="25980"/>
                  </a:lnTo>
                  <a:lnTo>
                    <a:pt x="25577" y="25816"/>
                  </a:lnTo>
                  <a:lnTo>
                    <a:pt x="25547" y="25637"/>
                  </a:lnTo>
                  <a:lnTo>
                    <a:pt x="25502" y="25487"/>
                  </a:lnTo>
                  <a:lnTo>
                    <a:pt x="25443" y="25323"/>
                  </a:lnTo>
                  <a:lnTo>
                    <a:pt x="25368" y="25173"/>
                  </a:lnTo>
                  <a:lnTo>
                    <a:pt x="25278" y="25039"/>
                  </a:lnTo>
                  <a:lnTo>
                    <a:pt x="25189" y="24905"/>
                  </a:lnTo>
                  <a:lnTo>
                    <a:pt x="25084" y="24785"/>
                  </a:lnTo>
                  <a:lnTo>
                    <a:pt x="24964" y="24680"/>
                  </a:lnTo>
                  <a:lnTo>
                    <a:pt x="24845" y="24576"/>
                  </a:lnTo>
                  <a:lnTo>
                    <a:pt x="24710" y="24486"/>
                  </a:lnTo>
                  <a:lnTo>
                    <a:pt x="24561" y="24397"/>
                  </a:lnTo>
                  <a:lnTo>
                    <a:pt x="24412" y="24337"/>
                  </a:lnTo>
                  <a:lnTo>
                    <a:pt x="24262" y="24277"/>
                  </a:lnTo>
                  <a:lnTo>
                    <a:pt x="24098" y="24247"/>
                  </a:lnTo>
                  <a:lnTo>
                    <a:pt x="23934" y="24217"/>
                  </a:lnTo>
                  <a:lnTo>
                    <a:pt x="23904" y="24217"/>
                  </a:lnTo>
                  <a:lnTo>
                    <a:pt x="22753" y="24083"/>
                  </a:lnTo>
                  <a:lnTo>
                    <a:pt x="21618" y="23919"/>
                  </a:lnTo>
                  <a:lnTo>
                    <a:pt x="20468" y="23724"/>
                  </a:lnTo>
                  <a:lnTo>
                    <a:pt x="19317" y="23500"/>
                  </a:lnTo>
                  <a:lnTo>
                    <a:pt x="18167" y="23261"/>
                  </a:lnTo>
                  <a:lnTo>
                    <a:pt x="17017" y="23007"/>
                  </a:lnTo>
                  <a:lnTo>
                    <a:pt x="15866" y="22723"/>
                  </a:lnTo>
                  <a:lnTo>
                    <a:pt x="14716" y="22440"/>
                  </a:lnTo>
                  <a:lnTo>
                    <a:pt x="13580" y="22141"/>
                  </a:lnTo>
                  <a:lnTo>
                    <a:pt x="12430" y="21827"/>
                  </a:lnTo>
                  <a:lnTo>
                    <a:pt x="11295" y="21498"/>
                  </a:lnTo>
                  <a:lnTo>
                    <a:pt x="10159" y="21170"/>
                  </a:lnTo>
                  <a:lnTo>
                    <a:pt x="9024" y="20811"/>
                  </a:lnTo>
                  <a:lnTo>
                    <a:pt x="7888" y="20468"/>
                  </a:lnTo>
                  <a:lnTo>
                    <a:pt x="7156" y="20228"/>
                  </a:lnTo>
                  <a:lnTo>
                    <a:pt x="7082" y="19989"/>
                  </a:lnTo>
                  <a:lnTo>
                    <a:pt x="6947" y="19586"/>
                  </a:lnTo>
                  <a:lnTo>
                    <a:pt x="6932" y="19541"/>
                  </a:lnTo>
                  <a:lnTo>
                    <a:pt x="6798" y="19078"/>
                  </a:lnTo>
                  <a:lnTo>
                    <a:pt x="6693" y="18585"/>
                  </a:lnTo>
                  <a:lnTo>
                    <a:pt x="6589" y="18092"/>
                  </a:lnTo>
                  <a:lnTo>
                    <a:pt x="6514" y="17584"/>
                  </a:lnTo>
                  <a:lnTo>
                    <a:pt x="6454" y="17061"/>
                  </a:lnTo>
                  <a:lnTo>
                    <a:pt x="6409" y="16538"/>
                  </a:lnTo>
                  <a:lnTo>
                    <a:pt x="6395" y="16016"/>
                  </a:lnTo>
                  <a:lnTo>
                    <a:pt x="6380" y="15478"/>
                  </a:lnTo>
                  <a:lnTo>
                    <a:pt x="6380" y="14925"/>
                  </a:lnTo>
                  <a:lnTo>
                    <a:pt x="6409" y="14387"/>
                  </a:lnTo>
                  <a:lnTo>
                    <a:pt x="6439" y="13834"/>
                  </a:lnTo>
                  <a:lnTo>
                    <a:pt x="6484" y="13282"/>
                  </a:lnTo>
                  <a:lnTo>
                    <a:pt x="6604" y="12057"/>
                  </a:lnTo>
                  <a:lnTo>
                    <a:pt x="6753" y="10727"/>
                  </a:lnTo>
                  <a:lnTo>
                    <a:pt x="6843" y="10040"/>
                  </a:lnTo>
                  <a:lnTo>
                    <a:pt x="6947" y="9382"/>
                  </a:lnTo>
                  <a:lnTo>
                    <a:pt x="7067" y="8740"/>
                  </a:lnTo>
                  <a:lnTo>
                    <a:pt x="7201" y="8157"/>
                  </a:lnTo>
                  <a:lnTo>
                    <a:pt x="7321" y="7679"/>
                  </a:lnTo>
                  <a:lnTo>
                    <a:pt x="7440" y="7321"/>
                  </a:lnTo>
                  <a:lnTo>
                    <a:pt x="7605" y="6962"/>
                  </a:lnTo>
                  <a:lnTo>
                    <a:pt x="7829" y="6484"/>
                  </a:lnTo>
                  <a:lnTo>
                    <a:pt x="8098" y="6006"/>
                  </a:lnTo>
                  <a:lnTo>
                    <a:pt x="8232" y="5767"/>
                  </a:lnTo>
                  <a:lnTo>
                    <a:pt x="8337" y="5513"/>
                  </a:lnTo>
                  <a:lnTo>
                    <a:pt x="8546" y="4990"/>
                  </a:lnTo>
                  <a:lnTo>
                    <a:pt x="8635" y="4736"/>
                  </a:lnTo>
                  <a:lnTo>
                    <a:pt x="8725" y="4527"/>
                  </a:lnTo>
                  <a:lnTo>
                    <a:pt x="8770" y="4422"/>
                  </a:lnTo>
                  <a:lnTo>
                    <a:pt x="8875" y="4124"/>
                  </a:lnTo>
                  <a:lnTo>
                    <a:pt x="8964" y="3810"/>
                  </a:lnTo>
                  <a:lnTo>
                    <a:pt x="9009" y="3496"/>
                  </a:lnTo>
                  <a:lnTo>
                    <a:pt x="9024" y="3182"/>
                  </a:lnTo>
                  <a:lnTo>
                    <a:pt x="9009" y="2884"/>
                  </a:lnTo>
                  <a:lnTo>
                    <a:pt x="8964" y="2570"/>
                  </a:lnTo>
                  <a:lnTo>
                    <a:pt x="8889" y="2271"/>
                  </a:lnTo>
                  <a:lnTo>
                    <a:pt x="8785" y="1987"/>
                  </a:lnTo>
                  <a:lnTo>
                    <a:pt x="8650" y="1703"/>
                  </a:lnTo>
                  <a:lnTo>
                    <a:pt x="8501" y="1449"/>
                  </a:lnTo>
                  <a:lnTo>
                    <a:pt x="8322" y="1196"/>
                  </a:lnTo>
                  <a:lnTo>
                    <a:pt x="8113" y="971"/>
                  </a:lnTo>
                  <a:lnTo>
                    <a:pt x="7888" y="747"/>
                  </a:lnTo>
                  <a:lnTo>
                    <a:pt x="7635" y="568"/>
                  </a:lnTo>
                  <a:lnTo>
                    <a:pt x="7366" y="389"/>
                  </a:lnTo>
                  <a:lnTo>
                    <a:pt x="7067" y="254"/>
                  </a:lnTo>
                  <a:lnTo>
                    <a:pt x="6768" y="135"/>
                  </a:lnTo>
                  <a:lnTo>
                    <a:pt x="6454" y="60"/>
                  </a:lnTo>
                  <a:lnTo>
                    <a:pt x="6141" y="15"/>
                  </a:lnTo>
                  <a:lnTo>
                    <a:pt x="5827" y="0"/>
                  </a:lnTo>
                  <a:close/>
                </a:path>
              </a:pathLst>
            </a:custGeom>
            <a:solidFill>
              <a:srgbClr val="202C8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1527;p32"/>
            <p:cNvSpPr/>
            <p:nvPr/>
          </p:nvSpPr>
          <p:spPr>
            <a:xfrm>
              <a:off x="-1170513" y="3700908"/>
              <a:ext cx="234022" cy="152509"/>
            </a:xfrm>
            <a:custGeom>
              <a:avLst/>
              <a:gdLst/>
              <a:ahLst/>
              <a:cxnLst/>
              <a:rect l="l" t="t" r="r" b="b"/>
              <a:pathLst>
                <a:path w="8323" h="5424" extrusionOk="0">
                  <a:moveTo>
                    <a:pt x="3526" y="0"/>
                  </a:moveTo>
                  <a:lnTo>
                    <a:pt x="3347" y="30"/>
                  </a:lnTo>
                  <a:lnTo>
                    <a:pt x="3138" y="75"/>
                  </a:lnTo>
                  <a:lnTo>
                    <a:pt x="2914" y="135"/>
                  </a:lnTo>
                  <a:lnTo>
                    <a:pt x="2451" y="284"/>
                  </a:lnTo>
                  <a:lnTo>
                    <a:pt x="1973" y="464"/>
                  </a:lnTo>
                  <a:lnTo>
                    <a:pt x="1539" y="658"/>
                  </a:lnTo>
                  <a:lnTo>
                    <a:pt x="1196" y="822"/>
                  </a:lnTo>
                  <a:lnTo>
                    <a:pt x="867" y="971"/>
                  </a:lnTo>
                  <a:lnTo>
                    <a:pt x="703" y="1166"/>
                  </a:lnTo>
                  <a:lnTo>
                    <a:pt x="568" y="1360"/>
                  </a:lnTo>
                  <a:lnTo>
                    <a:pt x="449" y="1539"/>
                  </a:lnTo>
                  <a:lnTo>
                    <a:pt x="344" y="1733"/>
                  </a:lnTo>
                  <a:lnTo>
                    <a:pt x="270" y="1913"/>
                  </a:lnTo>
                  <a:lnTo>
                    <a:pt x="195" y="2092"/>
                  </a:lnTo>
                  <a:lnTo>
                    <a:pt x="135" y="2271"/>
                  </a:lnTo>
                  <a:lnTo>
                    <a:pt x="75" y="2436"/>
                  </a:lnTo>
                  <a:lnTo>
                    <a:pt x="46" y="2615"/>
                  </a:lnTo>
                  <a:lnTo>
                    <a:pt x="16" y="2779"/>
                  </a:lnTo>
                  <a:lnTo>
                    <a:pt x="1" y="3093"/>
                  </a:lnTo>
                  <a:lnTo>
                    <a:pt x="1" y="3377"/>
                  </a:lnTo>
                  <a:lnTo>
                    <a:pt x="31" y="3646"/>
                  </a:lnTo>
                  <a:lnTo>
                    <a:pt x="75" y="3825"/>
                  </a:lnTo>
                  <a:lnTo>
                    <a:pt x="135" y="3989"/>
                  </a:lnTo>
                  <a:lnTo>
                    <a:pt x="225" y="4139"/>
                  </a:lnTo>
                  <a:lnTo>
                    <a:pt x="329" y="4273"/>
                  </a:lnTo>
                  <a:lnTo>
                    <a:pt x="449" y="4393"/>
                  </a:lnTo>
                  <a:lnTo>
                    <a:pt x="598" y="4497"/>
                  </a:lnTo>
                  <a:lnTo>
                    <a:pt x="748" y="4587"/>
                  </a:lnTo>
                  <a:lnTo>
                    <a:pt x="912" y="4647"/>
                  </a:lnTo>
                  <a:lnTo>
                    <a:pt x="2212" y="5020"/>
                  </a:lnTo>
                  <a:lnTo>
                    <a:pt x="3168" y="5289"/>
                  </a:lnTo>
                  <a:lnTo>
                    <a:pt x="3377" y="5349"/>
                  </a:lnTo>
                  <a:lnTo>
                    <a:pt x="3631" y="5379"/>
                  </a:lnTo>
                  <a:lnTo>
                    <a:pt x="3930" y="5409"/>
                  </a:lnTo>
                  <a:lnTo>
                    <a:pt x="4273" y="5423"/>
                  </a:lnTo>
                  <a:lnTo>
                    <a:pt x="4438" y="5409"/>
                  </a:lnTo>
                  <a:lnTo>
                    <a:pt x="4617" y="5379"/>
                  </a:lnTo>
                  <a:lnTo>
                    <a:pt x="4796" y="5349"/>
                  </a:lnTo>
                  <a:lnTo>
                    <a:pt x="4976" y="5289"/>
                  </a:lnTo>
                  <a:lnTo>
                    <a:pt x="5155" y="5229"/>
                  </a:lnTo>
                  <a:lnTo>
                    <a:pt x="5319" y="5140"/>
                  </a:lnTo>
                  <a:lnTo>
                    <a:pt x="5484" y="5050"/>
                  </a:lnTo>
                  <a:lnTo>
                    <a:pt x="5648" y="4930"/>
                  </a:lnTo>
                  <a:lnTo>
                    <a:pt x="5737" y="4901"/>
                  </a:lnTo>
                  <a:lnTo>
                    <a:pt x="5962" y="4826"/>
                  </a:lnTo>
                  <a:lnTo>
                    <a:pt x="6260" y="4691"/>
                  </a:lnTo>
                  <a:lnTo>
                    <a:pt x="6410" y="4617"/>
                  </a:lnTo>
                  <a:lnTo>
                    <a:pt x="6559" y="4542"/>
                  </a:lnTo>
                  <a:lnTo>
                    <a:pt x="6709" y="4437"/>
                  </a:lnTo>
                  <a:lnTo>
                    <a:pt x="6828" y="4333"/>
                  </a:lnTo>
                  <a:lnTo>
                    <a:pt x="6933" y="4213"/>
                  </a:lnTo>
                  <a:lnTo>
                    <a:pt x="7022" y="4109"/>
                  </a:lnTo>
                  <a:lnTo>
                    <a:pt x="7142" y="3915"/>
                  </a:lnTo>
                  <a:lnTo>
                    <a:pt x="7187" y="3840"/>
                  </a:lnTo>
                  <a:lnTo>
                    <a:pt x="7007" y="3870"/>
                  </a:lnTo>
                  <a:lnTo>
                    <a:pt x="6992" y="3870"/>
                  </a:lnTo>
                  <a:lnTo>
                    <a:pt x="7007" y="3855"/>
                  </a:lnTo>
                  <a:lnTo>
                    <a:pt x="7261" y="3780"/>
                  </a:lnTo>
                  <a:lnTo>
                    <a:pt x="7366" y="3750"/>
                  </a:lnTo>
                  <a:lnTo>
                    <a:pt x="7456" y="3720"/>
                  </a:lnTo>
                  <a:lnTo>
                    <a:pt x="7605" y="3631"/>
                  </a:lnTo>
                  <a:lnTo>
                    <a:pt x="7724" y="3526"/>
                  </a:lnTo>
                  <a:lnTo>
                    <a:pt x="7814" y="3422"/>
                  </a:lnTo>
                  <a:lnTo>
                    <a:pt x="7874" y="3332"/>
                  </a:lnTo>
                  <a:lnTo>
                    <a:pt x="7904" y="3257"/>
                  </a:lnTo>
                  <a:lnTo>
                    <a:pt x="7934" y="3168"/>
                  </a:lnTo>
                  <a:lnTo>
                    <a:pt x="7291" y="3257"/>
                  </a:lnTo>
                  <a:lnTo>
                    <a:pt x="6738" y="3302"/>
                  </a:lnTo>
                  <a:lnTo>
                    <a:pt x="6305" y="3317"/>
                  </a:lnTo>
                  <a:lnTo>
                    <a:pt x="5947" y="3317"/>
                  </a:lnTo>
                  <a:lnTo>
                    <a:pt x="5678" y="3302"/>
                  </a:lnTo>
                  <a:lnTo>
                    <a:pt x="5484" y="3287"/>
                  </a:lnTo>
                  <a:lnTo>
                    <a:pt x="5349" y="3272"/>
                  </a:lnTo>
                  <a:lnTo>
                    <a:pt x="5558" y="3272"/>
                  </a:lnTo>
                  <a:lnTo>
                    <a:pt x="5782" y="3287"/>
                  </a:lnTo>
                  <a:lnTo>
                    <a:pt x="6066" y="3287"/>
                  </a:lnTo>
                  <a:lnTo>
                    <a:pt x="6395" y="3257"/>
                  </a:lnTo>
                  <a:lnTo>
                    <a:pt x="6738" y="3227"/>
                  </a:lnTo>
                  <a:lnTo>
                    <a:pt x="7067" y="3168"/>
                  </a:lnTo>
                  <a:lnTo>
                    <a:pt x="7231" y="3123"/>
                  </a:lnTo>
                  <a:lnTo>
                    <a:pt x="7396" y="3078"/>
                  </a:lnTo>
                  <a:lnTo>
                    <a:pt x="7680" y="2958"/>
                  </a:lnTo>
                  <a:lnTo>
                    <a:pt x="7934" y="2824"/>
                  </a:lnTo>
                  <a:lnTo>
                    <a:pt x="8143" y="2690"/>
                  </a:lnTo>
                  <a:lnTo>
                    <a:pt x="8217" y="2630"/>
                  </a:lnTo>
                  <a:lnTo>
                    <a:pt x="8277" y="2555"/>
                  </a:lnTo>
                  <a:lnTo>
                    <a:pt x="8307" y="2495"/>
                  </a:lnTo>
                  <a:lnTo>
                    <a:pt x="8322" y="2450"/>
                  </a:lnTo>
                  <a:lnTo>
                    <a:pt x="8307" y="2391"/>
                  </a:lnTo>
                  <a:lnTo>
                    <a:pt x="8247" y="2346"/>
                  </a:lnTo>
                  <a:lnTo>
                    <a:pt x="8173" y="2316"/>
                  </a:lnTo>
                  <a:lnTo>
                    <a:pt x="8053" y="2286"/>
                  </a:lnTo>
                  <a:lnTo>
                    <a:pt x="7904" y="2271"/>
                  </a:lnTo>
                  <a:lnTo>
                    <a:pt x="7321" y="2271"/>
                  </a:lnTo>
                  <a:lnTo>
                    <a:pt x="7007" y="2286"/>
                  </a:lnTo>
                  <a:lnTo>
                    <a:pt x="6470" y="2316"/>
                  </a:lnTo>
                  <a:lnTo>
                    <a:pt x="6216" y="2316"/>
                  </a:lnTo>
                  <a:lnTo>
                    <a:pt x="5932" y="2286"/>
                  </a:lnTo>
                  <a:lnTo>
                    <a:pt x="5588" y="2241"/>
                  </a:lnTo>
                  <a:lnTo>
                    <a:pt x="5185" y="2152"/>
                  </a:lnTo>
                  <a:lnTo>
                    <a:pt x="4333" y="1928"/>
                  </a:lnTo>
                  <a:lnTo>
                    <a:pt x="3975" y="1838"/>
                  </a:lnTo>
                  <a:lnTo>
                    <a:pt x="3676" y="1733"/>
                  </a:lnTo>
                  <a:lnTo>
                    <a:pt x="3452" y="1629"/>
                  </a:lnTo>
                  <a:lnTo>
                    <a:pt x="3377" y="1584"/>
                  </a:lnTo>
                  <a:lnTo>
                    <a:pt x="3302" y="1539"/>
                  </a:lnTo>
                  <a:lnTo>
                    <a:pt x="3258" y="1494"/>
                  </a:lnTo>
                  <a:lnTo>
                    <a:pt x="3243" y="1435"/>
                  </a:lnTo>
                  <a:lnTo>
                    <a:pt x="3243" y="1390"/>
                  </a:lnTo>
                  <a:lnTo>
                    <a:pt x="3272" y="1345"/>
                  </a:lnTo>
                  <a:lnTo>
                    <a:pt x="3332" y="1300"/>
                  </a:lnTo>
                  <a:lnTo>
                    <a:pt x="3392" y="1255"/>
                  </a:lnTo>
                  <a:lnTo>
                    <a:pt x="3526" y="1181"/>
                  </a:lnTo>
                  <a:lnTo>
                    <a:pt x="3691" y="1136"/>
                  </a:lnTo>
                  <a:lnTo>
                    <a:pt x="3900" y="1121"/>
                  </a:lnTo>
                  <a:lnTo>
                    <a:pt x="4109" y="1121"/>
                  </a:lnTo>
                  <a:lnTo>
                    <a:pt x="4333" y="1151"/>
                  </a:lnTo>
                  <a:lnTo>
                    <a:pt x="4572" y="1211"/>
                  </a:lnTo>
                  <a:lnTo>
                    <a:pt x="4811" y="1315"/>
                  </a:lnTo>
                  <a:lnTo>
                    <a:pt x="4916" y="1360"/>
                  </a:lnTo>
                  <a:lnTo>
                    <a:pt x="5020" y="1405"/>
                  </a:lnTo>
                  <a:lnTo>
                    <a:pt x="5110" y="1420"/>
                  </a:lnTo>
                  <a:lnTo>
                    <a:pt x="5200" y="1435"/>
                  </a:lnTo>
                  <a:lnTo>
                    <a:pt x="5334" y="1435"/>
                  </a:lnTo>
                  <a:lnTo>
                    <a:pt x="5394" y="1405"/>
                  </a:lnTo>
                  <a:lnTo>
                    <a:pt x="5439" y="1390"/>
                  </a:lnTo>
                  <a:lnTo>
                    <a:pt x="5469" y="1360"/>
                  </a:lnTo>
                  <a:lnTo>
                    <a:pt x="5498" y="1315"/>
                  </a:lnTo>
                  <a:lnTo>
                    <a:pt x="5528" y="1225"/>
                  </a:lnTo>
                  <a:lnTo>
                    <a:pt x="5543" y="1121"/>
                  </a:lnTo>
                  <a:lnTo>
                    <a:pt x="5513" y="1016"/>
                  </a:lnTo>
                  <a:lnTo>
                    <a:pt x="5484" y="957"/>
                  </a:lnTo>
                  <a:lnTo>
                    <a:pt x="5439" y="897"/>
                  </a:lnTo>
                  <a:lnTo>
                    <a:pt x="5304" y="747"/>
                  </a:lnTo>
                  <a:lnTo>
                    <a:pt x="5110" y="598"/>
                  </a:lnTo>
                  <a:lnTo>
                    <a:pt x="4871" y="434"/>
                  </a:lnTo>
                  <a:lnTo>
                    <a:pt x="4602" y="284"/>
                  </a:lnTo>
                  <a:lnTo>
                    <a:pt x="4303" y="150"/>
                  </a:lnTo>
                  <a:lnTo>
                    <a:pt x="4154" y="105"/>
                  </a:lnTo>
                  <a:lnTo>
                    <a:pt x="4005" y="60"/>
                  </a:lnTo>
                  <a:lnTo>
                    <a:pt x="3855" y="30"/>
                  </a:lnTo>
                  <a:lnTo>
                    <a:pt x="3691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29" name="Google Shape;1529;p32"/>
          <p:cNvGrpSpPr/>
          <p:nvPr/>
        </p:nvGrpSpPr>
        <p:grpSpPr>
          <a:xfrm>
            <a:off x="6063992" y="1088642"/>
            <a:ext cx="3920520" cy="1213858"/>
            <a:chOff x="5332906" y="-11452"/>
            <a:chExt cx="3018408" cy="1066800"/>
          </a:xfrm>
        </p:grpSpPr>
        <p:sp>
          <p:nvSpPr>
            <p:cNvPr id="1531" name="Google Shape;1531;p32"/>
            <p:cNvSpPr txBox="1"/>
            <p:nvPr/>
          </p:nvSpPr>
          <p:spPr>
            <a:xfrm>
              <a:off x="5597436" y="456909"/>
              <a:ext cx="2753878" cy="559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2800" b="1" dirty="0">
                  <a:solidFill>
                    <a:schemeClr val="dk1"/>
                  </a:solidFill>
                  <a:latin typeface="Fira Sans Extra Condensed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Extragerea caracteristicilor din URL</a:t>
              </a:r>
              <a:endParaRPr lang="ro-RO" sz="2800" b="1" dirty="0">
                <a:solidFill>
                  <a:schemeClr val="dk1"/>
                </a:solidFill>
                <a:latin typeface="Fira Sans Extra Condensed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endParaRPr>
            </a:p>
          </p:txBody>
        </p:sp>
        <p:sp>
          <p:nvSpPr>
            <p:cNvPr id="1532" name="Google Shape;1532;p32"/>
            <p:cNvSpPr txBox="1"/>
            <p:nvPr/>
          </p:nvSpPr>
          <p:spPr>
            <a:xfrm>
              <a:off x="5332906" y="-11452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3200" b="1" dirty="0">
                  <a:solidFill>
                    <a:srgbClr val="00B05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3200" b="1" dirty="0">
                <a:solidFill>
                  <a:srgbClr val="00B05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33" name="Google Shape;1533;p32"/>
          <p:cNvGrpSpPr/>
          <p:nvPr/>
        </p:nvGrpSpPr>
        <p:grpSpPr>
          <a:xfrm>
            <a:off x="6035817" y="2601215"/>
            <a:ext cx="4028992" cy="1543547"/>
            <a:chOff x="5774637" y="3438770"/>
            <a:chExt cx="3021744" cy="1157660"/>
          </a:xfrm>
        </p:grpSpPr>
        <p:sp>
          <p:nvSpPr>
            <p:cNvPr id="1535" name="Google Shape;1535;p32"/>
            <p:cNvSpPr txBox="1"/>
            <p:nvPr/>
          </p:nvSpPr>
          <p:spPr>
            <a:xfrm>
              <a:off x="5986015" y="3735812"/>
              <a:ext cx="2810366" cy="860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ro-RO" sz="2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Clasificare binară (</a:t>
              </a:r>
              <a:r>
                <a:rPr lang="ro-RO" sz="2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phishing</a:t>
              </a:r>
              <a:r>
                <a:rPr lang="ro-RO" sz="2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 non-</a:t>
              </a:r>
              <a:r>
                <a:rPr lang="ro-RO" sz="2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phishing</a:t>
              </a:r>
              <a:r>
                <a:rPr lang="ro-RO" sz="2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</a:t>
              </a:r>
              <a:endParaRPr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6" name="Google Shape;1536;p32"/>
            <p:cNvSpPr txBox="1"/>
            <p:nvPr/>
          </p:nvSpPr>
          <p:spPr>
            <a:xfrm>
              <a:off x="5774637" y="3438770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3200" b="1" dirty="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32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3A4C06D-7411-B21D-904F-12672197F0F1}"/>
              </a:ext>
            </a:extLst>
          </p:cNvPr>
          <p:cNvSpPr txBox="1">
            <a:spLocks/>
          </p:cNvSpPr>
          <p:nvPr/>
        </p:nvSpPr>
        <p:spPr>
          <a:xfrm>
            <a:off x="2224937" y="201401"/>
            <a:ext cx="3971963" cy="10387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 err="1">
                <a:solidFill>
                  <a:schemeClr val="tx1"/>
                </a:solidFill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Obiective</a:t>
            </a:r>
            <a:endParaRPr lang="en-US" sz="5400" dirty="0">
              <a:solidFill>
                <a:schemeClr val="tx1"/>
              </a:solidFill>
              <a:latin typeface="Fira Sans Extra Condensed" panose="020B05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08" name="Google Shape;1436;p32">
            <a:extLst>
              <a:ext uri="{FF2B5EF4-FFF2-40B4-BE49-F238E27FC236}">
                <a16:creationId xmlns:a16="http://schemas.microsoft.com/office/drawing/2014/main" id="{068CF04B-0CA2-55AA-0649-2AA379258BF2}"/>
              </a:ext>
            </a:extLst>
          </p:cNvPr>
          <p:cNvSpPr/>
          <p:nvPr/>
        </p:nvSpPr>
        <p:spPr>
          <a:xfrm>
            <a:off x="6065002" y="4594973"/>
            <a:ext cx="3909455" cy="1574800"/>
          </a:xfrm>
          <a:prstGeom prst="roundRect">
            <a:avLst>
              <a:gd name="adj" fmla="val 8324"/>
            </a:avLst>
          </a:prstGeom>
          <a:solidFill>
            <a:srgbClr val="0070C0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434" name="Straight Connector 1433">
            <a:extLst>
              <a:ext uri="{FF2B5EF4-FFF2-40B4-BE49-F238E27FC236}">
                <a16:creationId xmlns:a16="http://schemas.microsoft.com/office/drawing/2014/main" id="{71BCEE28-22A9-893E-3C9C-AAAB893F5E77}"/>
              </a:ext>
            </a:extLst>
          </p:cNvPr>
          <p:cNvCxnSpPr>
            <a:cxnSpLocks/>
            <a:endCxn id="1436" idx="1"/>
          </p:cNvCxnSpPr>
          <p:nvPr/>
        </p:nvCxnSpPr>
        <p:spPr>
          <a:xfrm>
            <a:off x="4279542" y="3590439"/>
            <a:ext cx="1785461" cy="3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9" name="Connector: Elbow 1538">
            <a:extLst>
              <a:ext uri="{FF2B5EF4-FFF2-40B4-BE49-F238E27FC236}">
                <a16:creationId xmlns:a16="http://schemas.microsoft.com/office/drawing/2014/main" id="{141CC24D-77BE-8B3B-A9B2-117895EEDDA2}"/>
              </a:ext>
            </a:extLst>
          </p:cNvPr>
          <p:cNvCxnSpPr>
            <a:cxnSpLocks/>
            <a:endCxn id="1408" idx="1"/>
          </p:cNvCxnSpPr>
          <p:nvPr/>
        </p:nvCxnSpPr>
        <p:spPr>
          <a:xfrm>
            <a:off x="4294498" y="4198359"/>
            <a:ext cx="1770504" cy="11840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3" name="Connector: Elbow 1542">
            <a:extLst>
              <a:ext uri="{FF2B5EF4-FFF2-40B4-BE49-F238E27FC236}">
                <a16:creationId xmlns:a16="http://schemas.microsoft.com/office/drawing/2014/main" id="{A6DBA3A7-0907-ACAA-2FE1-0209FAD8755E}"/>
              </a:ext>
            </a:extLst>
          </p:cNvPr>
          <p:cNvCxnSpPr>
            <a:cxnSpLocks/>
            <a:endCxn id="1437" idx="1"/>
          </p:cNvCxnSpPr>
          <p:nvPr/>
        </p:nvCxnSpPr>
        <p:spPr>
          <a:xfrm flipV="1">
            <a:off x="4273632" y="1921330"/>
            <a:ext cx="1738918" cy="10345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5" name="Google Shape;1536;p32">
            <a:extLst>
              <a:ext uri="{FF2B5EF4-FFF2-40B4-BE49-F238E27FC236}">
                <a16:creationId xmlns:a16="http://schemas.microsoft.com/office/drawing/2014/main" id="{E4AB991F-E681-2910-8EDB-A75D634E3A28}"/>
              </a:ext>
            </a:extLst>
          </p:cNvPr>
          <p:cNvSpPr txBox="1"/>
          <p:nvPr/>
        </p:nvSpPr>
        <p:spPr>
          <a:xfrm>
            <a:off x="6063992" y="4356587"/>
            <a:ext cx="8392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 dirty="0">
                <a:solidFill>
                  <a:srgbClr val="0070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</a:t>
            </a:r>
            <a:r>
              <a:rPr lang="ro-RO" sz="3200" b="1" dirty="0">
                <a:solidFill>
                  <a:srgbClr val="0070C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3200" b="1" dirty="0">
              <a:solidFill>
                <a:srgbClr val="0070C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46" name="Google Shape;1535;p32">
            <a:extLst>
              <a:ext uri="{FF2B5EF4-FFF2-40B4-BE49-F238E27FC236}">
                <a16:creationId xmlns:a16="http://schemas.microsoft.com/office/drawing/2014/main" id="{4464EA0F-23CF-FAC5-EB25-EF2C219F4C56}"/>
              </a:ext>
            </a:extLst>
          </p:cNvPr>
          <p:cNvSpPr txBox="1"/>
          <p:nvPr/>
        </p:nvSpPr>
        <p:spPr>
          <a:xfrm>
            <a:off x="6580960" y="4867565"/>
            <a:ext cx="3393497" cy="114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ro-RO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Analiză comparativă </a:t>
            </a:r>
          </a:p>
          <a:p>
            <a:pPr algn="ctr"/>
            <a:r>
              <a:rPr lang="ro-RO" sz="2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 alte modele existente</a:t>
            </a:r>
            <a:endParaRPr sz="2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ABCB448E-3C77-82BB-FCC1-D601DBC8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7950" y="6289788"/>
            <a:ext cx="2743200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3223" y="6328682"/>
            <a:ext cx="2743200" cy="365125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198352" y="228250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Setul de date</a:t>
            </a:r>
            <a:endParaRPr lang="en-US" sz="40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2498;p46">
            <a:extLst>
              <a:ext uri="{FF2B5EF4-FFF2-40B4-BE49-F238E27FC236}">
                <a16:creationId xmlns:a16="http://schemas.microsoft.com/office/drawing/2014/main" id="{CF0FFAD7-E24C-2CBF-A948-FFB36343EC94}"/>
              </a:ext>
            </a:extLst>
          </p:cNvPr>
          <p:cNvSpPr txBox="1"/>
          <p:nvPr/>
        </p:nvSpPr>
        <p:spPr>
          <a:xfrm>
            <a:off x="851295" y="2160854"/>
            <a:ext cx="8327056" cy="179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Set de date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balansat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(70%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antrenare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| 20%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testare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| 10%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validare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)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48 de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caracteristici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extrase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din                5000 de pagini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phishing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8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                  5000 de pagini legitime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B02F90-90E1-256C-D4B1-D8F9CFD6C9E5}"/>
              </a:ext>
            </a:extLst>
          </p:cNvPr>
          <p:cNvSpPr txBox="1"/>
          <p:nvPr/>
        </p:nvSpPr>
        <p:spPr>
          <a:xfrm>
            <a:off x="851295" y="1556602"/>
            <a:ext cx="9678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Phishing Dataset for Machine Learning: Feature Evaluation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[1]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DD7BB-F7DC-FED7-2768-E94694E2EEEB}"/>
              </a:ext>
            </a:extLst>
          </p:cNvPr>
          <p:cNvSpPr txBox="1"/>
          <p:nvPr/>
        </p:nvSpPr>
        <p:spPr>
          <a:xfrm>
            <a:off x="851295" y="4186950"/>
            <a:ext cx="96789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Perioada de timp a colect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ării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paginilor web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: </a:t>
            </a:r>
            <a:r>
              <a:rPr lang="it-IT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ianuarie-mai 2015 și mai-iunie 2017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Pentru extragerea caracteristicilor s-a folosit un cadru de automatizare a browser-ului – Selenium WebDriver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BEDC7B-7347-1EC0-EEC0-408D882E962C}"/>
              </a:ext>
            </a:extLst>
          </p:cNvPr>
          <p:cNvCxnSpPr>
            <a:cxnSpLocks/>
          </p:cNvCxnSpPr>
          <p:nvPr/>
        </p:nvCxnSpPr>
        <p:spPr>
          <a:xfrm flipV="1">
            <a:off x="4877552" y="3157870"/>
            <a:ext cx="813215" cy="807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3A9FAC-4E96-4B81-0ECF-382880321CBF}"/>
              </a:ext>
            </a:extLst>
          </p:cNvPr>
          <p:cNvCxnSpPr>
            <a:cxnSpLocks/>
          </p:cNvCxnSpPr>
          <p:nvPr/>
        </p:nvCxnSpPr>
        <p:spPr>
          <a:xfrm>
            <a:off x="4877552" y="3238580"/>
            <a:ext cx="813215" cy="258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oogle Shape;1376;p31" title="Gráfico">
            <a:hlinkClick r:id="rId3"/>
            <a:extLst>
              <a:ext uri="{FF2B5EF4-FFF2-40B4-BE49-F238E27FC236}">
                <a16:creationId xmlns:a16="http://schemas.microsoft.com/office/drawing/2014/main" id="{6B157C07-B250-AFA4-F60B-353F281129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2944" y="542656"/>
            <a:ext cx="3580486" cy="22330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1378;p31">
            <a:extLst>
              <a:ext uri="{FF2B5EF4-FFF2-40B4-BE49-F238E27FC236}">
                <a16:creationId xmlns:a16="http://schemas.microsoft.com/office/drawing/2014/main" id="{8C3AC15B-662F-F9BF-CC6D-BB61A716A179}"/>
              </a:ext>
            </a:extLst>
          </p:cNvPr>
          <p:cNvGrpSpPr/>
          <p:nvPr/>
        </p:nvGrpSpPr>
        <p:grpSpPr>
          <a:xfrm flipH="1">
            <a:off x="9738835" y="843204"/>
            <a:ext cx="2085942" cy="2246931"/>
            <a:chOff x="457200" y="1322450"/>
            <a:chExt cx="3281689" cy="3409523"/>
          </a:xfrm>
        </p:grpSpPr>
        <p:sp>
          <p:nvSpPr>
            <p:cNvPr id="72" name="Google Shape;1379;p31">
              <a:extLst>
                <a:ext uri="{FF2B5EF4-FFF2-40B4-BE49-F238E27FC236}">
                  <a16:creationId xmlns:a16="http://schemas.microsoft.com/office/drawing/2014/main" id="{76A05D35-837B-6C9F-DCF8-03C3357D92B1}"/>
                </a:ext>
              </a:extLst>
            </p:cNvPr>
            <p:cNvSpPr/>
            <p:nvPr/>
          </p:nvSpPr>
          <p:spPr>
            <a:xfrm>
              <a:off x="2776429" y="4574428"/>
              <a:ext cx="750464" cy="76155"/>
            </a:xfrm>
            <a:custGeom>
              <a:avLst/>
              <a:gdLst/>
              <a:ahLst/>
              <a:cxnLst/>
              <a:rect l="l" t="t" r="r" b="b"/>
              <a:pathLst>
                <a:path w="23227" h="2357" extrusionOk="0">
                  <a:moveTo>
                    <a:pt x="11609" y="1"/>
                  </a:moveTo>
                  <a:lnTo>
                    <a:pt x="10421" y="10"/>
                  </a:lnTo>
                  <a:lnTo>
                    <a:pt x="9272" y="29"/>
                  </a:lnTo>
                  <a:lnTo>
                    <a:pt x="8161" y="58"/>
                  </a:lnTo>
                  <a:lnTo>
                    <a:pt x="7088" y="97"/>
                  </a:lnTo>
                  <a:lnTo>
                    <a:pt x="6073" y="144"/>
                  </a:lnTo>
                  <a:lnTo>
                    <a:pt x="5115" y="202"/>
                  </a:lnTo>
                  <a:lnTo>
                    <a:pt x="4224" y="269"/>
                  </a:lnTo>
                  <a:lnTo>
                    <a:pt x="3400" y="346"/>
                  </a:lnTo>
                  <a:lnTo>
                    <a:pt x="2653" y="432"/>
                  </a:lnTo>
                  <a:lnTo>
                    <a:pt x="1983" y="518"/>
                  </a:lnTo>
                  <a:lnTo>
                    <a:pt x="1398" y="614"/>
                  </a:lnTo>
                  <a:lnTo>
                    <a:pt x="1140" y="671"/>
                  </a:lnTo>
                  <a:lnTo>
                    <a:pt x="910" y="719"/>
                  </a:lnTo>
                  <a:lnTo>
                    <a:pt x="699" y="777"/>
                  </a:lnTo>
                  <a:lnTo>
                    <a:pt x="517" y="834"/>
                  </a:lnTo>
                  <a:lnTo>
                    <a:pt x="364" y="882"/>
                  </a:lnTo>
                  <a:lnTo>
                    <a:pt x="230" y="939"/>
                  </a:lnTo>
                  <a:lnTo>
                    <a:pt x="134" y="997"/>
                  </a:lnTo>
                  <a:lnTo>
                    <a:pt x="58" y="1064"/>
                  </a:lnTo>
                  <a:lnTo>
                    <a:pt x="29" y="1093"/>
                  </a:lnTo>
                  <a:lnTo>
                    <a:pt x="10" y="1121"/>
                  </a:lnTo>
                  <a:lnTo>
                    <a:pt x="0" y="1150"/>
                  </a:lnTo>
                  <a:lnTo>
                    <a:pt x="0" y="1179"/>
                  </a:lnTo>
                  <a:lnTo>
                    <a:pt x="0" y="1208"/>
                  </a:lnTo>
                  <a:lnTo>
                    <a:pt x="10" y="1236"/>
                  </a:lnTo>
                  <a:lnTo>
                    <a:pt x="29" y="1275"/>
                  </a:lnTo>
                  <a:lnTo>
                    <a:pt x="58" y="1303"/>
                  </a:lnTo>
                  <a:lnTo>
                    <a:pt x="134" y="1361"/>
                  </a:lnTo>
                  <a:lnTo>
                    <a:pt x="230" y="1418"/>
                  </a:lnTo>
                  <a:lnTo>
                    <a:pt x="364" y="1476"/>
                  </a:lnTo>
                  <a:lnTo>
                    <a:pt x="517" y="1533"/>
                  </a:lnTo>
                  <a:lnTo>
                    <a:pt x="699" y="1581"/>
                  </a:lnTo>
                  <a:lnTo>
                    <a:pt x="910" y="1639"/>
                  </a:lnTo>
                  <a:lnTo>
                    <a:pt x="1140" y="1686"/>
                  </a:lnTo>
                  <a:lnTo>
                    <a:pt x="1398" y="1744"/>
                  </a:lnTo>
                  <a:lnTo>
                    <a:pt x="1983" y="1840"/>
                  </a:lnTo>
                  <a:lnTo>
                    <a:pt x="2653" y="1926"/>
                  </a:lnTo>
                  <a:lnTo>
                    <a:pt x="3400" y="2012"/>
                  </a:lnTo>
                  <a:lnTo>
                    <a:pt x="4224" y="2089"/>
                  </a:lnTo>
                  <a:lnTo>
                    <a:pt x="5115" y="2156"/>
                  </a:lnTo>
                  <a:lnTo>
                    <a:pt x="6073" y="2213"/>
                  </a:lnTo>
                  <a:lnTo>
                    <a:pt x="7088" y="2261"/>
                  </a:lnTo>
                  <a:lnTo>
                    <a:pt x="8161" y="2299"/>
                  </a:lnTo>
                  <a:lnTo>
                    <a:pt x="9272" y="2328"/>
                  </a:lnTo>
                  <a:lnTo>
                    <a:pt x="10421" y="2347"/>
                  </a:lnTo>
                  <a:lnTo>
                    <a:pt x="11609" y="2357"/>
                  </a:lnTo>
                  <a:lnTo>
                    <a:pt x="12796" y="2347"/>
                  </a:lnTo>
                  <a:lnTo>
                    <a:pt x="13955" y="2328"/>
                  </a:lnTo>
                  <a:lnTo>
                    <a:pt x="15066" y="2299"/>
                  </a:lnTo>
                  <a:lnTo>
                    <a:pt x="16130" y="2261"/>
                  </a:lnTo>
                  <a:lnTo>
                    <a:pt x="17145" y="2213"/>
                  </a:lnTo>
                  <a:lnTo>
                    <a:pt x="18103" y="2156"/>
                  </a:lnTo>
                  <a:lnTo>
                    <a:pt x="19003" y="2089"/>
                  </a:lnTo>
                  <a:lnTo>
                    <a:pt x="19827" y="2012"/>
                  </a:lnTo>
                  <a:lnTo>
                    <a:pt x="20574" y="1926"/>
                  </a:lnTo>
                  <a:lnTo>
                    <a:pt x="21244" y="1840"/>
                  </a:lnTo>
                  <a:lnTo>
                    <a:pt x="21829" y="1744"/>
                  </a:lnTo>
                  <a:lnTo>
                    <a:pt x="22078" y="1686"/>
                  </a:lnTo>
                  <a:lnTo>
                    <a:pt x="22317" y="1639"/>
                  </a:lnTo>
                  <a:lnTo>
                    <a:pt x="22518" y="1581"/>
                  </a:lnTo>
                  <a:lnTo>
                    <a:pt x="22700" y="1533"/>
                  </a:lnTo>
                  <a:lnTo>
                    <a:pt x="22863" y="1476"/>
                  </a:lnTo>
                  <a:lnTo>
                    <a:pt x="22987" y="1418"/>
                  </a:lnTo>
                  <a:lnTo>
                    <a:pt x="23093" y="1361"/>
                  </a:lnTo>
                  <a:lnTo>
                    <a:pt x="23169" y="1303"/>
                  </a:lnTo>
                  <a:lnTo>
                    <a:pt x="23189" y="1275"/>
                  </a:lnTo>
                  <a:lnTo>
                    <a:pt x="23208" y="1236"/>
                  </a:lnTo>
                  <a:lnTo>
                    <a:pt x="23217" y="1208"/>
                  </a:lnTo>
                  <a:lnTo>
                    <a:pt x="23227" y="1179"/>
                  </a:lnTo>
                  <a:lnTo>
                    <a:pt x="23217" y="1150"/>
                  </a:lnTo>
                  <a:lnTo>
                    <a:pt x="23208" y="1121"/>
                  </a:lnTo>
                  <a:lnTo>
                    <a:pt x="23189" y="1093"/>
                  </a:lnTo>
                  <a:lnTo>
                    <a:pt x="23169" y="1064"/>
                  </a:lnTo>
                  <a:lnTo>
                    <a:pt x="23093" y="997"/>
                  </a:lnTo>
                  <a:lnTo>
                    <a:pt x="22987" y="939"/>
                  </a:lnTo>
                  <a:lnTo>
                    <a:pt x="22863" y="882"/>
                  </a:lnTo>
                  <a:lnTo>
                    <a:pt x="22700" y="834"/>
                  </a:lnTo>
                  <a:lnTo>
                    <a:pt x="22518" y="777"/>
                  </a:lnTo>
                  <a:lnTo>
                    <a:pt x="22317" y="719"/>
                  </a:lnTo>
                  <a:lnTo>
                    <a:pt x="22078" y="671"/>
                  </a:lnTo>
                  <a:lnTo>
                    <a:pt x="21829" y="614"/>
                  </a:lnTo>
                  <a:lnTo>
                    <a:pt x="21244" y="518"/>
                  </a:lnTo>
                  <a:lnTo>
                    <a:pt x="20574" y="432"/>
                  </a:lnTo>
                  <a:lnTo>
                    <a:pt x="19827" y="346"/>
                  </a:lnTo>
                  <a:lnTo>
                    <a:pt x="19003" y="269"/>
                  </a:lnTo>
                  <a:lnTo>
                    <a:pt x="18103" y="202"/>
                  </a:lnTo>
                  <a:lnTo>
                    <a:pt x="17145" y="144"/>
                  </a:lnTo>
                  <a:lnTo>
                    <a:pt x="16130" y="97"/>
                  </a:lnTo>
                  <a:lnTo>
                    <a:pt x="15066" y="58"/>
                  </a:lnTo>
                  <a:lnTo>
                    <a:pt x="13955" y="29"/>
                  </a:lnTo>
                  <a:lnTo>
                    <a:pt x="12796" y="10"/>
                  </a:lnTo>
                  <a:lnTo>
                    <a:pt x="11609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380;p31">
              <a:extLst>
                <a:ext uri="{FF2B5EF4-FFF2-40B4-BE49-F238E27FC236}">
                  <a16:creationId xmlns:a16="http://schemas.microsoft.com/office/drawing/2014/main" id="{3D2069BA-9590-608C-486F-EC746DE590C9}"/>
                </a:ext>
              </a:extLst>
            </p:cNvPr>
            <p:cNvSpPr/>
            <p:nvPr/>
          </p:nvSpPr>
          <p:spPr>
            <a:xfrm>
              <a:off x="457200" y="4623960"/>
              <a:ext cx="2418856" cy="108012"/>
            </a:xfrm>
            <a:custGeom>
              <a:avLst/>
              <a:gdLst/>
              <a:ahLst/>
              <a:cxnLst/>
              <a:rect l="l" t="t" r="r" b="b"/>
              <a:pathLst>
                <a:path w="74864" h="3343" extrusionOk="0">
                  <a:moveTo>
                    <a:pt x="37432" y="0"/>
                  </a:moveTo>
                  <a:lnTo>
                    <a:pt x="33610" y="10"/>
                  </a:lnTo>
                  <a:lnTo>
                    <a:pt x="29894" y="29"/>
                  </a:lnTo>
                  <a:lnTo>
                    <a:pt x="26302" y="77"/>
                  </a:lnTo>
                  <a:lnTo>
                    <a:pt x="22864" y="134"/>
                  </a:lnTo>
                  <a:lnTo>
                    <a:pt x="19598" y="201"/>
                  </a:lnTo>
                  <a:lnTo>
                    <a:pt x="16504" y="288"/>
                  </a:lnTo>
                  <a:lnTo>
                    <a:pt x="13630" y="383"/>
                  </a:lnTo>
                  <a:lnTo>
                    <a:pt x="10968" y="489"/>
                  </a:lnTo>
                  <a:lnTo>
                    <a:pt x="8554" y="604"/>
                  </a:lnTo>
                  <a:lnTo>
                    <a:pt x="7443" y="671"/>
                  </a:lnTo>
                  <a:lnTo>
                    <a:pt x="6399" y="738"/>
                  </a:lnTo>
                  <a:lnTo>
                    <a:pt x="5422" y="805"/>
                  </a:lnTo>
                  <a:lnTo>
                    <a:pt x="4522" y="872"/>
                  </a:lnTo>
                  <a:lnTo>
                    <a:pt x="3698" y="948"/>
                  </a:lnTo>
                  <a:lnTo>
                    <a:pt x="2951" y="1025"/>
                  </a:lnTo>
                  <a:lnTo>
                    <a:pt x="2280" y="1102"/>
                  </a:lnTo>
                  <a:lnTo>
                    <a:pt x="1687" y="1178"/>
                  </a:lnTo>
                  <a:lnTo>
                    <a:pt x="1179" y="1255"/>
                  </a:lnTo>
                  <a:lnTo>
                    <a:pt x="767" y="1332"/>
                  </a:lnTo>
                  <a:lnTo>
                    <a:pt x="585" y="1379"/>
                  </a:lnTo>
                  <a:lnTo>
                    <a:pt x="432" y="1418"/>
                  </a:lnTo>
                  <a:lnTo>
                    <a:pt x="307" y="1456"/>
                  </a:lnTo>
                  <a:lnTo>
                    <a:pt x="202" y="1504"/>
                  </a:lnTo>
                  <a:lnTo>
                    <a:pt x="116" y="1542"/>
                  </a:lnTo>
                  <a:lnTo>
                    <a:pt x="58" y="1590"/>
                  </a:lnTo>
                  <a:lnTo>
                    <a:pt x="20" y="1629"/>
                  </a:lnTo>
                  <a:lnTo>
                    <a:pt x="10" y="1648"/>
                  </a:lnTo>
                  <a:lnTo>
                    <a:pt x="1" y="1676"/>
                  </a:lnTo>
                  <a:lnTo>
                    <a:pt x="10" y="1696"/>
                  </a:lnTo>
                  <a:lnTo>
                    <a:pt x="20" y="1715"/>
                  </a:lnTo>
                  <a:lnTo>
                    <a:pt x="58" y="1763"/>
                  </a:lnTo>
                  <a:lnTo>
                    <a:pt x="116" y="1801"/>
                  </a:lnTo>
                  <a:lnTo>
                    <a:pt x="202" y="1849"/>
                  </a:lnTo>
                  <a:lnTo>
                    <a:pt x="307" y="1887"/>
                  </a:lnTo>
                  <a:lnTo>
                    <a:pt x="432" y="1925"/>
                  </a:lnTo>
                  <a:lnTo>
                    <a:pt x="585" y="1973"/>
                  </a:lnTo>
                  <a:lnTo>
                    <a:pt x="767" y="2012"/>
                  </a:lnTo>
                  <a:lnTo>
                    <a:pt x="1179" y="2088"/>
                  </a:lnTo>
                  <a:lnTo>
                    <a:pt x="1687" y="2174"/>
                  </a:lnTo>
                  <a:lnTo>
                    <a:pt x="2280" y="2251"/>
                  </a:lnTo>
                  <a:lnTo>
                    <a:pt x="2951" y="2328"/>
                  </a:lnTo>
                  <a:lnTo>
                    <a:pt x="3698" y="2395"/>
                  </a:lnTo>
                  <a:lnTo>
                    <a:pt x="4522" y="2471"/>
                  </a:lnTo>
                  <a:lnTo>
                    <a:pt x="5422" y="2538"/>
                  </a:lnTo>
                  <a:lnTo>
                    <a:pt x="6399" y="2605"/>
                  </a:lnTo>
                  <a:lnTo>
                    <a:pt x="7443" y="2673"/>
                  </a:lnTo>
                  <a:lnTo>
                    <a:pt x="8554" y="2740"/>
                  </a:lnTo>
                  <a:lnTo>
                    <a:pt x="10968" y="2855"/>
                  </a:lnTo>
                  <a:lnTo>
                    <a:pt x="13630" y="2969"/>
                  </a:lnTo>
                  <a:lnTo>
                    <a:pt x="16504" y="3065"/>
                  </a:lnTo>
                  <a:lnTo>
                    <a:pt x="19598" y="3142"/>
                  </a:lnTo>
                  <a:lnTo>
                    <a:pt x="22864" y="3218"/>
                  </a:lnTo>
                  <a:lnTo>
                    <a:pt x="26302" y="3276"/>
                  </a:lnTo>
                  <a:lnTo>
                    <a:pt x="29894" y="3314"/>
                  </a:lnTo>
                  <a:lnTo>
                    <a:pt x="33610" y="3343"/>
                  </a:lnTo>
                  <a:lnTo>
                    <a:pt x="41263" y="3343"/>
                  </a:lnTo>
                  <a:lnTo>
                    <a:pt x="44980" y="3314"/>
                  </a:lnTo>
                  <a:lnTo>
                    <a:pt x="48562" y="3276"/>
                  </a:lnTo>
                  <a:lnTo>
                    <a:pt x="52000" y="3218"/>
                  </a:lnTo>
                  <a:lnTo>
                    <a:pt x="55276" y="3142"/>
                  </a:lnTo>
                  <a:lnTo>
                    <a:pt x="58360" y="3065"/>
                  </a:lnTo>
                  <a:lnTo>
                    <a:pt x="61243" y="2969"/>
                  </a:lnTo>
                  <a:lnTo>
                    <a:pt x="63906" y="2855"/>
                  </a:lnTo>
                  <a:lnTo>
                    <a:pt x="66320" y="2740"/>
                  </a:lnTo>
                  <a:lnTo>
                    <a:pt x="67431" y="2673"/>
                  </a:lnTo>
                  <a:lnTo>
                    <a:pt x="68475" y="2605"/>
                  </a:lnTo>
                  <a:lnTo>
                    <a:pt x="69442" y="2538"/>
                  </a:lnTo>
                  <a:lnTo>
                    <a:pt x="70342" y="2471"/>
                  </a:lnTo>
                  <a:lnTo>
                    <a:pt x="71176" y="2395"/>
                  </a:lnTo>
                  <a:lnTo>
                    <a:pt x="71923" y="2328"/>
                  </a:lnTo>
                  <a:lnTo>
                    <a:pt x="72593" y="2251"/>
                  </a:lnTo>
                  <a:lnTo>
                    <a:pt x="73177" y="2174"/>
                  </a:lnTo>
                  <a:lnTo>
                    <a:pt x="73685" y="2088"/>
                  </a:lnTo>
                  <a:lnTo>
                    <a:pt x="74107" y="2012"/>
                  </a:lnTo>
                  <a:lnTo>
                    <a:pt x="74279" y="1973"/>
                  </a:lnTo>
                  <a:lnTo>
                    <a:pt x="74432" y="1925"/>
                  </a:lnTo>
                  <a:lnTo>
                    <a:pt x="74566" y="1887"/>
                  </a:lnTo>
                  <a:lnTo>
                    <a:pt x="74672" y="1849"/>
                  </a:lnTo>
                  <a:lnTo>
                    <a:pt x="74758" y="1801"/>
                  </a:lnTo>
                  <a:lnTo>
                    <a:pt x="74815" y="1763"/>
                  </a:lnTo>
                  <a:lnTo>
                    <a:pt x="74854" y="1715"/>
                  </a:lnTo>
                  <a:lnTo>
                    <a:pt x="74863" y="1696"/>
                  </a:lnTo>
                  <a:lnTo>
                    <a:pt x="74863" y="1676"/>
                  </a:lnTo>
                  <a:lnTo>
                    <a:pt x="74863" y="1648"/>
                  </a:lnTo>
                  <a:lnTo>
                    <a:pt x="74854" y="1629"/>
                  </a:lnTo>
                  <a:lnTo>
                    <a:pt x="74815" y="1590"/>
                  </a:lnTo>
                  <a:lnTo>
                    <a:pt x="74758" y="1542"/>
                  </a:lnTo>
                  <a:lnTo>
                    <a:pt x="74672" y="1504"/>
                  </a:lnTo>
                  <a:lnTo>
                    <a:pt x="74566" y="1456"/>
                  </a:lnTo>
                  <a:lnTo>
                    <a:pt x="74432" y="1418"/>
                  </a:lnTo>
                  <a:lnTo>
                    <a:pt x="74279" y="1379"/>
                  </a:lnTo>
                  <a:lnTo>
                    <a:pt x="74107" y="1332"/>
                  </a:lnTo>
                  <a:lnTo>
                    <a:pt x="73685" y="1255"/>
                  </a:lnTo>
                  <a:lnTo>
                    <a:pt x="73177" y="1178"/>
                  </a:lnTo>
                  <a:lnTo>
                    <a:pt x="72593" y="1102"/>
                  </a:lnTo>
                  <a:lnTo>
                    <a:pt x="71923" y="1025"/>
                  </a:lnTo>
                  <a:lnTo>
                    <a:pt x="71176" y="948"/>
                  </a:lnTo>
                  <a:lnTo>
                    <a:pt x="70342" y="872"/>
                  </a:lnTo>
                  <a:lnTo>
                    <a:pt x="69442" y="805"/>
                  </a:lnTo>
                  <a:lnTo>
                    <a:pt x="68475" y="738"/>
                  </a:lnTo>
                  <a:lnTo>
                    <a:pt x="67431" y="671"/>
                  </a:lnTo>
                  <a:lnTo>
                    <a:pt x="66320" y="604"/>
                  </a:lnTo>
                  <a:lnTo>
                    <a:pt x="63906" y="489"/>
                  </a:lnTo>
                  <a:lnTo>
                    <a:pt x="61243" y="383"/>
                  </a:lnTo>
                  <a:lnTo>
                    <a:pt x="58360" y="288"/>
                  </a:lnTo>
                  <a:lnTo>
                    <a:pt x="55276" y="201"/>
                  </a:lnTo>
                  <a:lnTo>
                    <a:pt x="52000" y="134"/>
                  </a:lnTo>
                  <a:lnTo>
                    <a:pt x="48562" y="77"/>
                  </a:lnTo>
                  <a:lnTo>
                    <a:pt x="44980" y="29"/>
                  </a:lnTo>
                  <a:lnTo>
                    <a:pt x="41263" y="10"/>
                  </a:lnTo>
                  <a:lnTo>
                    <a:pt x="37432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381;p31">
              <a:extLst>
                <a:ext uri="{FF2B5EF4-FFF2-40B4-BE49-F238E27FC236}">
                  <a16:creationId xmlns:a16="http://schemas.microsoft.com/office/drawing/2014/main" id="{D878CE0D-FA0A-8A72-20E1-DE5F21863C0F}"/>
                </a:ext>
              </a:extLst>
            </p:cNvPr>
            <p:cNvSpPr/>
            <p:nvPr/>
          </p:nvSpPr>
          <p:spPr>
            <a:xfrm>
              <a:off x="3469009" y="1322450"/>
              <a:ext cx="113925" cy="200580"/>
            </a:xfrm>
            <a:custGeom>
              <a:avLst/>
              <a:gdLst/>
              <a:ahLst/>
              <a:cxnLst/>
              <a:rect l="l" t="t" r="r" b="b"/>
              <a:pathLst>
                <a:path w="3526" h="6208" extrusionOk="0">
                  <a:moveTo>
                    <a:pt x="1447" y="1"/>
                  </a:moveTo>
                  <a:lnTo>
                    <a:pt x="1390" y="10"/>
                  </a:lnTo>
                  <a:lnTo>
                    <a:pt x="1351" y="30"/>
                  </a:lnTo>
                  <a:lnTo>
                    <a:pt x="1303" y="68"/>
                  </a:lnTo>
                  <a:lnTo>
                    <a:pt x="1275" y="106"/>
                  </a:lnTo>
                  <a:lnTo>
                    <a:pt x="1236" y="164"/>
                  </a:lnTo>
                  <a:lnTo>
                    <a:pt x="1208" y="231"/>
                  </a:lnTo>
                  <a:lnTo>
                    <a:pt x="1179" y="298"/>
                  </a:lnTo>
                  <a:lnTo>
                    <a:pt x="1131" y="461"/>
                  </a:lnTo>
                  <a:lnTo>
                    <a:pt x="1093" y="623"/>
                  </a:lnTo>
                  <a:lnTo>
                    <a:pt x="1074" y="796"/>
                  </a:lnTo>
                  <a:lnTo>
                    <a:pt x="1064" y="959"/>
                  </a:lnTo>
                  <a:lnTo>
                    <a:pt x="1074" y="1131"/>
                  </a:lnTo>
                  <a:lnTo>
                    <a:pt x="1083" y="1294"/>
                  </a:lnTo>
                  <a:lnTo>
                    <a:pt x="1112" y="1457"/>
                  </a:lnTo>
                  <a:lnTo>
                    <a:pt x="1150" y="1620"/>
                  </a:lnTo>
                  <a:lnTo>
                    <a:pt x="1198" y="1782"/>
                  </a:lnTo>
                  <a:lnTo>
                    <a:pt x="1265" y="1984"/>
                  </a:lnTo>
                  <a:lnTo>
                    <a:pt x="1323" y="2204"/>
                  </a:lnTo>
                  <a:lnTo>
                    <a:pt x="1380" y="2424"/>
                  </a:lnTo>
                  <a:lnTo>
                    <a:pt x="1418" y="2635"/>
                  </a:lnTo>
                  <a:lnTo>
                    <a:pt x="1428" y="2826"/>
                  </a:lnTo>
                  <a:lnTo>
                    <a:pt x="1428" y="2922"/>
                  </a:lnTo>
                  <a:lnTo>
                    <a:pt x="1428" y="2999"/>
                  </a:lnTo>
                  <a:lnTo>
                    <a:pt x="1409" y="3075"/>
                  </a:lnTo>
                  <a:lnTo>
                    <a:pt x="1380" y="3133"/>
                  </a:lnTo>
                  <a:lnTo>
                    <a:pt x="1351" y="3190"/>
                  </a:lnTo>
                  <a:lnTo>
                    <a:pt x="1303" y="3229"/>
                  </a:lnTo>
                  <a:lnTo>
                    <a:pt x="1256" y="3248"/>
                  </a:lnTo>
                  <a:lnTo>
                    <a:pt x="1198" y="3248"/>
                  </a:lnTo>
                  <a:lnTo>
                    <a:pt x="1131" y="3229"/>
                  </a:lnTo>
                  <a:lnTo>
                    <a:pt x="1054" y="3200"/>
                  </a:lnTo>
                  <a:lnTo>
                    <a:pt x="978" y="3162"/>
                  </a:lnTo>
                  <a:lnTo>
                    <a:pt x="892" y="3104"/>
                  </a:lnTo>
                  <a:lnTo>
                    <a:pt x="738" y="2989"/>
                  </a:lnTo>
                  <a:lnTo>
                    <a:pt x="585" y="2865"/>
                  </a:lnTo>
                  <a:lnTo>
                    <a:pt x="461" y="2750"/>
                  </a:lnTo>
                  <a:lnTo>
                    <a:pt x="346" y="2635"/>
                  </a:lnTo>
                  <a:lnTo>
                    <a:pt x="298" y="2616"/>
                  </a:lnTo>
                  <a:lnTo>
                    <a:pt x="202" y="2577"/>
                  </a:lnTo>
                  <a:lnTo>
                    <a:pt x="145" y="2568"/>
                  </a:lnTo>
                  <a:lnTo>
                    <a:pt x="87" y="2558"/>
                  </a:lnTo>
                  <a:lnTo>
                    <a:pt x="39" y="2568"/>
                  </a:lnTo>
                  <a:lnTo>
                    <a:pt x="20" y="2587"/>
                  </a:lnTo>
                  <a:lnTo>
                    <a:pt x="1" y="2597"/>
                  </a:lnTo>
                  <a:lnTo>
                    <a:pt x="39" y="2874"/>
                  </a:lnTo>
                  <a:lnTo>
                    <a:pt x="68" y="3028"/>
                  </a:lnTo>
                  <a:lnTo>
                    <a:pt x="116" y="3171"/>
                  </a:lnTo>
                  <a:lnTo>
                    <a:pt x="183" y="3315"/>
                  </a:lnTo>
                  <a:lnTo>
                    <a:pt x="259" y="3449"/>
                  </a:lnTo>
                  <a:lnTo>
                    <a:pt x="355" y="3574"/>
                  </a:lnTo>
                  <a:lnTo>
                    <a:pt x="451" y="3688"/>
                  </a:lnTo>
                  <a:lnTo>
                    <a:pt x="576" y="3794"/>
                  </a:lnTo>
                  <a:lnTo>
                    <a:pt x="700" y="3880"/>
                  </a:lnTo>
                  <a:lnTo>
                    <a:pt x="710" y="3890"/>
                  </a:lnTo>
                  <a:lnTo>
                    <a:pt x="1198" y="4196"/>
                  </a:lnTo>
                  <a:lnTo>
                    <a:pt x="1370" y="4321"/>
                  </a:lnTo>
                  <a:lnTo>
                    <a:pt x="1524" y="4455"/>
                  </a:lnTo>
                  <a:lnTo>
                    <a:pt x="1677" y="4598"/>
                  </a:lnTo>
                  <a:lnTo>
                    <a:pt x="1802" y="4761"/>
                  </a:lnTo>
                  <a:lnTo>
                    <a:pt x="1926" y="4924"/>
                  </a:lnTo>
                  <a:lnTo>
                    <a:pt x="2031" y="5106"/>
                  </a:lnTo>
                  <a:lnTo>
                    <a:pt x="2118" y="5298"/>
                  </a:lnTo>
                  <a:lnTo>
                    <a:pt x="2185" y="5499"/>
                  </a:lnTo>
                  <a:lnTo>
                    <a:pt x="2405" y="6208"/>
                  </a:lnTo>
                  <a:lnTo>
                    <a:pt x="3526" y="6064"/>
                  </a:lnTo>
                  <a:lnTo>
                    <a:pt x="3353" y="4665"/>
                  </a:lnTo>
                  <a:lnTo>
                    <a:pt x="3344" y="4311"/>
                  </a:lnTo>
                  <a:lnTo>
                    <a:pt x="3315" y="3938"/>
                  </a:lnTo>
                  <a:lnTo>
                    <a:pt x="3286" y="3487"/>
                  </a:lnTo>
                  <a:lnTo>
                    <a:pt x="3238" y="2999"/>
                  </a:lnTo>
                  <a:lnTo>
                    <a:pt x="3181" y="2539"/>
                  </a:lnTo>
                  <a:lnTo>
                    <a:pt x="3142" y="2319"/>
                  </a:lnTo>
                  <a:lnTo>
                    <a:pt x="3095" y="2127"/>
                  </a:lnTo>
                  <a:lnTo>
                    <a:pt x="3047" y="1955"/>
                  </a:lnTo>
                  <a:lnTo>
                    <a:pt x="2999" y="1811"/>
                  </a:lnTo>
                  <a:lnTo>
                    <a:pt x="2884" y="1572"/>
                  </a:lnTo>
                  <a:lnTo>
                    <a:pt x="2721" y="1275"/>
                  </a:lnTo>
                  <a:lnTo>
                    <a:pt x="2529" y="959"/>
                  </a:lnTo>
                  <a:lnTo>
                    <a:pt x="2424" y="805"/>
                  </a:lnTo>
                  <a:lnTo>
                    <a:pt x="2319" y="643"/>
                  </a:lnTo>
                  <a:lnTo>
                    <a:pt x="2204" y="499"/>
                  </a:lnTo>
                  <a:lnTo>
                    <a:pt x="2089" y="365"/>
                  </a:lnTo>
                  <a:lnTo>
                    <a:pt x="1974" y="250"/>
                  </a:lnTo>
                  <a:lnTo>
                    <a:pt x="1849" y="145"/>
                  </a:lnTo>
                  <a:lnTo>
                    <a:pt x="1734" y="68"/>
                  </a:lnTo>
                  <a:lnTo>
                    <a:pt x="1677" y="39"/>
                  </a:lnTo>
                  <a:lnTo>
                    <a:pt x="1620" y="20"/>
                  </a:lnTo>
                  <a:lnTo>
                    <a:pt x="1562" y="10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382;p31">
              <a:extLst>
                <a:ext uri="{FF2B5EF4-FFF2-40B4-BE49-F238E27FC236}">
                  <a16:creationId xmlns:a16="http://schemas.microsoft.com/office/drawing/2014/main" id="{67F42070-FF20-7484-3975-51BBB6313060}"/>
                </a:ext>
              </a:extLst>
            </p:cNvPr>
            <p:cNvSpPr/>
            <p:nvPr/>
          </p:nvSpPr>
          <p:spPr>
            <a:xfrm>
              <a:off x="2254644" y="1641228"/>
              <a:ext cx="103392" cy="205524"/>
            </a:xfrm>
            <a:custGeom>
              <a:avLst/>
              <a:gdLst/>
              <a:ahLst/>
              <a:cxnLst/>
              <a:rect l="l" t="t" r="r" b="b"/>
              <a:pathLst>
                <a:path w="3200" h="6361" extrusionOk="0">
                  <a:moveTo>
                    <a:pt x="604" y="0"/>
                  </a:moveTo>
                  <a:lnTo>
                    <a:pt x="546" y="20"/>
                  </a:lnTo>
                  <a:lnTo>
                    <a:pt x="498" y="39"/>
                  </a:lnTo>
                  <a:lnTo>
                    <a:pt x="451" y="77"/>
                  </a:lnTo>
                  <a:lnTo>
                    <a:pt x="412" y="115"/>
                  </a:lnTo>
                  <a:lnTo>
                    <a:pt x="364" y="163"/>
                  </a:lnTo>
                  <a:lnTo>
                    <a:pt x="326" y="211"/>
                  </a:lnTo>
                  <a:lnTo>
                    <a:pt x="259" y="336"/>
                  </a:lnTo>
                  <a:lnTo>
                    <a:pt x="202" y="479"/>
                  </a:lnTo>
                  <a:lnTo>
                    <a:pt x="144" y="633"/>
                  </a:lnTo>
                  <a:lnTo>
                    <a:pt x="106" y="805"/>
                  </a:lnTo>
                  <a:lnTo>
                    <a:pt x="77" y="987"/>
                  </a:lnTo>
                  <a:lnTo>
                    <a:pt x="48" y="1178"/>
                  </a:lnTo>
                  <a:lnTo>
                    <a:pt x="29" y="1370"/>
                  </a:lnTo>
                  <a:lnTo>
                    <a:pt x="0" y="1734"/>
                  </a:lnTo>
                  <a:lnTo>
                    <a:pt x="0" y="2069"/>
                  </a:lnTo>
                  <a:lnTo>
                    <a:pt x="10" y="2337"/>
                  </a:lnTo>
                  <a:lnTo>
                    <a:pt x="20" y="2491"/>
                  </a:lnTo>
                  <a:lnTo>
                    <a:pt x="58" y="2663"/>
                  </a:lnTo>
                  <a:lnTo>
                    <a:pt x="115" y="2855"/>
                  </a:lnTo>
                  <a:lnTo>
                    <a:pt x="173" y="3065"/>
                  </a:lnTo>
                  <a:lnTo>
                    <a:pt x="336" y="3506"/>
                  </a:lnTo>
                  <a:lnTo>
                    <a:pt x="518" y="3956"/>
                  </a:lnTo>
                  <a:lnTo>
                    <a:pt x="690" y="4368"/>
                  </a:lnTo>
                  <a:lnTo>
                    <a:pt x="843" y="4713"/>
                  </a:lnTo>
                  <a:lnTo>
                    <a:pt x="997" y="5029"/>
                  </a:lnTo>
                  <a:lnTo>
                    <a:pt x="1485" y="6360"/>
                  </a:lnTo>
                  <a:lnTo>
                    <a:pt x="2548" y="5968"/>
                  </a:lnTo>
                  <a:lnTo>
                    <a:pt x="2414" y="5240"/>
                  </a:lnTo>
                  <a:lnTo>
                    <a:pt x="2385" y="5029"/>
                  </a:lnTo>
                  <a:lnTo>
                    <a:pt x="2376" y="4818"/>
                  </a:lnTo>
                  <a:lnTo>
                    <a:pt x="2385" y="4607"/>
                  </a:lnTo>
                  <a:lnTo>
                    <a:pt x="2414" y="4406"/>
                  </a:lnTo>
                  <a:lnTo>
                    <a:pt x="2462" y="4205"/>
                  </a:lnTo>
                  <a:lnTo>
                    <a:pt x="2519" y="4004"/>
                  </a:lnTo>
                  <a:lnTo>
                    <a:pt x="2606" y="3812"/>
                  </a:lnTo>
                  <a:lnTo>
                    <a:pt x="2701" y="3630"/>
                  </a:lnTo>
                  <a:lnTo>
                    <a:pt x="2989" y="3132"/>
                  </a:lnTo>
                  <a:lnTo>
                    <a:pt x="2998" y="3123"/>
                  </a:lnTo>
                  <a:lnTo>
                    <a:pt x="3065" y="2979"/>
                  </a:lnTo>
                  <a:lnTo>
                    <a:pt x="3123" y="2835"/>
                  </a:lnTo>
                  <a:lnTo>
                    <a:pt x="3161" y="2692"/>
                  </a:lnTo>
                  <a:lnTo>
                    <a:pt x="3190" y="2539"/>
                  </a:lnTo>
                  <a:lnTo>
                    <a:pt x="3199" y="2385"/>
                  </a:lnTo>
                  <a:lnTo>
                    <a:pt x="3190" y="2232"/>
                  </a:lnTo>
                  <a:lnTo>
                    <a:pt x="3161" y="2079"/>
                  </a:lnTo>
                  <a:lnTo>
                    <a:pt x="3123" y="1926"/>
                  </a:lnTo>
                  <a:lnTo>
                    <a:pt x="3027" y="1657"/>
                  </a:lnTo>
                  <a:lnTo>
                    <a:pt x="2979" y="1657"/>
                  </a:lnTo>
                  <a:lnTo>
                    <a:pt x="2931" y="1667"/>
                  </a:lnTo>
                  <a:lnTo>
                    <a:pt x="2883" y="1696"/>
                  </a:lnTo>
                  <a:lnTo>
                    <a:pt x="2836" y="1734"/>
                  </a:lnTo>
                  <a:lnTo>
                    <a:pt x="2768" y="1811"/>
                  </a:lnTo>
                  <a:lnTo>
                    <a:pt x="2740" y="1849"/>
                  </a:lnTo>
                  <a:lnTo>
                    <a:pt x="2692" y="2002"/>
                  </a:lnTo>
                  <a:lnTo>
                    <a:pt x="2634" y="2165"/>
                  </a:lnTo>
                  <a:lnTo>
                    <a:pt x="2558" y="2347"/>
                  </a:lnTo>
                  <a:lnTo>
                    <a:pt x="2462" y="2529"/>
                  </a:lnTo>
                  <a:lnTo>
                    <a:pt x="2414" y="2606"/>
                  </a:lnTo>
                  <a:lnTo>
                    <a:pt x="2366" y="2682"/>
                  </a:lnTo>
                  <a:lnTo>
                    <a:pt x="2318" y="2740"/>
                  </a:lnTo>
                  <a:lnTo>
                    <a:pt x="2261" y="2788"/>
                  </a:lnTo>
                  <a:lnTo>
                    <a:pt x="2213" y="2816"/>
                  </a:lnTo>
                  <a:lnTo>
                    <a:pt x="2155" y="2816"/>
                  </a:lnTo>
                  <a:lnTo>
                    <a:pt x="2098" y="2807"/>
                  </a:lnTo>
                  <a:lnTo>
                    <a:pt x="2050" y="2778"/>
                  </a:lnTo>
                  <a:lnTo>
                    <a:pt x="1993" y="2730"/>
                  </a:lnTo>
                  <a:lnTo>
                    <a:pt x="1945" y="2673"/>
                  </a:lnTo>
                  <a:lnTo>
                    <a:pt x="1906" y="2606"/>
                  </a:lnTo>
                  <a:lnTo>
                    <a:pt x="1859" y="2519"/>
                  </a:lnTo>
                  <a:lnTo>
                    <a:pt x="1791" y="2337"/>
                  </a:lnTo>
                  <a:lnTo>
                    <a:pt x="1724" y="2136"/>
                  </a:lnTo>
                  <a:lnTo>
                    <a:pt x="1667" y="1916"/>
                  </a:lnTo>
                  <a:lnTo>
                    <a:pt x="1629" y="1696"/>
                  </a:lnTo>
                  <a:lnTo>
                    <a:pt x="1590" y="1485"/>
                  </a:lnTo>
                  <a:lnTo>
                    <a:pt x="1562" y="1322"/>
                  </a:lnTo>
                  <a:lnTo>
                    <a:pt x="1514" y="1159"/>
                  </a:lnTo>
                  <a:lnTo>
                    <a:pt x="1466" y="996"/>
                  </a:lnTo>
                  <a:lnTo>
                    <a:pt x="1399" y="843"/>
                  </a:lnTo>
                  <a:lnTo>
                    <a:pt x="1332" y="700"/>
                  </a:lnTo>
                  <a:lnTo>
                    <a:pt x="1246" y="546"/>
                  </a:lnTo>
                  <a:lnTo>
                    <a:pt x="1150" y="412"/>
                  </a:lnTo>
                  <a:lnTo>
                    <a:pt x="1044" y="278"/>
                  </a:lnTo>
                  <a:lnTo>
                    <a:pt x="929" y="163"/>
                  </a:lnTo>
                  <a:lnTo>
                    <a:pt x="872" y="106"/>
                  </a:lnTo>
                  <a:lnTo>
                    <a:pt x="815" y="67"/>
                  </a:lnTo>
                  <a:lnTo>
                    <a:pt x="757" y="29"/>
                  </a:lnTo>
                  <a:lnTo>
                    <a:pt x="700" y="10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383;p31">
              <a:extLst>
                <a:ext uri="{FF2B5EF4-FFF2-40B4-BE49-F238E27FC236}">
                  <a16:creationId xmlns:a16="http://schemas.microsoft.com/office/drawing/2014/main" id="{2054DEB5-1684-9DEA-7D96-CB5366A13E28}"/>
                </a:ext>
              </a:extLst>
            </p:cNvPr>
            <p:cNvSpPr/>
            <p:nvPr/>
          </p:nvSpPr>
          <p:spPr>
            <a:xfrm>
              <a:off x="2172025" y="3395345"/>
              <a:ext cx="43037" cy="379416"/>
            </a:xfrm>
            <a:custGeom>
              <a:avLst/>
              <a:gdLst/>
              <a:ahLst/>
              <a:cxnLst/>
              <a:rect l="l" t="t" r="r" b="b"/>
              <a:pathLst>
                <a:path w="1332" h="11743" extrusionOk="0">
                  <a:moveTo>
                    <a:pt x="594" y="0"/>
                  </a:moveTo>
                  <a:lnTo>
                    <a:pt x="536" y="10"/>
                  </a:lnTo>
                  <a:lnTo>
                    <a:pt x="469" y="29"/>
                  </a:lnTo>
                  <a:lnTo>
                    <a:pt x="412" y="48"/>
                  </a:lnTo>
                  <a:lnTo>
                    <a:pt x="354" y="77"/>
                  </a:lnTo>
                  <a:lnTo>
                    <a:pt x="297" y="115"/>
                  </a:lnTo>
                  <a:lnTo>
                    <a:pt x="239" y="153"/>
                  </a:lnTo>
                  <a:lnTo>
                    <a:pt x="201" y="192"/>
                  </a:lnTo>
                  <a:lnTo>
                    <a:pt x="153" y="240"/>
                  </a:lnTo>
                  <a:lnTo>
                    <a:pt x="115" y="287"/>
                  </a:lnTo>
                  <a:lnTo>
                    <a:pt x="86" y="345"/>
                  </a:lnTo>
                  <a:lnTo>
                    <a:pt x="58" y="402"/>
                  </a:lnTo>
                  <a:lnTo>
                    <a:pt x="29" y="469"/>
                  </a:lnTo>
                  <a:lnTo>
                    <a:pt x="19" y="527"/>
                  </a:lnTo>
                  <a:lnTo>
                    <a:pt x="10" y="594"/>
                  </a:lnTo>
                  <a:lnTo>
                    <a:pt x="0" y="661"/>
                  </a:lnTo>
                  <a:lnTo>
                    <a:pt x="0" y="11072"/>
                  </a:lnTo>
                  <a:lnTo>
                    <a:pt x="10" y="11139"/>
                  </a:lnTo>
                  <a:lnTo>
                    <a:pt x="19" y="11207"/>
                  </a:lnTo>
                  <a:lnTo>
                    <a:pt x="29" y="11274"/>
                  </a:lnTo>
                  <a:lnTo>
                    <a:pt x="58" y="11331"/>
                  </a:lnTo>
                  <a:lnTo>
                    <a:pt x="86" y="11389"/>
                  </a:lnTo>
                  <a:lnTo>
                    <a:pt x="115" y="11446"/>
                  </a:lnTo>
                  <a:lnTo>
                    <a:pt x="153" y="11494"/>
                  </a:lnTo>
                  <a:lnTo>
                    <a:pt x="201" y="11542"/>
                  </a:lnTo>
                  <a:lnTo>
                    <a:pt x="239" y="11590"/>
                  </a:lnTo>
                  <a:lnTo>
                    <a:pt x="297" y="11628"/>
                  </a:lnTo>
                  <a:lnTo>
                    <a:pt x="354" y="11657"/>
                  </a:lnTo>
                  <a:lnTo>
                    <a:pt x="412" y="11685"/>
                  </a:lnTo>
                  <a:lnTo>
                    <a:pt x="469" y="11714"/>
                  </a:lnTo>
                  <a:lnTo>
                    <a:pt x="536" y="11724"/>
                  </a:lnTo>
                  <a:lnTo>
                    <a:pt x="594" y="11733"/>
                  </a:lnTo>
                  <a:lnTo>
                    <a:pt x="671" y="11743"/>
                  </a:lnTo>
                  <a:lnTo>
                    <a:pt x="738" y="11733"/>
                  </a:lnTo>
                  <a:lnTo>
                    <a:pt x="805" y="11724"/>
                  </a:lnTo>
                  <a:lnTo>
                    <a:pt x="862" y="11714"/>
                  </a:lnTo>
                  <a:lnTo>
                    <a:pt x="929" y="11685"/>
                  </a:lnTo>
                  <a:lnTo>
                    <a:pt x="987" y="11657"/>
                  </a:lnTo>
                  <a:lnTo>
                    <a:pt x="1034" y="11628"/>
                  </a:lnTo>
                  <a:lnTo>
                    <a:pt x="1092" y="11590"/>
                  </a:lnTo>
                  <a:lnTo>
                    <a:pt x="1140" y="11542"/>
                  </a:lnTo>
                  <a:lnTo>
                    <a:pt x="1178" y="11494"/>
                  </a:lnTo>
                  <a:lnTo>
                    <a:pt x="1216" y="11446"/>
                  </a:lnTo>
                  <a:lnTo>
                    <a:pt x="1245" y="11389"/>
                  </a:lnTo>
                  <a:lnTo>
                    <a:pt x="1274" y="11331"/>
                  </a:lnTo>
                  <a:lnTo>
                    <a:pt x="1303" y="11274"/>
                  </a:lnTo>
                  <a:lnTo>
                    <a:pt x="1312" y="11207"/>
                  </a:lnTo>
                  <a:lnTo>
                    <a:pt x="1322" y="11139"/>
                  </a:lnTo>
                  <a:lnTo>
                    <a:pt x="1331" y="11072"/>
                  </a:lnTo>
                  <a:lnTo>
                    <a:pt x="1331" y="661"/>
                  </a:lnTo>
                  <a:lnTo>
                    <a:pt x="1322" y="594"/>
                  </a:lnTo>
                  <a:lnTo>
                    <a:pt x="1312" y="527"/>
                  </a:lnTo>
                  <a:lnTo>
                    <a:pt x="1303" y="469"/>
                  </a:lnTo>
                  <a:lnTo>
                    <a:pt x="1274" y="402"/>
                  </a:lnTo>
                  <a:lnTo>
                    <a:pt x="1245" y="345"/>
                  </a:lnTo>
                  <a:lnTo>
                    <a:pt x="1216" y="287"/>
                  </a:lnTo>
                  <a:lnTo>
                    <a:pt x="1178" y="240"/>
                  </a:lnTo>
                  <a:lnTo>
                    <a:pt x="1140" y="192"/>
                  </a:lnTo>
                  <a:lnTo>
                    <a:pt x="1092" y="153"/>
                  </a:lnTo>
                  <a:lnTo>
                    <a:pt x="1034" y="115"/>
                  </a:lnTo>
                  <a:lnTo>
                    <a:pt x="987" y="77"/>
                  </a:lnTo>
                  <a:lnTo>
                    <a:pt x="929" y="48"/>
                  </a:lnTo>
                  <a:lnTo>
                    <a:pt x="862" y="29"/>
                  </a:lnTo>
                  <a:lnTo>
                    <a:pt x="805" y="10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384;p31">
              <a:extLst>
                <a:ext uri="{FF2B5EF4-FFF2-40B4-BE49-F238E27FC236}">
                  <a16:creationId xmlns:a16="http://schemas.microsoft.com/office/drawing/2014/main" id="{D297A34F-E0AC-8837-8E34-0ED995F6E36D}"/>
                </a:ext>
              </a:extLst>
            </p:cNvPr>
            <p:cNvSpPr/>
            <p:nvPr/>
          </p:nvSpPr>
          <p:spPr>
            <a:xfrm>
              <a:off x="1896900" y="3021187"/>
              <a:ext cx="587073" cy="543454"/>
            </a:xfrm>
            <a:custGeom>
              <a:avLst/>
              <a:gdLst/>
              <a:ahLst/>
              <a:cxnLst/>
              <a:rect l="l" t="t" r="r" b="b"/>
              <a:pathLst>
                <a:path w="18170" h="16820" extrusionOk="0">
                  <a:moveTo>
                    <a:pt x="2912" y="0"/>
                  </a:moveTo>
                  <a:lnTo>
                    <a:pt x="2759" y="10"/>
                  </a:lnTo>
                  <a:lnTo>
                    <a:pt x="2615" y="19"/>
                  </a:lnTo>
                  <a:lnTo>
                    <a:pt x="2471" y="39"/>
                  </a:lnTo>
                  <a:lnTo>
                    <a:pt x="2328" y="58"/>
                  </a:lnTo>
                  <a:lnTo>
                    <a:pt x="2184" y="96"/>
                  </a:lnTo>
                  <a:lnTo>
                    <a:pt x="2050" y="134"/>
                  </a:lnTo>
                  <a:lnTo>
                    <a:pt x="1906" y="182"/>
                  </a:lnTo>
                  <a:lnTo>
                    <a:pt x="1782" y="230"/>
                  </a:lnTo>
                  <a:lnTo>
                    <a:pt x="1648" y="288"/>
                  </a:lnTo>
                  <a:lnTo>
                    <a:pt x="1523" y="355"/>
                  </a:lnTo>
                  <a:lnTo>
                    <a:pt x="1399" y="422"/>
                  </a:lnTo>
                  <a:lnTo>
                    <a:pt x="1284" y="498"/>
                  </a:lnTo>
                  <a:lnTo>
                    <a:pt x="1169" y="584"/>
                  </a:lnTo>
                  <a:lnTo>
                    <a:pt x="1063" y="671"/>
                  </a:lnTo>
                  <a:lnTo>
                    <a:pt x="958" y="757"/>
                  </a:lnTo>
                  <a:lnTo>
                    <a:pt x="853" y="853"/>
                  </a:lnTo>
                  <a:lnTo>
                    <a:pt x="757" y="958"/>
                  </a:lnTo>
                  <a:lnTo>
                    <a:pt x="661" y="1063"/>
                  </a:lnTo>
                  <a:lnTo>
                    <a:pt x="575" y="1169"/>
                  </a:lnTo>
                  <a:lnTo>
                    <a:pt x="498" y="1284"/>
                  </a:lnTo>
                  <a:lnTo>
                    <a:pt x="422" y="1408"/>
                  </a:lnTo>
                  <a:lnTo>
                    <a:pt x="355" y="1523"/>
                  </a:lnTo>
                  <a:lnTo>
                    <a:pt x="287" y="1648"/>
                  </a:lnTo>
                  <a:lnTo>
                    <a:pt x="230" y="1782"/>
                  </a:lnTo>
                  <a:lnTo>
                    <a:pt x="173" y="1916"/>
                  </a:lnTo>
                  <a:lnTo>
                    <a:pt x="134" y="2050"/>
                  </a:lnTo>
                  <a:lnTo>
                    <a:pt x="86" y="2184"/>
                  </a:lnTo>
                  <a:lnTo>
                    <a:pt x="58" y="2328"/>
                  </a:lnTo>
                  <a:lnTo>
                    <a:pt x="29" y="2471"/>
                  </a:lnTo>
                  <a:lnTo>
                    <a:pt x="10" y="2615"/>
                  </a:lnTo>
                  <a:lnTo>
                    <a:pt x="0" y="2768"/>
                  </a:lnTo>
                  <a:lnTo>
                    <a:pt x="0" y="2912"/>
                  </a:lnTo>
                  <a:lnTo>
                    <a:pt x="0" y="13908"/>
                  </a:lnTo>
                  <a:lnTo>
                    <a:pt x="0" y="14051"/>
                  </a:lnTo>
                  <a:lnTo>
                    <a:pt x="10" y="14205"/>
                  </a:lnTo>
                  <a:lnTo>
                    <a:pt x="29" y="14348"/>
                  </a:lnTo>
                  <a:lnTo>
                    <a:pt x="58" y="14492"/>
                  </a:lnTo>
                  <a:lnTo>
                    <a:pt x="86" y="14636"/>
                  </a:lnTo>
                  <a:lnTo>
                    <a:pt x="134" y="14770"/>
                  </a:lnTo>
                  <a:lnTo>
                    <a:pt x="173" y="14904"/>
                  </a:lnTo>
                  <a:lnTo>
                    <a:pt x="230" y="15038"/>
                  </a:lnTo>
                  <a:lnTo>
                    <a:pt x="287" y="15162"/>
                  </a:lnTo>
                  <a:lnTo>
                    <a:pt x="355" y="15296"/>
                  </a:lnTo>
                  <a:lnTo>
                    <a:pt x="422" y="15411"/>
                  </a:lnTo>
                  <a:lnTo>
                    <a:pt x="498" y="15536"/>
                  </a:lnTo>
                  <a:lnTo>
                    <a:pt x="575" y="15651"/>
                  </a:lnTo>
                  <a:lnTo>
                    <a:pt x="661" y="15756"/>
                  </a:lnTo>
                  <a:lnTo>
                    <a:pt x="757" y="15862"/>
                  </a:lnTo>
                  <a:lnTo>
                    <a:pt x="853" y="15967"/>
                  </a:lnTo>
                  <a:lnTo>
                    <a:pt x="958" y="16063"/>
                  </a:lnTo>
                  <a:lnTo>
                    <a:pt x="1063" y="16149"/>
                  </a:lnTo>
                  <a:lnTo>
                    <a:pt x="1169" y="16235"/>
                  </a:lnTo>
                  <a:lnTo>
                    <a:pt x="1284" y="16321"/>
                  </a:lnTo>
                  <a:lnTo>
                    <a:pt x="1399" y="16398"/>
                  </a:lnTo>
                  <a:lnTo>
                    <a:pt x="1523" y="16465"/>
                  </a:lnTo>
                  <a:lnTo>
                    <a:pt x="1648" y="16532"/>
                  </a:lnTo>
                  <a:lnTo>
                    <a:pt x="1782" y="16589"/>
                  </a:lnTo>
                  <a:lnTo>
                    <a:pt x="1906" y="16637"/>
                  </a:lnTo>
                  <a:lnTo>
                    <a:pt x="2050" y="16685"/>
                  </a:lnTo>
                  <a:lnTo>
                    <a:pt x="2184" y="16724"/>
                  </a:lnTo>
                  <a:lnTo>
                    <a:pt x="2328" y="16762"/>
                  </a:lnTo>
                  <a:lnTo>
                    <a:pt x="2471" y="16781"/>
                  </a:lnTo>
                  <a:lnTo>
                    <a:pt x="2615" y="16800"/>
                  </a:lnTo>
                  <a:lnTo>
                    <a:pt x="2759" y="16810"/>
                  </a:lnTo>
                  <a:lnTo>
                    <a:pt x="2912" y="16819"/>
                  </a:lnTo>
                  <a:lnTo>
                    <a:pt x="15258" y="16819"/>
                  </a:lnTo>
                  <a:lnTo>
                    <a:pt x="15411" y="16810"/>
                  </a:lnTo>
                  <a:lnTo>
                    <a:pt x="15555" y="16800"/>
                  </a:lnTo>
                  <a:lnTo>
                    <a:pt x="15708" y="16781"/>
                  </a:lnTo>
                  <a:lnTo>
                    <a:pt x="15842" y="16762"/>
                  </a:lnTo>
                  <a:lnTo>
                    <a:pt x="15986" y="16724"/>
                  </a:lnTo>
                  <a:lnTo>
                    <a:pt x="16130" y="16685"/>
                  </a:lnTo>
                  <a:lnTo>
                    <a:pt x="16264" y="16637"/>
                  </a:lnTo>
                  <a:lnTo>
                    <a:pt x="16398" y="16589"/>
                  </a:lnTo>
                  <a:lnTo>
                    <a:pt x="16522" y="16532"/>
                  </a:lnTo>
                  <a:lnTo>
                    <a:pt x="16647" y="16465"/>
                  </a:lnTo>
                  <a:lnTo>
                    <a:pt x="16771" y="16398"/>
                  </a:lnTo>
                  <a:lnTo>
                    <a:pt x="16886" y="16321"/>
                  </a:lnTo>
                  <a:lnTo>
                    <a:pt x="17001" y="16235"/>
                  </a:lnTo>
                  <a:lnTo>
                    <a:pt x="17116" y="16149"/>
                  </a:lnTo>
                  <a:lnTo>
                    <a:pt x="17222" y="16063"/>
                  </a:lnTo>
                  <a:lnTo>
                    <a:pt x="17317" y="15967"/>
                  </a:lnTo>
                  <a:lnTo>
                    <a:pt x="17413" y="15862"/>
                  </a:lnTo>
                  <a:lnTo>
                    <a:pt x="17509" y="15756"/>
                  </a:lnTo>
                  <a:lnTo>
                    <a:pt x="17595" y="15651"/>
                  </a:lnTo>
                  <a:lnTo>
                    <a:pt x="17672" y="15536"/>
                  </a:lnTo>
                  <a:lnTo>
                    <a:pt x="17748" y="15411"/>
                  </a:lnTo>
                  <a:lnTo>
                    <a:pt x="17825" y="15296"/>
                  </a:lnTo>
                  <a:lnTo>
                    <a:pt x="17882" y="15162"/>
                  </a:lnTo>
                  <a:lnTo>
                    <a:pt x="17940" y="15038"/>
                  </a:lnTo>
                  <a:lnTo>
                    <a:pt x="17997" y="14904"/>
                  </a:lnTo>
                  <a:lnTo>
                    <a:pt x="18045" y="14770"/>
                  </a:lnTo>
                  <a:lnTo>
                    <a:pt x="18084" y="14636"/>
                  </a:lnTo>
                  <a:lnTo>
                    <a:pt x="18112" y="14492"/>
                  </a:lnTo>
                  <a:lnTo>
                    <a:pt x="18141" y="14348"/>
                  </a:lnTo>
                  <a:lnTo>
                    <a:pt x="18160" y="14205"/>
                  </a:lnTo>
                  <a:lnTo>
                    <a:pt x="18170" y="14051"/>
                  </a:lnTo>
                  <a:lnTo>
                    <a:pt x="18170" y="13908"/>
                  </a:lnTo>
                  <a:lnTo>
                    <a:pt x="18170" y="2912"/>
                  </a:lnTo>
                  <a:lnTo>
                    <a:pt x="18170" y="2768"/>
                  </a:lnTo>
                  <a:lnTo>
                    <a:pt x="18160" y="2615"/>
                  </a:lnTo>
                  <a:lnTo>
                    <a:pt x="18141" y="2471"/>
                  </a:lnTo>
                  <a:lnTo>
                    <a:pt x="18112" y="2328"/>
                  </a:lnTo>
                  <a:lnTo>
                    <a:pt x="18084" y="2184"/>
                  </a:lnTo>
                  <a:lnTo>
                    <a:pt x="18045" y="2050"/>
                  </a:lnTo>
                  <a:lnTo>
                    <a:pt x="17997" y="1916"/>
                  </a:lnTo>
                  <a:lnTo>
                    <a:pt x="17940" y="1782"/>
                  </a:lnTo>
                  <a:lnTo>
                    <a:pt x="17882" y="1648"/>
                  </a:lnTo>
                  <a:lnTo>
                    <a:pt x="17825" y="1523"/>
                  </a:lnTo>
                  <a:lnTo>
                    <a:pt x="17748" y="1408"/>
                  </a:lnTo>
                  <a:lnTo>
                    <a:pt x="17672" y="1284"/>
                  </a:lnTo>
                  <a:lnTo>
                    <a:pt x="17595" y="1169"/>
                  </a:lnTo>
                  <a:lnTo>
                    <a:pt x="17509" y="1063"/>
                  </a:lnTo>
                  <a:lnTo>
                    <a:pt x="17413" y="958"/>
                  </a:lnTo>
                  <a:lnTo>
                    <a:pt x="17317" y="853"/>
                  </a:lnTo>
                  <a:lnTo>
                    <a:pt x="17222" y="757"/>
                  </a:lnTo>
                  <a:lnTo>
                    <a:pt x="17116" y="671"/>
                  </a:lnTo>
                  <a:lnTo>
                    <a:pt x="17001" y="584"/>
                  </a:lnTo>
                  <a:lnTo>
                    <a:pt x="16886" y="498"/>
                  </a:lnTo>
                  <a:lnTo>
                    <a:pt x="16771" y="422"/>
                  </a:lnTo>
                  <a:lnTo>
                    <a:pt x="16647" y="355"/>
                  </a:lnTo>
                  <a:lnTo>
                    <a:pt x="16522" y="288"/>
                  </a:lnTo>
                  <a:lnTo>
                    <a:pt x="16398" y="230"/>
                  </a:lnTo>
                  <a:lnTo>
                    <a:pt x="16264" y="182"/>
                  </a:lnTo>
                  <a:lnTo>
                    <a:pt x="16130" y="134"/>
                  </a:lnTo>
                  <a:lnTo>
                    <a:pt x="15986" y="96"/>
                  </a:lnTo>
                  <a:lnTo>
                    <a:pt x="15842" y="58"/>
                  </a:lnTo>
                  <a:lnTo>
                    <a:pt x="15708" y="39"/>
                  </a:lnTo>
                  <a:lnTo>
                    <a:pt x="15555" y="19"/>
                  </a:lnTo>
                  <a:lnTo>
                    <a:pt x="15411" y="10"/>
                  </a:lnTo>
                  <a:lnTo>
                    <a:pt x="152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385;p31">
              <a:extLst>
                <a:ext uri="{FF2B5EF4-FFF2-40B4-BE49-F238E27FC236}">
                  <a16:creationId xmlns:a16="http://schemas.microsoft.com/office/drawing/2014/main" id="{4E9238E7-A2AD-8F7E-535D-7A55848E5ADE}"/>
                </a:ext>
              </a:extLst>
            </p:cNvPr>
            <p:cNvSpPr/>
            <p:nvPr/>
          </p:nvSpPr>
          <p:spPr>
            <a:xfrm>
              <a:off x="1899969" y="2961767"/>
              <a:ext cx="587105" cy="543454"/>
            </a:xfrm>
            <a:custGeom>
              <a:avLst/>
              <a:gdLst/>
              <a:ahLst/>
              <a:cxnLst/>
              <a:rect l="l" t="t" r="r" b="b"/>
              <a:pathLst>
                <a:path w="18171" h="16820" extrusionOk="0">
                  <a:moveTo>
                    <a:pt x="2913" y="0"/>
                  </a:moveTo>
                  <a:lnTo>
                    <a:pt x="2759" y="10"/>
                  </a:lnTo>
                  <a:lnTo>
                    <a:pt x="2616" y="19"/>
                  </a:lnTo>
                  <a:lnTo>
                    <a:pt x="2472" y="39"/>
                  </a:lnTo>
                  <a:lnTo>
                    <a:pt x="2328" y="58"/>
                  </a:lnTo>
                  <a:lnTo>
                    <a:pt x="2185" y="96"/>
                  </a:lnTo>
                  <a:lnTo>
                    <a:pt x="2051" y="134"/>
                  </a:lnTo>
                  <a:lnTo>
                    <a:pt x="1907" y="182"/>
                  </a:lnTo>
                  <a:lnTo>
                    <a:pt x="1782" y="230"/>
                  </a:lnTo>
                  <a:lnTo>
                    <a:pt x="1648" y="288"/>
                  </a:lnTo>
                  <a:lnTo>
                    <a:pt x="1524" y="355"/>
                  </a:lnTo>
                  <a:lnTo>
                    <a:pt x="1399" y="422"/>
                  </a:lnTo>
                  <a:lnTo>
                    <a:pt x="1284" y="498"/>
                  </a:lnTo>
                  <a:lnTo>
                    <a:pt x="1169" y="584"/>
                  </a:lnTo>
                  <a:lnTo>
                    <a:pt x="1064" y="671"/>
                  </a:lnTo>
                  <a:lnTo>
                    <a:pt x="959" y="757"/>
                  </a:lnTo>
                  <a:lnTo>
                    <a:pt x="853" y="853"/>
                  </a:lnTo>
                  <a:lnTo>
                    <a:pt x="758" y="958"/>
                  </a:lnTo>
                  <a:lnTo>
                    <a:pt x="662" y="1063"/>
                  </a:lnTo>
                  <a:lnTo>
                    <a:pt x="576" y="1169"/>
                  </a:lnTo>
                  <a:lnTo>
                    <a:pt x="499" y="1284"/>
                  </a:lnTo>
                  <a:lnTo>
                    <a:pt x="422" y="1408"/>
                  </a:lnTo>
                  <a:lnTo>
                    <a:pt x="355" y="1523"/>
                  </a:lnTo>
                  <a:lnTo>
                    <a:pt x="288" y="1648"/>
                  </a:lnTo>
                  <a:lnTo>
                    <a:pt x="231" y="1782"/>
                  </a:lnTo>
                  <a:lnTo>
                    <a:pt x="173" y="1916"/>
                  </a:lnTo>
                  <a:lnTo>
                    <a:pt x="135" y="2050"/>
                  </a:lnTo>
                  <a:lnTo>
                    <a:pt x="87" y="2184"/>
                  </a:lnTo>
                  <a:lnTo>
                    <a:pt x="58" y="2328"/>
                  </a:lnTo>
                  <a:lnTo>
                    <a:pt x="30" y="2471"/>
                  </a:lnTo>
                  <a:lnTo>
                    <a:pt x="10" y="2615"/>
                  </a:lnTo>
                  <a:lnTo>
                    <a:pt x="1" y="2768"/>
                  </a:lnTo>
                  <a:lnTo>
                    <a:pt x="1" y="2912"/>
                  </a:lnTo>
                  <a:lnTo>
                    <a:pt x="1" y="13908"/>
                  </a:lnTo>
                  <a:lnTo>
                    <a:pt x="1" y="14051"/>
                  </a:lnTo>
                  <a:lnTo>
                    <a:pt x="10" y="14205"/>
                  </a:lnTo>
                  <a:lnTo>
                    <a:pt x="30" y="14348"/>
                  </a:lnTo>
                  <a:lnTo>
                    <a:pt x="58" y="14492"/>
                  </a:lnTo>
                  <a:lnTo>
                    <a:pt x="87" y="14636"/>
                  </a:lnTo>
                  <a:lnTo>
                    <a:pt x="135" y="14770"/>
                  </a:lnTo>
                  <a:lnTo>
                    <a:pt x="173" y="14904"/>
                  </a:lnTo>
                  <a:lnTo>
                    <a:pt x="231" y="15038"/>
                  </a:lnTo>
                  <a:lnTo>
                    <a:pt x="288" y="15172"/>
                  </a:lnTo>
                  <a:lnTo>
                    <a:pt x="355" y="15296"/>
                  </a:lnTo>
                  <a:lnTo>
                    <a:pt x="422" y="15411"/>
                  </a:lnTo>
                  <a:lnTo>
                    <a:pt x="499" y="15536"/>
                  </a:lnTo>
                  <a:lnTo>
                    <a:pt x="576" y="15651"/>
                  </a:lnTo>
                  <a:lnTo>
                    <a:pt x="662" y="15756"/>
                  </a:lnTo>
                  <a:lnTo>
                    <a:pt x="758" y="15862"/>
                  </a:lnTo>
                  <a:lnTo>
                    <a:pt x="853" y="15967"/>
                  </a:lnTo>
                  <a:lnTo>
                    <a:pt x="959" y="16063"/>
                  </a:lnTo>
                  <a:lnTo>
                    <a:pt x="1064" y="16149"/>
                  </a:lnTo>
                  <a:lnTo>
                    <a:pt x="1169" y="16235"/>
                  </a:lnTo>
                  <a:lnTo>
                    <a:pt x="1284" y="16321"/>
                  </a:lnTo>
                  <a:lnTo>
                    <a:pt x="1399" y="16398"/>
                  </a:lnTo>
                  <a:lnTo>
                    <a:pt x="1524" y="16465"/>
                  </a:lnTo>
                  <a:lnTo>
                    <a:pt x="1648" y="16532"/>
                  </a:lnTo>
                  <a:lnTo>
                    <a:pt x="1782" y="16589"/>
                  </a:lnTo>
                  <a:lnTo>
                    <a:pt x="1907" y="16637"/>
                  </a:lnTo>
                  <a:lnTo>
                    <a:pt x="2051" y="16685"/>
                  </a:lnTo>
                  <a:lnTo>
                    <a:pt x="2185" y="16724"/>
                  </a:lnTo>
                  <a:lnTo>
                    <a:pt x="2328" y="16762"/>
                  </a:lnTo>
                  <a:lnTo>
                    <a:pt x="2472" y="16781"/>
                  </a:lnTo>
                  <a:lnTo>
                    <a:pt x="2616" y="16800"/>
                  </a:lnTo>
                  <a:lnTo>
                    <a:pt x="2759" y="16810"/>
                  </a:lnTo>
                  <a:lnTo>
                    <a:pt x="2913" y="16819"/>
                  </a:lnTo>
                  <a:lnTo>
                    <a:pt x="15259" y="16819"/>
                  </a:lnTo>
                  <a:lnTo>
                    <a:pt x="15412" y="16810"/>
                  </a:lnTo>
                  <a:lnTo>
                    <a:pt x="15556" y="16800"/>
                  </a:lnTo>
                  <a:lnTo>
                    <a:pt x="15709" y="16781"/>
                  </a:lnTo>
                  <a:lnTo>
                    <a:pt x="15843" y="16762"/>
                  </a:lnTo>
                  <a:lnTo>
                    <a:pt x="15987" y="16724"/>
                  </a:lnTo>
                  <a:lnTo>
                    <a:pt x="16130" y="16685"/>
                  </a:lnTo>
                  <a:lnTo>
                    <a:pt x="16264" y="16637"/>
                  </a:lnTo>
                  <a:lnTo>
                    <a:pt x="16399" y="16589"/>
                  </a:lnTo>
                  <a:lnTo>
                    <a:pt x="16523" y="16532"/>
                  </a:lnTo>
                  <a:lnTo>
                    <a:pt x="16648" y="16465"/>
                  </a:lnTo>
                  <a:lnTo>
                    <a:pt x="16772" y="16398"/>
                  </a:lnTo>
                  <a:lnTo>
                    <a:pt x="16887" y="16321"/>
                  </a:lnTo>
                  <a:lnTo>
                    <a:pt x="17002" y="16235"/>
                  </a:lnTo>
                  <a:lnTo>
                    <a:pt x="17117" y="16149"/>
                  </a:lnTo>
                  <a:lnTo>
                    <a:pt x="17222" y="16063"/>
                  </a:lnTo>
                  <a:lnTo>
                    <a:pt x="17318" y="15967"/>
                  </a:lnTo>
                  <a:lnTo>
                    <a:pt x="17414" y="15862"/>
                  </a:lnTo>
                  <a:lnTo>
                    <a:pt x="17510" y="15756"/>
                  </a:lnTo>
                  <a:lnTo>
                    <a:pt x="17596" y="15651"/>
                  </a:lnTo>
                  <a:lnTo>
                    <a:pt x="17672" y="15536"/>
                  </a:lnTo>
                  <a:lnTo>
                    <a:pt x="17749" y="15411"/>
                  </a:lnTo>
                  <a:lnTo>
                    <a:pt x="17826" y="15296"/>
                  </a:lnTo>
                  <a:lnTo>
                    <a:pt x="17883" y="15172"/>
                  </a:lnTo>
                  <a:lnTo>
                    <a:pt x="17941" y="15038"/>
                  </a:lnTo>
                  <a:lnTo>
                    <a:pt x="17998" y="14904"/>
                  </a:lnTo>
                  <a:lnTo>
                    <a:pt x="18046" y="14770"/>
                  </a:lnTo>
                  <a:lnTo>
                    <a:pt x="18084" y="14636"/>
                  </a:lnTo>
                  <a:lnTo>
                    <a:pt x="18113" y="14492"/>
                  </a:lnTo>
                  <a:lnTo>
                    <a:pt x="18142" y="14348"/>
                  </a:lnTo>
                  <a:lnTo>
                    <a:pt x="18161" y="14205"/>
                  </a:lnTo>
                  <a:lnTo>
                    <a:pt x="18171" y="14051"/>
                  </a:lnTo>
                  <a:lnTo>
                    <a:pt x="18171" y="13908"/>
                  </a:lnTo>
                  <a:lnTo>
                    <a:pt x="18171" y="2912"/>
                  </a:lnTo>
                  <a:lnTo>
                    <a:pt x="18171" y="2768"/>
                  </a:lnTo>
                  <a:lnTo>
                    <a:pt x="18161" y="2615"/>
                  </a:lnTo>
                  <a:lnTo>
                    <a:pt x="18142" y="2471"/>
                  </a:lnTo>
                  <a:lnTo>
                    <a:pt x="18113" y="2328"/>
                  </a:lnTo>
                  <a:lnTo>
                    <a:pt x="18084" y="2184"/>
                  </a:lnTo>
                  <a:lnTo>
                    <a:pt x="18046" y="2050"/>
                  </a:lnTo>
                  <a:lnTo>
                    <a:pt x="17998" y="1916"/>
                  </a:lnTo>
                  <a:lnTo>
                    <a:pt x="17941" y="1782"/>
                  </a:lnTo>
                  <a:lnTo>
                    <a:pt x="17883" y="1648"/>
                  </a:lnTo>
                  <a:lnTo>
                    <a:pt x="17826" y="1523"/>
                  </a:lnTo>
                  <a:lnTo>
                    <a:pt x="17749" y="1408"/>
                  </a:lnTo>
                  <a:lnTo>
                    <a:pt x="17672" y="1284"/>
                  </a:lnTo>
                  <a:lnTo>
                    <a:pt x="17596" y="1169"/>
                  </a:lnTo>
                  <a:lnTo>
                    <a:pt x="17510" y="1063"/>
                  </a:lnTo>
                  <a:lnTo>
                    <a:pt x="17414" y="958"/>
                  </a:lnTo>
                  <a:lnTo>
                    <a:pt x="17318" y="853"/>
                  </a:lnTo>
                  <a:lnTo>
                    <a:pt x="17222" y="757"/>
                  </a:lnTo>
                  <a:lnTo>
                    <a:pt x="17117" y="671"/>
                  </a:lnTo>
                  <a:lnTo>
                    <a:pt x="17002" y="584"/>
                  </a:lnTo>
                  <a:lnTo>
                    <a:pt x="16887" y="498"/>
                  </a:lnTo>
                  <a:lnTo>
                    <a:pt x="16772" y="422"/>
                  </a:lnTo>
                  <a:lnTo>
                    <a:pt x="16648" y="355"/>
                  </a:lnTo>
                  <a:lnTo>
                    <a:pt x="16523" y="288"/>
                  </a:lnTo>
                  <a:lnTo>
                    <a:pt x="16399" y="230"/>
                  </a:lnTo>
                  <a:lnTo>
                    <a:pt x="16264" y="182"/>
                  </a:lnTo>
                  <a:lnTo>
                    <a:pt x="16130" y="134"/>
                  </a:lnTo>
                  <a:lnTo>
                    <a:pt x="15987" y="96"/>
                  </a:lnTo>
                  <a:lnTo>
                    <a:pt x="15843" y="58"/>
                  </a:lnTo>
                  <a:lnTo>
                    <a:pt x="15709" y="39"/>
                  </a:lnTo>
                  <a:lnTo>
                    <a:pt x="15556" y="19"/>
                  </a:lnTo>
                  <a:lnTo>
                    <a:pt x="15412" y="10"/>
                  </a:lnTo>
                  <a:lnTo>
                    <a:pt x="15259" y="0"/>
                  </a:lnTo>
                  <a:close/>
                </a:path>
              </a:pathLst>
            </a:custGeom>
            <a:solidFill>
              <a:srgbClr val="202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386;p31">
              <a:extLst>
                <a:ext uri="{FF2B5EF4-FFF2-40B4-BE49-F238E27FC236}">
                  <a16:creationId xmlns:a16="http://schemas.microsoft.com/office/drawing/2014/main" id="{280650D2-9834-AE67-92CB-F1F447B8482B}"/>
                </a:ext>
              </a:extLst>
            </p:cNvPr>
            <p:cNvSpPr/>
            <p:nvPr/>
          </p:nvSpPr>
          <p:spPr>
            <a:xfrm>
              <a:off x="1826624" y="3809116"/>
              <a:ext cx="727589" cy="48303"/>
            </a:xfrm>
            <a:custGeom>
              <a:avLst/>
              <a:gdLst/>
              <a:ahLst/>
              <a:cxnLst/>
              <a:rect l="l" t="t" r="r" b="b"/>
              <a:pathLst>
                <a:path w="22519" h="1495" extrusionOk="0">
                  <a:moveTo>
                    <a:pt x="1" y="0"/>
                  </a:moveTo>
                  <a:lnTo>
                    <a:pt x="1" y="450"/>
                  </a:lnTo>
                  <a:lnTo>
                    <a:pt x="10" y="556"/>
                  </a:lnTo>
                  <a:lnTo>
                    <a:pt x="20" y="661"/>
                  </a:lnTo>
                  <a:lnTo>
                    <a:pt x="49" y="757"/>
                  </a:lnTo>
                  <a:lnTo>
                    <a:pt x="87" y="853"/>
                  </a:lnTo>
                  <a:lnTo>
                    <a:pt x="125" y="948"/>
                  </a:lnTo>
                  <a:lnTo>
                    <a:pt x="183" y="1035"/>
                  </a:lnTo>
                  <a:lnTo>
                    <a:pt x="240" y="1111"/>
                  </a:lnTo>
                  <a:lnTo>
                    <a:pt x="307" y="1188"/>
                  </a:lnTo>
                  <a:lnTo>
                    <a:pt x="384" y="1255"/>
                  </a:lnTo>
                  <a:lnTo>
                    <a:pt x="461" y="1312"/>
                  </a:lnTo>
                  <a:lnTo>
                    <a:pt x="547" y="1370"/>
                  </a:lnTo>
                  <a:lnTo>
                    <a:pt x="633" y="1408"/>
                  </a:lnTo>
                  <a:lnTo>
                    <a:pt x="729" y="1446"/>
                  </a:lnTo>
                  <a:lnTo>
                    <a:pt x="834" y="1475"/>
                  </a:lnTo>
                  <a:lnTo>
                    <a:pt x="930" y="1485"/>
                  </a:lnTo>
                  <a:lnTo>
                    <a:pt x="1045" y="1494"/>
                  </a:lnTo>
                  <a:lnTo>
                    <a:pt x="21485" y="1494"/>
                  </a:lnTo>
                  <a:lnTo>
                    <a:pt x="21590" y="1485"/>
                  </a:lnTo>
                  <a:lnTo>
                    <a:pt x="21686" y="1475"/>
                  </a:lnTo>
                  <a:lnTo>
                    <a:pt x="21791" y="1446"/>
                  </a:lnTo>
                  <a:lnTo>
                    <a:pt x="21887" y="1408"/>
                  </a:lnTo>
                  <a:lnTo>
                    <a:pt x="21973" y="1370"/>
                  </a:lnTo>
                  <a:lnTo>
                    <a:pt x="22059" y="1312"/>
                  </a:lnTo>
                  <a:lnTo>
                    <a:pt x="22145" y="1255"/>
                  </a:lnTo>
                  <a:lnTo>
                    <a:pt x="22212" y="1188"/>
                  </a:lnTo>
                  <a:lnTo>
                    <a:pt x="22280" y="1111"/>
                  </a:lnTo>
                  <a:lnTo>
                    <a:pt x="22347" y="1035"/>
                  </a:lnTo>
                  <a:lnTo>
                    <a:pt x="22394" y="948"/>
                  </a:lnTo>
                  <a:lnTo>
                    <a:pt x="22442" y="853"/>
                  </a:lnTo>
                  <a:lnTo>
                    <a:pt x="22471" y="757"/>
                  </a:lnTo>
                  <a:lnTo>
                    <a:pt x="22500" y="661"/>
                  </a:lnTo>
                  <a:lnTo>
                    <a:pt x="22519" y="556"/>
                  </a:lnTo>
                  <a:lnTo>
                    <a:pt x="22519" y="450"/>
                  </a:lnTo>
                  <a:lnTo>
                    <a:pt x="22519" y="0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387;p31">
              <a:extLst>
                <a:ext uri="{FF2B5EF4-FFF2-40B4-BE49-F238E27FC236}">
                  <a16:creationId xmlns:a16="http://schemas.microsoft.com/office/drawing/2014/main" id="{E6337D60-F5B9-0CC5-AC38-85268C3059C5}"/>
                </a:ext>
              </a:extLst>
            </p:cNvPr>
            <p:cNvSpPr/>
            <p:nvPr/>
          </p:nvSpPr>
          <p:spPr>
            <a:xfrm>
              <a:off x="2165208" y="3829213"/>
              <a:ext cx="52342" cy="756700"/>
            </a:xfrm>
            <a:custGeom>
              <a:avLst/>
              <a:gdLst/>
              <a:ahLst/>
              <a:cxnLst/>
              <a:rect l="l" t="t" r="r" b="b"/>
              <a:pathLst>
                <a:path w="1620" h="23420" extrusionOk="0">
                  <a:moveTo>
                    <a:pt x="0" y="1"/>
                  </a:moveTo>
                  <a:lnTo>
                    <a:pt x="0" y="23419"/>
                  </a:lnTo>
                  <a:lnTo>
                    <a:pt x="1619" y="23419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388;p31">
              <a:extLst>
                <a:ext uri="{FF2B5EF4-FFF2-40B4-BE49-F238E27FC236}">
                  <a16:creationId xmlns:a16="http://schemas.microsoft.com/office/drawing/2014/main" id="{208DAD04-B1FB-DB55-D647-BA228ACF0E17}"/>
                </a:ext>
              </a:extLst>
            </p:cNvPr>
            <p:cNvSpPr/>
            <p:nvPr/>
          </p:nvSpPr>
          <p:spPr>
            <a:xfrm>
              <a:off x="1946723" y="4506963"/>
              <a:ext cx="494246" cy="132180"/>
            </a:xfrm>
            <a:custGeom>
              <a:avLst/>
              <a:gdLst/>
              <a:ahLst/>
              <a:cxnLst/>
              <a:rect l="l" t="t" r="r" b="b"/>
              <a:pathLst>
                <a:path w="15297" h="4091" extrusionOk="0">
                  <a:moveTo>
                    <a:pt x="3879" y="1"/>
                  </a:moveTo>
                  <a:lnTo>
                    <a:pt x="3678" y="20"/>
                  </a:lnTo>
                  <a:lnTo>
                    <a:pt x="3467" y="49"/>
                  </a:lnTo>
                  <a:lnTo>
                    <a:pt x="3266" y="87"/>
                  </a:lnTo>
                  <a:lnTo>
                    <a:pt x="3065" y="125"/>
                  </a:lnTo>
                  <a:lnTo>
                    <a:pt x="2874" y="183"/>
                  </a:lnTo>
                  <a:lnTo>
                    <a:pt x="2682" y="250"/>
                  </a:lnTo>
                  <a:lnTo>
                    <a:pt x="2500" y="326"/>
                  </a:lnTo>
                  <a:lnTo>
                    <a:pt x="2318" y="403"/>
                  </a:lnTo>
                  <a:lnTo>
                    <a:pt x="2146" y="499"/>
                  </a:lnTo>
                  <a:lnTo>
                    <a:pt x="1973" y="595"/>
                  </a:lnTo>
                  <a:lnTo>
                    <a:pt x="1801" y="700"/>
                  </a:lnTo>
                  <a:lnTo>
                    <a:pt x="1648" y="815"/>
                  </a:lnTo>
                  <a:lnTo>
                    <a:pt x="1485" y="939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95"/>
                  </a:lnTo>
                  <a:lnTo>
                    <a:pt x="814" y="1648"/>
                  </a:lnTo>
                  <a:lnTo>
                    <a:pt x="699" y="1811"/>
                  </a:lnTo>
                  <a:lnTo>
                    <a:pt x="594" y="1974"/>
                  </a:lnTo>
                  <a:lnTo>
                    <a:pt x="489" y="2146"/>
                  </a:lnTo>
                  <a:lnTo>
                    <a:pt x="402" y="2319"/>
                  </a:lnTo>
                  <a:lnTo>
                    <a:pt x="316" y="2501"/>
                  </a:lnTo>
                  <a:lnTo>
                    <a:pt x="249" y="2692"/>
                  </a:lnTo>
                  <a:lnTo>
                    <a:pt x="182" y="2874"/>
                  </a:lnTo>
                  <a:lnTo>
                    <a:pt x="125" y="3075"/>
                  </a:lnTo>
                  <a:lnTo>
                    <a:pt x="77" y="3267"/>
                  </a:lnTo>
                  <a:lnTo>
                    <a:pt x="48" y="3468"/>
                  </a:lnTo>
                  <a:lnTo>
                    <a:pt x="19" y="3679"/>
                  </a:lnTo>
                  <a:lnTo>
                    <a:pt x="0" y="3880"/>
                  </a:lnTo>
                  <a:lnTo>
                    <a:pt x="0" y="4091"/>
                  </a:lnTo>
                  <a:lnTo>
                    <a:pt x="1169" y="4091"/>
                  </a:lnTo>
                  <a:lnTo>
                    <a:pt x="1178" y="3947"/>
                  </a:lnTo>
                  <a:lnTo>
                    <a:pt x="1188" y="3794"/>
                  </a:lnTo>
                  <a:lnTo>
                    <a:pt x="1207" y="3650"/>
                  </a:lnTo>
                  <a:lnTo>
                    <a:pt x="1236" y="3506"/>
                  </a:lnTo>
                  <a:lnTo>
                    <a:pt x="1264" y="3363"/>
                  </a:lnTo>
                  <a:lnTo>
                    <a:pt x="1303" y="3229"/>
                  </a:lnTo>
                  <a:lnTo>
                    <a:pt x="1351" y="3094"/>
                  </a:lnTo>
                  <a:lnTo>
                    <a:pt x="1399" y="2960"/>
                  </a:lnTo>
                  <a:lnTo>
                    <a:pt x="1466" y="2826"/>
                  </a:lnTo>
                  <a:lnTo>
                    <a:pt x="1523" y="2702"/>
                  </a:lnTo>
                  <a:lnTo>
                    <a:pt x="1600" y="2577"/>
                  </a:lnTo>
                  <a:lnTo>
                    <a:pt x="1676" y="2462"/>
                  </a:lnTo>
                  <a:lnTo>
                    <a:pt x="1753" y="2347"/>
                  </a:lnTo>
                  <a:lnTo>
                    <a:pt x="1839" y="2242"/>
                  </a:lnTo>
                  <a:lnTo>
                    <a:pt x="1935" y="2137"/>
                  </a:lnTo>
                  <a:lnTo>
                    <a:pt x="2031" y="2031"/>
                  </a:lnTo>
                  <a:lnTo>
                    <a:pt x="2127" y="1935"/>
                  </a:lnTo>
                  <a:lnTo>
                    <a:pt x="2232" y="1840"/>
                  </a:lnTo>
                  <a:lnTo>
                    <a:pt x="2347" y="1754"/>
                  </a:lnTo>
                  <a:lnTo>
                    <a:pt x="2462" y="1677"/>
                  </a:lnTo>
                  <a:lnTo>
                    <a:pt x="2577" y="1600"/>
                  </a:lnTo>
                  <a:lnTo>
                    <a:pt x="2701" y="1524"/>
                  </a:lnTo>
                  <a:lnTo>
                    <a:pt x="2826" y="1466"/>
                  </a:lnTo>
                  <a:lnTo>
                    <a:pt x="2960" y="1409"/>
                  </a:lnTo>
                  <a:lnTo>
                    <a:pt x="3094" y="1351"/>
                  </a:lnTo>
                  <a:lnTo>
                    <a:pt x="3228" y="1303"/>
                  </a:lnTo>
                  <a:lnTo>
                    <a:pt x="3362" y="1265"/>
                  </a:lnTo>
                  <a:lnTo>
                    <a:pt x="3506" y="1236"/>
                  </a:lnTo>
                  <a:lnTo>
                    <a:pt x="3649" y="1208"/>
                  </a:lnTo>
                  <a:lnTo>
                    <a:pt x="3793" y="1188"/>
                  </a:lnTo>
                  <a:lnTo>
                    <a:pt x="3946" y="1179"/>
                  </a:lnTo>
                  <a:lnTo>
                    <a:pt x="11350" y="1179"/>
                  </a:lnTo>
                  <a:lnTo>
                    <a:pt x="11494" y="1188"/>
                  </a:lnTo>
                  <a:lnTo>
                    <a:pt x="11638" y="1208"/>
                  </a:lnTo>
                  <a:lnTo>
                    <a:pt x="11781" y="1236"/>
                  </a:lnTo>
                  <a:lnTo>
                    <a:pt x="11925" y="1265"/>
                  </a:lnTo>
                  <a:lnTo>
                    <a:pt x="12069" y="1303"/>
                  </a:lnTo>
                  <a:lnTo>
                    <a:pt x="12203" y="1351"/>
                  </a:lnTo>
                  <a:lnTo>
                    <a:pt x="12337" y="1409"/>
                  </a:lnTo>
                  <a:lnTo>
                    <a:pt x="12461" y="1466"/>
                  </a:lnTo>
                  <a:lnTo>
                    <a:pt x="12586" y="1524"/>
                  </a:lnTo>
                  <a:lnTo>
                    <a:pt x="12710" y="1600"/>
                  </a:lnTo>
                  <a:lnTo>
                    <a:pt x="12825" y="1677"/>
                  </a:lnTo>
                  <a:lnTo>
                    <a:pt x="12940" y="1754"/>
                  </a:lnTo>
                  <a:lnTo>
                    <a:pt x="13055" y="1840"/>
                  </a:lnTo>
                  <a:lnTo>
                    <a:pt x="13160" y="1935"/>
                  </a:lnTo>
                  <a:lnTo>
                    <a:pt x="13256" y="2031"/>
                  </a:lnTo>
                  <a:lnTo>
                    <a:pt x="13362" y="2137"/>
                  </a:lnTo>
                  <a:lnTo>
                    <a:pt x="13448" y="2242"/>
                  </a:lnTo>
                  <a:lnTo>
                    <a:pt x="13534" y="2347"/>
                  </a:lnTo>
                  <a:lnTo>
                    <a:pt x="13620" y="2462"/>
                  </a:lnTo>
                  <a:lnTo>
                    <a:pt x="13697" y="2577"/>
                  </a:lnTo>
                  <a:lnTo>
                    <a:pt x="13764" y="2702"/>
                  </a:lnTo>
                  <a:lnTo>
                    <a:pt x="13831" y="2826"/>
                  </a:lnTo>
                  <a:lnTo>
                    <a:pt x="13888" y="2960"/>
                  </a:lnTo>
                  <a:lnTo>
                    <a:pt x="13936" y="3094"/>
                  </a:lnTo>
                  <a:lnTo>
                    <a:pt x="13984" y="3229"/>
                  </a:lnTo>
                  <a:lnTo>
                    <a:pt x="14023" y="3363"/>
                  </a:lnTo>
                  <a:lnTo>
                    <a:pt x="14061" y="3506"/>
                  </a:lnTo>
                  <a:lnTo>
                    <a:pt x="14080" y="3650"/>
                  </a:lnTo>
                  <a:lnTo>
                    <a:pt x="14099" y="3794"/>
                  </a:lnTo>
                  <a:lnTo>
                    <a:pt x="14109" y="3947"/>
                  </a:lnTo>
                  <a:lnTo>
                    <a:pt x="14118" y="4091"/>
                  </a:lnTo>
                  <a:lnTo>
                    <a:pt x="15296" y="4091"/>
                  </a:lnTo>
                  <a:lnTo>
                    <a:pt x="15287" y="3880"/>
                  </a:lnTo>
                  <a:lnTo>
                    <a:pt x="15268" y="3679"/>
                  </a:lnTo>
                  <a:lnTo>
                    <a:pt x="15249" y="3468"/>
                  </a:lnTo>
                  <a:lnTo>
                    <a:pt x="15210" y="3267"/>
                  </a:lnTo>
                  <a:lnTo>
                    <a:pt x="15162" y="3075"/>
                  </a:lnTo>
                  <a:lnTo>
                    <a:pt x="15105" y="2874"/>
                  </a:lnTo>
                  <a:lnTo>
                    <a:pt x="15047" y="2692"/>
                  </a:lnTo>
                  <a:lnTo>
                    <a:pt x="14971" y="2501"/>
                  </a:lnTo>
                  <a:lnTo>
                    <a:pt x="14885" y="2319"/>
                  </a:lnTo>
                  <a:lnTo>
                    <a:pt x="14798" y="2146"/>
                  </a:lnTo>
                  <a:lnTo>
                    <a:pt x="14703" y="1974"/>
                  </a:lnTo>
                  <a:lnTo>
                    <a:pt x="14588" y="1811"/>
                  </a:lnTo>
                  <a:lnTo>
                    <a:pt x="14473" y="1648"/>
                  </a:lnTo>
                  <a:lnTo>
                    <a:pt x="14358" y="1495"/>
                  </a:lnTo>
                  <a:lnTo>
                    <a:pt x="14224" y="1342"/>
                  </a:lnTo>
                  <a:lnTo>
                    <a:pt x="14090" y="1198"/>
                  </a:lnTo>
                  <a:lnTo>
                    <a:pt x="13946" y="1064"/>
                  </a:lnTo>
                  <a:lnTo>
                    <a:pt x="13802" y="939"/>
                  </a:lnTo>
                  <a:lnTo>
                    <a:pt x="13649" y="815"/>
                  </a:lnTo>
                  <a:lnTo>
                    <a:pt x="13486" y="700"/>
                  </a:lnTo>
                  <a:lnTo>
                    <a:pt x="13323" y="595"/>
                  </a:lnTo>
                  <a:lnTo>
                    <a:pt x="13151" y="499"/>
                  </a:lnTo>
                  <a:lnTo>
                    <a:pt x="12969" y="403"/>
                  </a:lnTo>
                  <a:lnTo>
                    <a:pt x="12787" y="326"/>
                  </a:lnTo>
                  <a:lnTo>
                    <a:pt x="12605" y="250"/>
                  </a:lnTo>
                  <a:lnTo>
                    <a:pt x="12413" y="183"/>
                  </a:lnTo>
                  <a:lnTo>
                    <a:pt x="12222" y="125"/>
                  </a:lnTo>
                  <a:lnTo>
                    <a:pt x="12021" y="87"/>
                  </a:lnTo>
                  <a:lnTo>
                    <a:pt x="11820" y="49"/>
                  </a:lnTo>
                  <a:lnTo>
                    <a:pt x="11618" y="20"/>
                  </a:lnTo>
                  <a:lnTo>
                    <a:pt x="11408" y="1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389;p31">
              <a:extLst>
                <a:ext uri="{FF2B5EF4-FFF2-40B4-BE49-F238E27FC236}">
                  <a16:creationId xmlns:a16="http://schemas.microsoft.com/office/drawing/2014/main" id="{7DCDA67E-E2EC-2F77-8C28-FBA124F4B583}"/>
                </a:ext>
              </a:extLst>
            </p:cNvPr>
            <p:cNvSpPr/>
            <p:nvPr/>
          </p:nvSpPr>
          <p:spPr>
            <a:xfrm>
              <a:off x="2131475" y="3821168"/>
              <a:ext cx="113279" cy="205201"/>
            </a:xfrm>
            <a:custGeom>
              <a:avLst/>
              <a:gdLst/>
              <a:ahLst/>
              <a:cxnLst/>
              <a:rect l="l" t="t" r="r" b="b"/>
              <a:pathLst>
                <a:path w="3506" h="6351" extrusionOk="0">
                  <a:moveTo>
                    <a:pt x="0" y="1"/>
                  </a:moveTo>
                  <a:lnTo>
                    <a:pt x="661" y="6351"/>
                  </a:lnTo>
                  <a:lnTo>
                    <a:pt x="2845" y="6351"/>
                  </a:lnTo>
                  <a:lnTo>
                    <a:pt x="3506" y="1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390;p31">
              <a:extLst>
                <a:ext uri="{FF2B5EF4-FFF2-40B4-BE49-F238E27FC236}">
                  <a16:creationId xmlns:a16="http://schemas.microsoft.com/office/drawing/2014/main" id="{60FEDA0A-7FA9-BF9B-19F7-D0DE1E2BCE0C}"/>
                </a:ext>
              </a:extLst>
            </p:cNvPr>
            <p:cNvSpPr/>
            <p:nvPr/>
          </p:nvSpPr>
          <p:spPr>
            <a:xfrm>
              <a:off x="1801260" y="3705431"/>
              <a:ext cx="780190" cy="115767"/>
            </a:xfrm>
            <a:custGeom>
              <a:avLst/>
              <a:gdLst/>
              <a:ahLst/>
              <a:cxnLst/>
              <a:rect l="l" t="t" r="r" b="b"/>
              <a:pathLst>
                <a:path w="24147" h="3583" extrusionOk="0">
                  <a:moveTo>
                    <a:pt x="3171" y="0"/>
                  </a:moveTo>
                  <a:lnTo>
                    <a:pt x="3008" y="10"/>
                  </a:lnTo>
                  <a:lnTo>
                    <a:pt x="2855" y="20"/>
                  </a:lnTo>
                  <a:lnTo>
                    <a:pt x="2692" y="39"/>
                  </a:lnTo>
                  <a:lnTo>
                    <a:pt x="2539" y="67"/>
                  </a:lnTo>
                  <a:lnTo>
                    <a:pt x="2385" y="106"/>
                  </a:lnTo>
                  <a:lnTo>
                    <a:pt x="2232" y="144"/>
                  </a:lnTo>
                  <a:lnTo>
                    <a:pt x="2089" y="192"/>
                  </a:lnTo>
                  <a:lnTo>
                    <a:pt x="1945" y="249"/>
                  </a:lnTo>
                  <a:lnTo>
                    <a:pt x="1801" y="316"/>
                  </a:lnTo>
                  <a:lnTo>
                    <a:pt x="1667" y="384"/>
                  </a:lnTo>
                  <a:lnTo>
                    <a:pt x="1533" y="460"/>
                  </a:lnTo>
                  <a:lnTo>
                    <a:pt x="1399" y="546"/>
                  </a:lnTo>
                  <a:lnTo>
                    <a:pt x="1274" y="633"/>
                  </a:lnTo>
                  <a:lnTo>
                    <a:pt x="1159" y="728"/>
                  </a:lnTo>
                  <a:lnTo>
                    <a:pt x="1044" y="824"/>
                  </a:lnTo>
                  <a:lnTo>
                    <a:pt x="930" y="929"/>
                  </a:lnTo>
                  <a:lnTo>
                    <a:pt x="824" y="1044"/>
                  </a:lnTo>
                  <a:lnTo>
                    <a:pt x="728" y="1159"/>
                  </a:lnTo>
                  <a:lnTo>
                    <a:pt x="633" y="1274"/>
                  </a:lnTo>
                  <a:lnTo>
                    <a:pt x="546" y="1399"/>
                  </a:lnTo>
                  <a:lnTo>
                    <a:pt x="460" y="1533"/>
                  </a:lnTo>
                  <a:lnTo>
                    <a:pt x="384" y="1657"/>
                  </a:lnTo>
                  <a:lnTo>
                    <a:pt x="317" y="1801"/>
                  </a:lnTo>
                  <a:lnTo>
                    <a:pt x="250" y="1935"/>
                  </a:lnTo>
                  <a:lnTo>
                    <a:pt x="202" y="2079"/>
                  </a:lnTo>
                  <a:lnTo>
                    <a:pt x="144" y="2232"/>
                  </a:lnTo>
                  <a:lnTo>
                    <a:pt x="106" y="2376"/>
                  </a:lnTo>
                  <a:lnTo>
                    <a:pt x="68" y="2529"/>
                  </a:lnTo>
                  <a:lnTo>
                    <a:pt x="39" y="2692"/>
                  </a:lnTo>
                  <a:lnTo>
                    <a:pt x="20" y="2845"/>
                  </a:lnTo>
                  <a:lnTo>
                    <a:pt x="10" y="3008"/>
                  </a:lnTo>
                  <a:lnTo>
                    <a:pt x="0" y="3171"/>
                  </a:lnTo>
                  <a:lnTo>
                    <a:pt x="0" y="3583"/>
                  </a:lnTo>
                  <a:lnTo>
                    <a:pt x="24147" y="3583"/>
                  </a:lnTo>
                  <a:lnTo>
                    <a:pt x="24147" y="3171"/>
                  </a:lnTo>
                  <a:lnTo>
                    <a:pt x="24147" y="3008"/>
                  </a:lnTo>
                  <a:lnTo>
                    <a:pt x="24128" y="2845"/>
                  </a:lnTo>
                  <a:lnTo>
                    <a:pt x="24109" y="2692"/>
                  </a:lnTo>
                  <a:lnTo>
                    <a:pt x="24080" y="2529"/>
                  </a:lnTo>
                  <a:lnTo>
                    <a:pt x="24051" y="2376"/>
                  </a:lnTo>
                  <a:lnTo>
                    <a:pt x="24003" y="2232"/>
                  </a:lnTo>
                  <a:lnTo>
                    <a:pt x="23955" y="2079"/>
                  </a:lnTo>
                  <a:lnTo>
                    <a:pt x="23898" y="1935"/>
                  </a:lnTo>
                  <a:lnTo>
                    <a:pt x="23831" y="1801"/>
                  </a:lnTo>
                  <a:lnTo>
                    <a:pt x="23764" y="1657"/>
                  </a:lnTo>
                  <a:lnTo>
                    <a:pt x="23687" y="1533"/>
                  </a:lnTo>
                  <a:lnTo>
                    <a:pt x="23601" y="1399"/>
                  </a:lnTo>
                  <a:lnTo>
                    <a:pt x="23515" y="1274"/>
                  </a:lnTo>
                  <a:lnTo>
                    <a:pt x="23419" y="1159"/>
                  </a:lnTo>
                  <a:lnTo>
                    <a:pt x="23323" y="1044"/>
                  </a:lnTo>
                  <a:lnTo>
                    <a:pt x="23218" y="929"/>
                  </a:lnTo>
                  <a:lnTo>
                    <a:pt x="23112" y="824"/>
                  </a:lnTo>
                  <a:lnTo>
                    <a:pt x="22997" y="728"/>
                  </a:lnTo>
                  <a:lnTo>
                    <a:pt x="22873" y="633"/>
                  </a:lnTo>
                  <a:lnTo>
                    <a:pt x="22748" y="546"/>
                  </a:lnTo>
                  <a:lnTo>
                    <a:pt x="22624" y="460"/>
                  </a:lnTo>
                  <a:lnTo>
                    <a:pt x="22490" y="384"/>
                  </a:lnTo>
                  <a:lnTo>
                    <a:pt x="22346" y="316"/>
                  </a:lnTo>
                  <a:lnTo>
                    <a:pt x="22212" y="249"/>
                  </a:lnTo>
                  <a:lnTo>
                    <a:pt x="22068" y="192"/>
                  </a:lnTo>
                  <a:lnTo>
                    <a:pt x="21915" y="144"/>
                  </a:lnTo>
                  <a:lnTo>
                    <a:pt x="21771" y="106"/>
                  </a:lnTo>
                  <a:lnTo>
                    <a:pt x="21618" y="67"/>
                  </a:lnTo>
                  <a:lnTo>
                    <a:pt x="21455" y="39"/>
                  </a:lnTo>
                  <a:lnTo>
                    <a:pt x="21302" y="20"/>
                  </a:lnTo>
                  <a:lnTo>
                    <a:pt x="21139" y="10"/>
                  </a:lnTo>
                  <a:lnTo>
                    <a:pt x="20977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391;p31">
              <a:extLst>
                <a:ext uri="{FF2B5EF4-FFF2-40B4-BE49-F238E27FC236}">
                  <a16:creationId xmlns:a16="http://schemas.microsoft.com/office/drawing/2014/main" id="{FE4B2E95-754F-43C1-5686-677B6D82E03C}"/>
                </a:ext>
              </a:extLst>
            </p:cNvPr>
            <p:cNvSpPr/>
            <p:nvPr/>
          </p:nvSpPr>
          <p:spPr>
            <a:xfrm>
              <a:off x="2279717" y="1805851"/>
              <a:ext cx="732855" cy="701935"/>
            </a:xfrm>
            <a:custGeom>
              <a:avLst/>
              <a:gdLst/>
              <a:ahLst/>
              <a:cxnLst/>
              <a:rect l="l" t="t" r="r" b="b"/>
              <a:pathLst>
                <a:path w="22682" h="21725" extrusionOk="0">
                  <a:moveTo>
                    <a:pt x="1878" y="1"/>
                  </a:moveTo>
                  <a:lnTo>
                    <a:pt x="1609" y="30"/>
                  </a:lnTo>
                  <a:lnTo>
                    <a:pt x="1341" y="78"/>
                  </a:lnTo>
                  <a:lnTo>
                    <a:pt x="1217" y="106"/>
                  </a:lnTo>
                  <a:lnTo>
                    <a:pt x="1092" y="135"/>
                  </a:lnTo>
                  <a:lnTo>
                    <a:pt x="968" y="183"/>
                  </a:lnTo>
                  <a:lnTo>
                    <a:pt x="853" y="231"/>
                  </a:lnTo>
                  <a:lnTo>
                    <a:pt x="738" y="279"/>
                  </a:lnTo>
                  <a:lnTo>
                    <a:pt x="623" y="336"/>
                  </a:lnTo>
                  <a:lnTo>
                    <a:pt x="508" y="403"/>
                  </a:lnTo>
                  <a:lnTo>
                    <a:pt x="402" y="470"/>
                  </a:lnTo>
                  <a:lnTo>
                    <a:pt x="297" y="547"/>
                  </a:lnTo>
                  <a:lnTo>
                    <a:pt x="192" y="624"/>
                  </a:lnTo>
                  <a:lnTo>
                    <a:pt x="96" y="710"/>
                  </a:lnTo>
                  <a:lnTo>
                    <a:pt x="0" y="805"/>
                  </a:lnTo>
                  <a:lnTo>
                    <a:pt x="134" y="1390"/>
                  </a:lnTo>
                  <a:lnTo>
                    <a:pt x="307" y="2070"/>
                  </a:lnTo>
                  <a:lnTo>
                    <a:pt x="527" y="2961"/>
                  </a:lnTo>
                  <a:lnTo>
                    <a:pt x="805" y="4024"/>
                  </a:lnTo>
                  <a:lnTo>
                    <a:pt x="1140" y="5231"/>
                  </a:lnTo>
                  <a:lnTo>
                    <a:pt x="1514" y="6533"/>
                  </a:lnTo>
                  <a:lnTo>
                    <a:pt x="1715" y="7223"/>
                  </a:lnTo>
                  <a:lnTo>
                    <a:pt x="1935" y="7912"/>
                  </a:lnTo>
                  <a:lnTo>
                    <a:pt x="2155" y="8621"/>
                  </a:lnTo>
                  <a:lnTo>
                    <a:pt x="2395" y="9330"/>
                  </a:lnTo>
                  <a:lnTo>
                    <a:pt x="2634" y="10039"/>
                  </a:lnTo>
                  <a:lnTo>
                    <a:pt x="2883" y="10748"/>
                  </a:lnTo>
                  <a:lnTo>
                    <a:pt x="3142" y="11437"/>
                  </a:lnTo>
                  <a:lnTo>
                    <a:pt x="3400" y="12127"/>
                  </a:lnTo>
                  <a:lnTo>
                    <a:pt x="3678" y="12788"/>
                  </a:lnTo>
                  <a:lnTo>
                    <a:pt x="3946" y="13429"/>
                  </a:lnTo>
                  <a:lnTo>
                    <a:pt x="4234" y="14052"/>
                  </a:lnTo>
                  <a:lnTo>
                    <a:pt x="4521" y="14636"/>
                  </a:lnTo>
                  <a:lnTo>
                    <a:pt x="4808" y="15182"/>
                  </a:lnTo>
                  <a:lnTo>
                    <a:pt x="4952" y="15441"/>
                  </a:lnTo>
                  <a:lnTo>
                    <a:pt x="5105" y="15690"/>
                  </a:lnTo>
                  <a:lnTo>
                    <a:pt x="5249" y="15929"/>
                  </a:lnTo>
                  <a:lnTo>
                    <a:pt x="5402" y="16159"/>
                  </a:lnTo>
                  <a:lnTo>
                    <a:pt x="5556" y="16380"/>
                  </a:lnTo>
                  <a:lnTo>
                    <a:pt x="5699" y="16581"/>
                  </a:lnTo>
                  <a:lnTo>
                    <a:pt x="5852" y="16772"/>
                  </a:lnTo>
                  <a:lnTo>
                    <a:pt x="6006" y="16945"/>
                  </a:lnTo>
                  <a:lnTo>
                    <a:pt x="6159" y="17107"/>
                  </a:lnTo>
                  <a:lnTo>
                    <a:pt x="6312" y="17251"/>
                  </a:lnTo>
                  <a:lnTo>
                    <a:pt x="6456" y="17376"/>
                  </a:lnTo>
                  <a:lnTo>
                    <a:pt x="6609" y="17491"/>
                  </a:lnTo>
                  <a:lnTo>
                    <a:pt x="6772" y="17615"/>
                  </a:lnTo>
                  <a:lnTo>
                    <a:pt x="6954" y="17730"/>
                  </a:lnTo>
                  <a:lnTo>
                    <a:pt x="7145" y="17855"/>
                  </a:lnTo>
                  <a:lnTo>
                    <a:pt x="7347" y="17969"/>
                  </a:lnTo>
                  <a:lnTo>
                    <a:pt x="7557" y="18084"/>
                  </a:lnTo>
                  <a:lnTo>
                    <a:pt x="7778" y="18190"/>
                  </a:lnTo>
                  <a:lnTo>
                    <a:pt x="8247" y="18420"/>
                  </a:lnTo>
                  <a:lnTo>
                    <a:pt x="8755" y="18640"/>
                  </a:lnTo>
                  <a:lnTo>
                    <a:pt x="9291" y="18851"/>
                  </a:lnTo>
                  <a:lnTo>
                    <a:pt x="9846" y="19052"/>
                  </a:lnTo>
                  <a:lnTo>
                    <a:pt x="10440" y="19253"/>
                  </a:lnTo>
                  <a:lnTo>
                    <a:pt x="11044" y="19445"/>
                  </a:lnTo>
                  <a:lnTo>
                    <a:pt x="11657" y="19636"/>
                  </a:lnTo>
                  <a:lnTo>
                    <a:pt x="12289" y="19818"/>
                  </a:lnTo>
                  <a:lnTo>
                    <a:pt x="12921" y="19990"/>
                  </a:lnTo>
                  <a:lnTo>
                    <a:pt x="13563" y="20153"/>
                  </a:lnTo>
                  <a:lnTo>
                    <a:pt x="14205" y="20316"/>
                  </a:lnTo>
                  <a:lnTo>
                    <a:pt x="14837" y="20469"/>
                  </a:lnTo>
                  <a:lnTo>
                    <a:pt x="16072" y="20747"/>
                  </a:lnTo>
                  <a:lnTo>
                    <a:pt x="17250" y="20996"/>
                  </a:lnTo>
                  <a:lnTo>
                    <a:pt x="18333" y="21216"/>
                  </a:lnTo>
                  <a:lnTo>
                    <a:pt x="19281" y="21389"/>
                  </a:lnTo>
                  <a:lnTo>
                    <a:pt x="20076" y="21533"/>
                  </a:lnTo>
                  <a:lnTo>
                    <a:pt x="20689" y="21638"/>
                  </a:lnTo>
                  <a:lnTo>
                    <a:pt x="21206" y="21724"/>
                  </a:lnTo>
                  <a:lnTo>
                    <a:pt x="21292" y="21475"/>
                  </a:lnTo>
                  <a:lnTo>
                    <a:pt x="21388" y="21178"/>
                  </a:lnTo>
                  <a:lnTo>
                    <a:pt x="21503" y="20776"/>
                  </a:lnTo>
                  <a:lnTo>
                    <a:pt x="21647" y="20278"/>
                  </a:lnTo>
                  <a:lnTo>
                    <a:pt x="21800" y="19703"/>
                  </a:lnTo>
                  <a:lnTo>
                    <a:pt x="21953" y="19052"/>
                  </a:lnTo>
                  <a:lnTo>
                    <a:pt x="22116" y="18343"/>
                  </a:lnTo>
                  <a:lnTo>
                    <a:pt x="22269" y="17577"/>
                  </a:lnTo>
                  <a:lnTo>
                    <a:pt x="22336" y="17184"/>
                  </a:lnTo>
                  <a:lnTo>
                    <a:pt x="22403" y="16772"/>
                  </a:lnTo>
                  <a:lnTo>
                    <a:pt x="22461" y="16351"/>
                  </a:lnTo>
                  <a:lnTo>
                    <a:pt x="22518" y="15929"/>
                  </a:lnTo>
                  <a:lnTo>
                    <a:pt x="22566" y="15498"/>
                  </a:lnTo>
                  <a:lnTo>
                    <a:pt x="22614" y="15067"/>
                  </a:lnTo>
                  <a:lnTo>
                    <a:pt x="22643" y="14627"/>
                  </a:lnTo>
                  <a:lnTo>
                    <a:pt x="22662" y="14186"/>
                  </a:lnTo>
                  <a:lnTo>
                    <a:pt x="22681" y="13736"/>
                  </a:lnTo>
                  <a:lnTo>
                    <a:pt x="22681" y="13295"/>
                  </a:lnTo>
                  <a:lnTo>
                    <a:pt x="22672" y="12855"/>
                  </a:lnTo>
                  <a:lnTo>
                    <a:pt x="22652" y="12424"/>
                  </a:lnTo>
                  <a:lnTo>
                    <a:pt x="22614" y="11983"/>
                  </a:lnTo>
                  <a:lnTo>
                    <a:pt x="22566" y="11552"/>
                  </a:lnTo>
                  <a:lnTo>
                    <a:pt x="22145" y="11600"/>
                  </a:lnTo>
                  <a:lnTo>
                    <a:pt x="21024" y="11715"/>
                  </a:lnTo>
                  <a:lnTo>
                    <a:pt x="20248" y="11782"/>
                  </a:lnTo>
                  <a:lnTo>
                    <a:pt x="19377" y="11849"/>
                  </a:lnTo>
                  <a:lnTo>
                    <a:pt x="18428" y="11907"/>
                  </a:lnTo>
                  <a:lnTo>
                    <a:pt x="17413" y="11945"/>
                  </a:lnTo>
                  <a:lnTo>
                    <a:pt x="16379" y="11974"/>
                  </a:lnTo>
                  <a:lnTo>
                    <a:pt x="15852" y="11983"/>
                  </a:lnTo>
                  <a:lnTo>
                    <a:pt x="15325" y="11983"/>
                  </a:lnTo>
                  <a:lnTo>
                    <a:pt x="14808" y="11974"/>
                  </a:lnTo>
                  <a:lnTo>
                    <a:pt x="14300" y="11964"/>
                  </a:lnTo>
                  <a:lnTo>
                    <a:pt x="13793" y="11935"/>
                  </a:lnTo>
                  <a:lnTo>
                    <a:pt x="13304" y="11907"/>
                  </a:lnTo>
                  <a:lnTo>
                    <a:pt x="12835" y="11859"/>
                  </a:lnTo>
                  <a:lnTo>
                    <a:pt x="12385" y="11801"/>
                  </a:lnTo>
                  <a:lnTo>
                    <a:pt x="11954" y="11744"/>
                  </a:lnTo>
                  <a:lnTo>
                    <a:pt x="11551" y="11657"/>
                  </a:lnTo>
                  <a:lnTo>
                    <a:pt x="11178" y="11571"/>
                  </a:lnTo>
                  <a:lnTo>
                    <a:pt x="10996" y="11523"/>
                  </a:lnTo>
                  <a:lnTo>
                    <a:pt x="10833" y="11466"/>
                  </a:lnTo>
                  <a:lnTo>
                    <a:pt x="10670" y="11408"/>
                  </a:lnTo>
                  <a:lnTo>
                    <a:pt x="10527" y="11351"/>
                  </a:lnTo>
                  <a:lnTo>
                    <a:pt x="10383" y="11284"/>
                  </a:lnTo>
                  <a:lnTo>
                    <a:pt x="10249" y="11217"/>
                  </a:lnTo>
                  <a:lnTo>
                    <a:pt x="10115" y="11131"/>
                  </a:lnTo>
                  <a:lnTo>
                    <a:pt x="9961" y="11035"/>
                  </a:lnTo>
                  <a:lnTo>
                    <a:pt x="9818" y="10930"/>
                  </a:lnTo>
                  <a:lnTo>
                    <a:pt x="9665" y="10815"/>
                  </a:lnTo>
                  <a:lnTo>
                    <a:pt x="9348" y="10546"/>
                  </a:lnTo>
                  <a:lnTo>
                    <a:pt x="9023" y="10250"/>
                  </a:lnTo>
                  <a:lnTo>
                    <a:pt x="8697" y="9914"/>
                  </a:lnTo>
                  <a:lnTo>
                    <a:pt x="8362" y="9550"/>
                  </a:lnTo>
                  <a:lnTo>
                    <a:pt x="8017" y="9167"/>
                  </a:lnTo>
                  <a:lnTo>
                    <a:pt x="7672" y="8746"/>
                  </a:lnTo>
                  <a:lnTo>
                    <a:pt x="7318" y="8315"/>
                  </a:lnTo>
                  <a:lnTo>
                    <a:pt x="6973" y="7865"/>
                  </a:lnTo>
                  <a:lnTo>
                    <a:pt x="6628" y="7405"/>
                  </a:lnTo>
                  <a:lnTo>
                    <a:pt x="6274" y="6926"/>
                  </a:lnTo>
                  <a:lnTo>
                    <a:pt x="5929" y="6437"/>
                  </a:lnTo>
                  <a:lnTo>
                    <a:pt x="5594" y="5949"/>
                  </a:lnTo>
                  <a:lnTo>
                    <a:pt x="4933" y="4972"/>
                  </a:lnTo>
                  <a:lnTo>
                    <a:pt x="4310" y="4014"/>
                  </a:lnTo>
                  <a:lnTo>
                    <a:pt x="3736" y="3104"/>
                  </a:lnTo>
                  <a:lnTo>
                    <a:pt x="3209" y="2261"/>
                  </a:lnTo>
                  <a:lnTo>
                    <a:pt x="2759" y="1514"/>
                  </a:lnTo>
                  <a:lnTo>
                    <a:pt x="2117" y="413"/>
                  </a:lnTo>
                  <a:lnTo>
                    <a:pt x="1878" y="1"/>
                  </a:lnTo>
                  <a:close/>
                </a:path>
              </a:pathLst>
            </a:custGeom>
            <a:solidFill>
              <a:srgbClr val="C693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392;p31">
              <a:extLst>
                <a:ext uri="{FF2B5EF4-FFF2-40B4-BE49-F238E27FC236}">
                  <a16:creationId xmlns:a16="http://schemas.microsoft.com/office/drawing/2014/main" id="{4F38EAA3-3AEC-D4DA-BB2A-57A44C98FBFF}"/>
                </a:ext>
              </a:extLst>
            </p:cNvPr>
            <p:cNvSpPr/>
            <p:nvPr/>
          </p:nvSpPr>
          <p:spPr>
            <a:xfrm>
              <a:off x="2910712" y="4519952"/>
              <a:ext cx="99709" cy="108982"/>
            </a:xfrm>
            <a:custGeom>
              <a:avLst/>
              <a:gdLst/>
              <a:ahLst/>
              <a:cxnLst/>
              <a:rect l="l" t="t" r="r" b="b"/>
              <a:pathLst>
                <a:path w="3086" h="3373" extrusionOk="0">
                  <a:moveTo>
                    <a:pt x="1782" y="1"/>
                  </a:moveTo>
                  <a:lnTo>
                    <a:pt x="1390" y="997"/>
                  </a:lnTo>
                  <a:lnTo>
                    <a:pt x="1313" y="1083"/>
                  </a:lnTo>
                  <a:lnTo>
                    <a:pt x="1112" y="1284"/>
                  </a:lnTo>
                  <a:lnTo>
                    <a:pt x="834" y="1591"/>
                  </a:lnTo>
                  <a:lnTo>
                    <a:pt x="681" y="1763"/>
                  </a:lnTo>
                  <a:lnTo>
                    <a:pt x="528" y="1945"/>
                  </a:lnTo>
                  <a:lnTo>
                    <a:pt x="384" y="2137"/>
                  </a:lnTo>
                  <a:lnTo>
                    <a:pt x="250" y="2328"/>
                  </a:lnTo>
                  <a:lnTo>
                    <a:pt x="145" y="2520"/>
                  </a:lnTo>
                  <a:lnTo>
                    <a:pt x="97" y="2616"/>
                  </a:lnTo>
                  <a:lnTo>
                    <a:pt x="58" y="2702"/>
                  </a:lnTo>
                  <a:lnTo>
                    <a:pt x="30" y="2788"/>
                  </a:lnTo>
                  <a:lnTo>
                    <a:pt x="11" y="2874"/>
                  </a:lnTo>
                  <a:lnTo>
                    <a:pt x="1" y="2951"/>
                  </a:lnTo>
                  <a:lnTo>
                    <a:pt x="1" y="3028"/>
                  </a:lnTo>
                  <a:lnTo>
                    <a:pt x="11" y="3095"/>
                  </a:lnTo>
                  <a:lnTo>
                    <a:pt x="30" y="3152"/>
                  </a:lnTo>
                  <a:lnTo>
                    <a:pt x="68" y="3210"/>
                  </a:lnTo>
                  <a:lnTo>
                    <a:pt x="116" y="3258"/>
                  </a:lnTo>
                  <a:lnTo>
                    <a:pt x="164" y="3296"/>
                  </a:lnTo>
                  <a:lnTo>
                    <a:pt x="221" y="3325"/>
                  </a:lnTo>
                  <a:lnTo>
                    <a:pt x="288" y="3344"/>
                  </a:lnTo>
                  <a:lnTo>
                    <a:pt x="355" y="3363"/>
                  </a:lnTo>
                  <a:lnTo>
                    <a:pt x="432" y="3372"/>
                  </a:lnTo>
                  <a:lnTo>
                    <a:pt x="671" y="3372"/>
                  </a:lnTo>
                  <a:lnTo>
                    <a:pt x="844" y="3344"/>
                  </a:lnTo>
                  <a:lnTo>
                    <a:pt x="1035" y="3296"/>
                  </a:lnTo>
                  <a:lnTo>
                    <a:pt x="1227" y="3229"/>
                  </a:lnTo>
                  <a:lnTo>
                    <a:pt x="1419" y="3152"/>
                  </a:lnTo>
                  <a:lnTo>
                    <a:pt x="1620" y="3066"/>
                  </a:lnTo>
                  <a:lnTo>
                    <a:pt x="1821" y="2961"/>
                  </a:lnTo>
                  <a:lnTo>
                    <a:pt x="2012" y="2855"/>
                  </a:lnTo>
                  <a:lnTo>
                    <a:pt x="2194" y="2731"/>
                  </a:lnTo>
                  <a:lnTo>
                    <a:pt x="2367" y="2616"/>
                  </a:lnTo>
                  <a:lnTo>
                    <a:pt x="2530" y="2491"/>
                  </a:lnTo>
                  <a:lnTo>
                    <a:pt x="2673" y="2367"/>
                  </a:lnTo>
                  <a:lnTo>
                    <a:pt x="2798" y="2242"/>
                  </a:lnTo>
                  <a:lnTo>
                    <a:pt x="2865" y="2156"/>
                  </a:lnTo>
                  <a:lnTo>
                    <a:pt x="2932" y="2079"/>
                  </a:lnTo>
                  <a:lnTo>
                    <a:pt x="2980" y="1984"/>
                  </a:lnTo>
                  <a:lnTo>
                    <a:pt x="3018" y="1897"/>
                  </a:lnTo>
                  <a:lnTo>
                    <a:pt x="3047" y="1792"/>
                  </a:lnTo>
                  <a:lnTo>
                    <a:pt x="3076" y="1696"/>
                  </a:lnTo>
                  <a:lnTo>
                    <a:pt x="3085" y="1591"/>
                  </a:lnTo>
                  <a:lnTo>
                    <a:pt x="3085" y="1486"/>
                  </a:lnTo>
                  <a:lnTo>
                    <a:pt x="3056" y="87"/>
                  </a:lnTo>
                  <a:lnTo>
                    <a:pt x="1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393;p31">
              <a:extLst>
                <a:ext uri="{FF2B5EF4-FFF2-40B4-BE49-F238E27FC236}">
                  <a16:creationId xmlns:a16="http://schemas.microsoft.com/office/drawing/2014/main" id="{C8865416-1298-D615-11A9-8752E49067BE}"/>
                </a:ext>
              </a:extLst>
            </p:cNvPr>
            <p:cNvSpPr/>
            <p:nvPr/>
          </p:nvSpPr>
          <p:spPr>
            <a:xfrm>
              <a:off x="3236307" y="4527093"/>
              <a:ext cx="119773" cy="96898"/>
            </a:xfrm>
            <a:custGeom>
              <a:avLst/>
              <a:gdLst/>
              <a:ahLst/>
              <a:cxnLst/>
              <a:rect l="l" t="t" r="r" b="b"/>
              <a:pathLst>
                <a:path w="3707" h="2999" extrusionOk="0">
                  <a:moveTo>
                    <a:pt x="1351" y="0"/>
                  </a:moveTo>
                  <a:lnTo>
                    <a:pt x="0" y="106"/>
                  </a:lnTo>
                  <a:lnTo>
                    <a:pt x="201" y="1686"/>
                  </a:lnTo>
                  <a:lnTo>
                    <a:pt x="240" y="1772"/>
                  </a:lnTo>
                  <a:lnTo>
                    <a:pt x="278" y="1858"/>
                  </a:lnTo>
                  <a:lnTo>
                    <a:pt x="316" y="1935"/>
                  </a:lnTo>
                  <a:lnTo>
                    <a:pt x="364" y="2012"/>
                  </a:lnTo>
                  <a:lnTo>
                    <a:pt x="422" y="2079"/>
                  </a:lnTo>
                  <a:lnTo>
                    <a:pt x="489" y="2146"/>
                  </a:lnTo>
                  <a:lnTo>
                    <a:pt x="556" y="2203"/>
                  </a:lnTo>
                  <a:lnTo>
                    <a:pt x="623" y="2261"/>
                  </a:lnTo>
                  <a:lnTo>
                    <a:pt x="766" y="2357"/>
                  </a:lnTo>
                  <a:lnTo>
                    <a:pt x="939" y="2452"/>
                  </a:lnTo>
                  <a:lnTo>
                    <a:pt x="1130" y="2538"/>
                  </a:lnTo>
                  <a:lnTo>
                    <a:pt x="1341" y="2634"/>
                  </a:lnTo>
                  <a:lnTo>
                    <a:pt x="1561" y="2711"/>
                  </a:lnTo>
                  <a:lnTo>
                    <a:pt x="1782" y="2788"/>
                  </a:lnTo>
                  <a:lnTo>
                    <a:pt x="2012" y="2855"/>
                  </a:lnTo>
                  <a:lnTo>
                    <a:pt x="2251" y="2912"/>
                  </a:lnTo>
                  <a:lnTo>
                    <a:pt x="2471" y="2960"/>
                  </a:lnTo>
                  <a:lnTo>
                    <a:pt x="2692" y="2989"/>
                  </a:lnTo>
                  <a:lnTo>
                    <a:pt x="2902" y="2998"/>
                  </a:lnTo>
                  <a:lnTo>
                    <a:pt x="3094" y="2998"/>
                  </a:lnTo>
                  <a:lnTo>
                    <a:pt x="3266" y="2970"/>
                  </a:lnTo>
                  <a:lnTo>
                    <a:pt x="3352" y="2950"/>
                  </a:lnTo>
                  <a:lnTo>
                    <a:pt x="3419" y="2931"/>
                  </a:lnTo>
                  <a:lnTo>
                    <a:pt x="3487" y="2902"/>
                  </a:lnTo>
                  <a:lnTo>
                    <a:pt x="3544" y="2864"/>
                  </a:lnTo>
                  <a:lnTo>
                    <a:pt x="3592" y="2826"/>
                  </a:lnTo>
                  <a:lnTo>
                    <a:pt x="3640" y="2778"/>
                  </a:lnTo>
                  <a:lnTo>
                    <a:pt x="3669" y="2720"/>
                  </a:lnTo>
                  <a:lnTo>
                    <a:pt x="3697" y="2663"/>
                  </a:lnTo>
                  <a:lnTo>
                    <a:pt x="3707" y="2606"/>
                  </a:lnTo>
                  <a:lnTo>
                    <a:pt x="3707" y="2548"/>
                  </a:lnTo>
                  <a:lnTo>
                    <a:pt x="3697" y="2481"/>
                  </a:lnTo>
                  <a:lnTo>
                    <a:pt x="3678" y="2414"/>
                  </a:lnTo>
                  <a:lnTo>
                    <a:pt x="3649" y="2347"/>
                  </a:lnTo>
                  <a:lnTo>
                    <a:pt x="3611" y="2280"/>
                  </a:lnTo>
                  <a:lnTo>
                    <a:pt x="3515" y="2146"/>
                  </a:lnTo>
                  <a:lnTo>
                    <a:pt x="3391" y="2012"/>
                  </a:lnTo>
                  <a:lnTo>
                    <a:pt x="3247" y="1868"/>
                  </a:lnTo>
                  <a:lnTo>
                    <a:pt x="3084" y="1724"/>
                  </a:lnTo>
                  <a:lnTo>
                    <a:pt x="2902" y="1581"/>
                  </a:lnTo>
                  <a:lnTo>
                    <a:pt x="2701" y="1447"/>
                  </a:lnTo>
                  <a:lnTo>
                    <a:pt x="2510" y="1312"/>
                  </a:lnTo>
                  <a:lnTo>
                    <a:pt x="2299" y="1178"/>
                  </a:lnTo>
                  <a:lnTo>
                    <a:pt x="1906" y="939"/>
                  </a:lnTo>
                  <a:lnTo>
                    <a:pt x="1542" y="728"/>
                  </a:lnTo>
                  <a:lnTo>
                    <a:pt x="135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394;p31">
              <a:extLst>
                <a:ext uri="{FF2B5EF4-FFF2-40B4-BE49-F238E27FC236}">
                  <a16:creationId xmlns:a16="http://schemas.microsoft.com/office/drawing/2014/main" id="{D9BCEA63-FD95-89BB-71AF-AC45EF312748}"/>
                </a:ext>
              </a:extLst>
            </p:cNvPr>
            <p:cNvSpPr/>
            <p:nvPr/>
          </p:nvSpPr>
          <p:spPr>
            <a:xfrm>
              <a:off x="2809515" y="3439578"/>
              <a:ext cx="237705" cy="1096181"/>
            </a:xfrm>
            <a:custGeom>
              <a:avLst/>
              <a:gdLst/>
              <a:ahLst/>
              <a:cxnLst/>
              <a:rect l="l" t="t" r="r" b="b"/>
              <a:pathLst>
                <a:path w="7357" h="33927" extrusionOk="0">
                  <a:moveTo>
                    <a:pt x="7357" y="1"/>
                  </a:moveTo>
                  <a:lnTo>
                    <a:pt x="1" y="710"/>
                  </a:lnTo>
                  <a:lnTo>
                    <a:pt x="4790" y="33764"/>
                  </a:lnTo>
                  <a:lnTo>
                    <a:pt x="4953" y="33831"/>
                  </a:lnTo>
                  <a:lnTo>
                    <a:pt x="5125" y="33888"/>
                  </a:lnTo>
                  <a:lnTo>
                    <a:pt x="5298" y="33917"/>
                  </a:lnTo>
                  <a:lnTo>
                    <a:pt x="5480" y="33926"/>
                  </a:lnTo>
                  <a:lnTo>
                    <a:pt x="5652" y="33907"/>
                  </a:lnTo>
                  <a:lnTo>
                    <a:pt x="5834" y="33879"/>
                  </a:lnTo>
                  <a:lnTo>
                    <a:pt x="6016" y="33831"/>
                  </a:lnTo>
                  <a:lnTo>
                    <a:pt x="6198" y="33764"/>
                  </a:lnTo>
                  <a:lnTo>
                    <a:pt x="735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395;p31">
              <a:extLst>
                <a:ext uri="{FF2B5EF4-FFF2-40B4-BE49-F238E27FC236}">
                  <a16:creationId xmlns:a16="http://schemas.microsoft.com/office/drawing/2014/main" id="{0B7DABDD-6026-67F3-42C5-3BC3A6170EB3}"/>
                </a:ext>
              </a:extLst>
            </p:cNvPr>
            <p:cNvSpPr/>
            <p:nvPr/>
          </p:nvSpPr>
          <p:spPr>
            <a:xfrm>
              <a:off x="3058663" y="3301547"/>
              <a:ext cx="274215" cy="1234210"/>
            </a:xfrm>
            <a:custGeom>
              <a:avLst/>
              <a:gdLst/>
              <a:ahLst/>
              <a:cxnLst/>
              <a:rect l="l" t="t" r="r" b="b"/>
              <a:pathLst>
                <a:path w="8487" h="38199" extrusionOk="0">
                  <a:moveTo>
                    <a:pt x="8486" y="1"/>
                  </a:moveTo>
                  <a:lnTo>
                    <a:pt x="0" y="1917"/>
                  </a:lnTo>
                  <a:lnTo>
                    <a:pt x="5498" y="38036"/>
                  </a:lnTo>
                  <a:lnTo>
                    <a:pt x="5728" y="38112"/>
                  </a:lnTo>
                  <a:lnTo>
                    <a:pt x="5939" y="38160"/>
                  </a:lnTo>
                  <a:lnTo>
                    <a:pt x="6034" y="38179"/>
                  </a:lnTo>
                  <a:lnTo>
                    <a:pt x="6130" y="38189"/>
                  </a:lnTo>
                  <a:lnTo>
                    <a:pt x="6216" y="38198"/>
                  </a:lnTo>
                  <a:lnTo>
                    <a:pt x="6303" y="38189"/>
                  </a:lnTo>
                  <a:lnTo>
                    <a:pt x="6389" y="38179"/>
                  </a:lnTo>
                  <a:lnTo>
                    <a:pt x="6465" y="38170"/>
                  </a:lnTo>
                  <a:lnTo>
                    <a:pt x="6542" y="38141"/>
                  </a:lnTo>
                  <a:lnTo>
                    <a:pt x="6609" y="38112"/>
                  </a:lnTo>
                  <a:lnTo>
                    <a:pt x="6676" y="38074"/>
                  </a:lnTo>
                  <a:lnTo>
                    <a:pt x="6734" y="38036"/>
                  </a:lnTo>
                  <a:lnTo>
                    <a:pt x="6791" y="37988"/>
                  </a:lnTo>
                  <a:lnTo>
                    <a:pt x="6849" y="37930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396;p31">
              <a:extLst>
                <a:ext uri="{FF2B5EF4-FFF2-40B4-BE49-F238E27FC236}">
                  <a16:creationId xmlns:a16="http://schemas.microsoft.com/office/drawing/2014/main" id="{9296CAC6-7E5B-400A-AA8F-B9C6BE0A0C84}"/>
                </a:ext>
              </a:extLst>
            </p:cNvPr>
            <p:cNvSpPr/>
            <p:nvPr/>
          </p:nvSpPr>
          <p:spPr>
            <a:xfrm>
              <a:off x="2701210" y="2163014"/>
              <a:ext cx="708720" cy="1512399"/>
            </a:xfrm>
            <a:custGeom>
              <a:avLst/>
              <a:gdLst/>
              <a:ahLst/>
              <a:cxnLst/>
              <a:rect l="l" t="t" r="r" b="b"/>
              <a:pathLst>
                <a:path w="21935" h="46809" extrusionOk="0">
                  <a:moveTo>
                    <a:pt x="11954" y="0"/>
                  </a:moveTo>
                  <a:lnTo>
                    <a:pt x="11580" y="19"/>
                  </a:lnTo>
                  <a:lnTo>
                    <a:pt x="11207" y="48"/>
                  </a:lnTo>
                  <a:lnTo>
                    <a:pt x="10833" y="86"/>
                  </a:lnTo>
                  <a:lnTo>
                    <a:pt x="10460" y="144"/>
                  </a:lnTo>
                  <a:lnTo>
                    <a:pt x="10096" y="220"/>
                  </a:lnTo>
                  <a:lnTo>
                    <a:pt x="9732" y="316"/>
                  </a:lnTo>
                  <a:lnTo>
                    <a:pt x="9378" y="422"/>
                  </a:lnTo>
                  <a:lnTo>
                    <a:pt x="9014" y="546"/>
                  </a:lnTo>
                  <a:lnTo>
                    <a:pt x="8669" y="690"/>
                  </a:lnTo>
                  <a:lnTo>
                    <a:pt x="8324" y="843"/>
                  </a:lnTo>
                  <a:lnTo>
                    <a:pt x="7989" y="1015"/>
                  </a:lnTo>
                  <a:lnTo>
                    <a:pt x="7653" y="1207"/>
                  </a:lnTo>
                  <a:lnTo>
                    <a:pt x="7328" y="1418"/>
                  </a:lnTo>
                  <a:lnTo>
                    <a:pt x="7012" y="1638"/>
                  </a:lnTo>
                  <a:lnTo>
                    <a:pt x="6705" y="1877"/>
                  </a:lnTo>
                  <a:lnTo>
                    <a:pt x="6408" y="2126"/>
                  </a:lnTo>
                  <a:lnTo>
                    <a:pt x="6111" y="2404"/>
                  </a:lnTo>
                  <a:lnTo>
                    <a:pt x="5834" y="2692"/>
                  </a:lnTo>
                  <a:lnTo>
                    <a:pt x="5565" y="2988"/>
                  </a:lnTo>
                  <a:lnTo>
                    <a:pt x="5307" y="3314"/>
                  </a:lnTo>
                  <a:lnTo>
                    <a:pt x="5058" y="3649"/>
                  </a:lnTo>
                  <a:lnTo>
                    <a:pt x="4828" y="4004"/>
                  </a:lnTo>
                  <a:lnTo>
                    <a:pt x="4608" y="4368"/>
                  </a:lnTo>
                  <a:lnTo>
                    <a:pt x="4397" y="4760"/>
                  </a:lnTo>
                  <a:lnTo>
                    <a:pt x="4205" y="5163"/>
                  </a:lnTo>
                  <a:lnTo>
                    <a:pt x="4023" y="5584"/>
                  </a:lnTo>
                  <a:lnTo>
                    <a:pt x="3851" y="6015"/>
                  </a:lnTo>
                  <a:lnTo>
                    <a:pt x="3707" y="6475"/>
                  </a:lnTo>
                  <a:lnTo>
                    <a:pt x="3573" y="6944"/>
                  </a:lnTo>
                  <a:lnTo>
                    <a:pt x="3458" y="7423"/>
                  </a:lnTo>
                  <a:lnTo>
                    <a:pt x="3353" y="7931"/>
                  </a:lnTo>
                  <a:lnTo>
                    <a:pt x="3248" y="8572"/>
                  </a:lnTo>
                  <a:lnTo>
                    <a:pt x="3133" y="9348"/>
                  </a:lnTo>
                  <a:lnTo>
                    <a:pt x="3018" y="10249"/>
                  </a:lnTo>
                  <a:lnTo>
                    <a:pt x="2903" y="11274"/>
                  </a:lnTo>
                  <a:lnTo>
                    <a:pt x="2769" y="12404"/>
                  </a:lnTo>
                  <a:lnTo>
                    <a:pt x="2644" y="13630"/>
                  </a:lnTo>
                  <a:lnTo>
                    <a:pt x="2376" y="16321"/>
                  </a:lnTo>
                  <a:lnTo>
                    <a:pt x="2098" y="19281"/>
                  </a:lnTo>
                  <a:lnTo>
                    <a:pt x="1811" y="22413"/>
                  </a:lnTo>
                  <a:lnTo>
                    <a:pt x="1543" y="25650"/>
                  </a:lnTo>
                  <a:lnTo>
                    <a:pt x="1265" y="28888"/>
                  </a:lnTo>
                  <a:lnTo>
                    <a:pt x="1016" y="32058"/>
                  </a:lnTo>
                  <a:lnTo>
                    <a:pt x="776" y="35075"/>
                  </a:lnTo>
                  <a:lnTo>
                    <a:pt x="365" y="40314"/>
                  </a:lnTo>
                  <a:lnTo>
                    <a:pt x="96" y="43944"/>
                  </a:lnTo>
                  <a:lnTo>
                    <a:pt x="1" y="45305"/>
                  </a:lnTo>
                  <a:lnTo>
                    <a:pt x="288" y="45458"/>
                  </a:lnTo>
                  <a:lnTo>
                    <a:pt x="585" y="45601"/>
                  </a:lnTo>
                  <a:lnTo>
                    <a:pt x="891" y="45736"/>
                  </a:lnTo>
                  <a:lnTo>
                    <a:pt x="1217" y="45870"/>
                  </a:lnTo>
                  <a:lnTo>
                    <a:pt x="1552" y="45985"/>
                  </a:lnTo>
                  <a:lnTo>
                    <a:pt x="1887" y="46090"/>
                  </a:lnTo>
                  <a:lnTo>
                    <a:pt x="2242" y="46186"/>
                  </a:lnTo>
                  <a:lnTo>
                    <a:pt x="2596" y="46282"/>
                  </a:lnTo>
                  <a:lnTo>
                    <a:pt x="2960" y="46368"/>
                  </a:lnTo>
                  <a:lnTo>
                    <a:pt x="3334" y="46435"/>
                  </a:lnTo>
                  <a:lnTo>
                    <a:pt x="3717" y="46502"/>
                  </a:lnTo>
                  <a:lnTo>
                    <a:pt x="4100" y="46569"/>
                  </a:lnTo>
                  <a:lnTo>
                    <a:pt x="4493" y="46617"/>
                  </a:lnTo>
                  <a:lnTo>
                    <a:pt x="4895" y="46665"/>
                  </a:lnTo>
                  <a:lnTo>
                    <a:pt x="5297" y="46703"/>
                  </a:lnTo>
                  <a:lnTo>
                    <a:pt x="5709" y="46741"/>
                  </a:lnTo>
                  <a:lnTo>
                    <a:pt x="6111" y="46760"/>
                  </a:lnTo>
                  <a:lnTo>
                    <a:pt x="6533" y="46789"/>
                  </a:lnTo>
                  <a:lnTo>
                    <a:pt x="7366" y="46808"/>
                  </a:lnTo>
                  <a:lnTo>
                    <a:pt x="8209" y="46808"/>
                  </a:lnTo>
                  <a:lnTo>
                    <a:pt x="9061" y="46799"/>
                  </a:lnTo>
                  <a:lnTo>
                    <a:pt x="9904" y="46760"/>
                  </a:lnTo>
                  <a:lnTo>
                    <a:pt x="10747" y="46713"/>
                  </a:lnTo>
                  <a:lnTo>
                    <a:pt x="11571" y="46655"/>
                  </a:lnTo>
                  <a:lnTo>
                    <a:pt x="12395" y="46578"/>
                  </a:lnTo>
                  <a:lnTo>
                    <a:pt x="13190" y="46492"/>
                  </a:lnTo>
                  <a:lnTo>
                    <a:pt x="13965" y="46406"/>
                  </a:lnTo>
                  <a:lnTo>
                    <a:pt x="14722" y="46301"/>
                  </a:lnTo>
                  <a:lnTo>
                    <a:pt x="15440" y="46205"/>
                  </a:lnTo>
                  <a:lnTo>
                    <a:pt x="16130" y="46100"/>
                  </a:lnTo>
                  <a:lnTo>
                    <a:pt x="16781" y="45994"/>
                  </a:lnTo>
                  <a:lnTo>
                    <a:pt x="17950" y="45783"/>
                  </a:lnTo>
                  <a:lnTo>
                    <a:pt x="18908" y="45601"/>
                  </a:lnTo>
                  <a:lnTo>
                    <a:pt x="19645" y="45448"/>
                  </a:lnTo>
                  <a:lnTo>
                    <a:pt x="20268" y="45305"/>
                  </a:lnTo>
                  <a:lnTo>
                    <a:pt x="21915" y="16139"/>
                  </a:lnTo>
                  <a:lnTo>
                    <a:pt x="21925" y="15574"/>
                  </a:lnTo>
                  <a:lnTo>
                    <a:pt x="21934" y="15028"/>
                  </a:lnTo>
                  <a:lnTo>
                    <a:pt x="21925" y="14482"/>
                  </a:lnTo>
                  <a:lnTo>
                    <a:pt x="21925" y="13955"/>
                  </a:lnTo>
                  <a:lnTo>
                    <a:pt x="21906" y="13429"/>
                  </a:lnTo>
                  <a:lnTo>
                    <a:pt x="21887" y="12921"/>
                  </a:lnTo>
                  <a:lnTo>
                    <a:pt x="21858" y="12432"/>
                  </a:lnTo>
                  <a:lnTo>
                    <a:pt x="21829" y="11944"/>
                  </a:lnTo>
                  <a:lnTo>
                    <a:pt x="21791" y="11465"/>
                  </a:lnTo>
                  <a:lnTo>
                    <a:pt x="21743" y="11005"/>
                  </a:lnTo>
                  <a:lnTo>
                    <a:pt x="21695" y="10546"/>
                  </a:lnTo>
                  <a:lnTo>
                    <a:pt x="21647" y="10105"/>
                  </a:lnTo>
                  <a:lnTo>
                    <a:pt x="21590" y="9674"/>
                  </a:lnTo>
                  <a:lnTo>
                    <a:pt x="21523" y="9253"/>
                  </a:lnTo>
                  <a:lnTo>
                    <a:pt x="21456" y="8841"/>
                  </a:lnTo>
                  <a:lnTo>
                    <a:pt x="21379" y="8438"/>
                  </a:lnTo>
                  <a:lnTo>
                    <a:pt x="21274" y="7940"/>
                  </a:lnTo>
                  <a:lnTo>
                    <a:pt x="21149" y="7452"/>
                  </a:lnTo>
                  <a:lnTo>
                    <a:pt x="21015" y="6973"/>
                  </a:lnTo>
                  <a:lnTo>
                    <a:pt x="20862" y="6523"/>
                  </a:lnTo>
                  <a:lnTo>
                    <a:pt x="20689" y="6082"/>
                  </a:lnTo>
                  <a:lnTo>
                    <a:pt x="20507" y="5651"/>
                  </a:lnTo>
                  <a:lnTo>
                    <a:pt x="20306" y="5239"/>
                  </a:lnTo>
                  <a:lnTo>
                    <a:pt x="20095" y="4847"/>
                  </a:lnTo>
                  <a:lnTo>
                    <a:pt x="19866" y="4463"/>
                  </a:lnTo>
                  <a:lnTo>
                    <a:pt x="19636" y="4100"/>
                  </a:lnTo>
                  <a:lnTo>
                    <a:pt x="19387" y="3745"/>
                  </a:lnTo>
                  <a:lnTo>
                    <a:pt x="19118" y="3410"/>
                  </a:lnTo>
                  <a:lnTo>
                    <a:pt x="18850" y="3094"/>
                  </a:lnTo>
                  <a:lnTo>
                    <a:pt x="18563" y="2787"/>
                  </a:lnTo>
                  <a:lnTo>
                    <a:pt x="18276" y="2500"/>
                  </a:lnTo>
                  <a:lnTo>
                    <a:pt x="17969" y="2232"/>
                  </a:lnTo>
                  <a:lnTo>
                    <a:pt x="17663" y="1973"/>
                  </a:lnTo>
                  <a:lnTo>
                    <a:pt x="17337" y="1734"/>
                  </a:lnTo>
                  <a:lnTo>
                    <a:pt x="17011" y="1504"/>
                  </a:lnTo>
                  <a:lnTo>
                    <a:pt x="16686" y="1293"/>
                  </a:lnTo>
                  <a:lnTo>
                    <a:pt x="16341" y="1102"/>
                  </a:lnTo>
                  <a:lnTo>
                    <a:pt x="15996" y="929"/>
                  </a:lnTo>
                  <a:lnTo>
                    <a:pt x="15642" y="766"/>
                  </a:lnTo>
                  <a:lnTo>
                    <a:pt x="15287" y="613"/>
                  </a:lnTo>
                  <a:lnTo>
                    <a:pt x="14923" y="479"/>
                  </a:lnTo>
                  <a:lnTo>
                    <a:pt x="14559" y="364"/>
                  </a:lnTo>
                  <a:lnTo>
                    <a:pt x="14195" y="268"/>
                  </a:lnTo>
                  <a:lnTo>
                    <a:pt x="13822" y="182"/>
                  </a:lnTo>
                  <a:lnTo>
                    <a:pt x="13448" y="115"/>
                  </a:lnTo>
                  <a:lnTo>
                    <a:pt x="13075" y="67"/>
                  </a:lnTo>
                  <a:lnTo>
                    <a:pt x="12701" y="29"/>
                  </a:lnTo>
                  <a:lnTo>
                    <a:pt x="12328" y="10"/>
                  </a:lnTo>
                  <a:lnTo>
                    <a:pt x="11954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397;p31">
              <a:extLst>
                <a:ext uri="{FF2B5EF4-FFF2-40B4-BE49-F238E27FC236}">
                  <a16:creationId xmlns:a16="http://schemas.microsoft.com/office/drawing/2014/main" id="{0D98566D-F9B2-7F62-0D0A-FAEE05EC64AE}"/>
                </a:ext>
              </a:extLst>
            </p:cNvPr>
            <p:cNvSpPr/>
            <p:nvPr/>
          </p:nvSpPr>
          <p:spPr>
            <a:xfrm>
              <a:off x="3205354" y="1483713"/>
              <a:ext cx="533535" cy="1294532"/>
            </a:xfrm>
            <a:custGeom>
              <a:avLst/>
              <a:gdLst/>
              <a:ahLst/>
              <a:cxnLst/>
              <a:rect l="l" t="t" r="r" b="b"/>
              <a:pathLst>
                <a:path w="16513" h="40066" extrusionOk="0">
                  <a:moveTo>
                    <a:pt x="11350" y="0"/>
                  </a:moveTo>
                  <a:lnTo>
                    <a:pt x="11197" y="10"/>
                  </a:lnTo>
                  <a:lnTo>
                    <a:pt x="11044" y="29"/>
                  </a:lnTo>
                  <a:lnTo>
                    <a:pt x="10900" y="48"/>
                  </a:lnTo>
                  <a:lnTo>
                    <a:pt x="10756" y="77"/>
                  </a:lnTo>
                  <a:lnTo>
                    <a:pt x="10613" y="115"/>
                  </a:lnTo>
                  <a:lnTo>
                    <a:pt x="10469" y="153"/>
                  </a:lnTo>
                  <a:lnTo>
                    <a:pt x="10335" y="201"/>
                  </a:lnTo>
                  <a:lnTo>
                    <a:pt x="10191" y="259"/>
                  </a:lnTo>
                  <a:lnTo>
                    <a:pt x="10067" y="326"/>
                  </a:lnTo>
                  <a:lnTo>
                    <a:pt x="9933" y="402"/>
                  </a:lnTo>
                  <a:lnTo>
                    <a:pt x="9808" y="479"/>
                  </a:lnTo>
                  <a:lnTo>
                    <a:pt x="9875" y="1054"/>
                  </a:lnTo>
                  <a:lnTo>
                    <a:pt x="9952" y="1724"/>
                  </a:lnTo>
                  <a:lnTo>
                    <a:pt x="10038" y="2596"/>
                  </a:lnTo>
                  <a:lnTo>
                    <a:pt x="10134" y="3649"/>
                  </a:lnTo>
                  <a:lnTo>
                    <a:pt x="10239" y="4837"/>
                  </a:lnTo>
                  <a:lnTo>
                    <a:pt x="10325" y="6140"/>
                  </a:lnTo>
                  <a:lnTo>
                    <a:pt x="10373" y="6820"/>
                  </a:lnTo>
                  <a:lnTo>
                    <a:pt x="10402" y="7509"/>
                  </a:lnTo>
                  <a:lnTo>
                    <a:pt x="10440" y="8218"/>
                  </a:lnTo>
                  <a:lnTo>
                    <a:pt x="10460" y="8927"/>
                  </a:lnTo>
                  <a:lnTo>
                    <a:pt x="10479" y="9636"/>
                  </a:lnTo>
                  <a:lnTo>
                    <a:pt x="10479" y="10344"/>
                  </a:lnTo>
                  <a:lnTo>
                    <a:pt x="10479" y="11044"/>
                  </a:lnTo>
                  <a:lnTo>
                    <a:pt x="10469" y="11733"/>
                  </a:lnTo>
                  <a:lnTo>
                    <a:pt x="10440" y="12404"/>
                  </a:lnTo>
                  <a:lnTo>
                    <a:pt x="10402" y="13055"/>
                  </a:lnTo>
                  <a:lnTo>
                    <a:pt x="10354" y="13687"/>
                  </a:lnTo>
                  <a:lnTo>
                    <a:pt x="10287" y="14291"/>
                  </a:lnTo>
                  <a:lnTo>
                    <a:pt x="10211" y="14856"/>
                  </a:lnTo>
                  <a:lnTo>
                    <a:pt x="10163" y="15134"/>
                  </a:lnTo>
                  <a:lnTo>
                    <a:pt x="10115" y="15392"/>
                  </a:lnTo>
                  <a:lnTo>
                    <a:pt x="10057" y="15641"/>
                  </a:lnTo>
                  <a:lnTo>
                    <a:pt x="10000" y="15890"/>
                  </a:lnTo>
                  <a:lnTo>
                    <a:pt x="9933" y="16120"/>
                  </a:lnTo>
                  <a:lnTo>
                    <a:pt x="9866" y="16331"/>
                  </a:lnTo>
                  <a:lnTo>
                    <a:pt x="9789" y="16542"/>
                  </a:lnTo>
                  <a:lnTo>
                    <a:pt x="9712" y="16733"/>
                  </a:lnTo>
                  <a:lnTo>
                    <a:pt x="9626" y="16915"/>
                  </a:lnTo>
                  <a:lnTo>
                    <a:pt x="9540" y="17078"/>
                  </a:lnTo>
                  <a:lnTo>
                    <a:pt x="9473" y="17183"/>
                  </a:lnTo>
                  <a:lnTo>
                    <a:pt x="9396" y="17289"/>
                  </a:lnTo>
                  <a:lnTo>
                    <a:pt x="9320" y="17394"/>
                  </a:lnTo>
                  <a:lnTo>
                    <a:pt x="9224" y="17499"/>
                  </a:lnTo>
                  <a:lnTo>
                    <a:pt x="9013" y="17720"/>
                  </a:lnTo>
                  <a:lnTo>
                    <a:pt x="8764" y="17930"/>
                  </a:lnTo>
                  <a:lnTo>
                    <a:pt x="8486" y="18151"/>
                  </a:lnTo>
                  <a:lnTo>
                    <a:pt x="8190" y="18371"/>
                  </a:lnTo>
                  <a:lnTo>
                    <a:pt x="7864" y="18591"/>
                  </a:lnTo>
                  <a:lnTo>
                    <a:pt x="7510" y="18812"/>
                  </a:lnTo>
                  <a:lnTo>
                    <a:pt x="7146" y="19032"/>
                  </a:lnTo>
                  <a:lnTo>
                    <a:pt x="6762" y="19243"/>
                  </a:lnTo>
                  <a:lnTo>
                    <a:pt x="6370" y="19463"/>
                  </a:lnTo>
                  <a:lnTo>
                    <a:pt x="5958" y="19674"/>
                  </a:lnTo>
                  <a:lnTo>
                    <a:pt x="5546" y="19875"/>
                  </a:lnTo>
                  <a:lnTo>
                    <a:pt x="5134" y="20085"/>
                  </a:lnTo>
                  <a:lnTo>
                    <a:pt x="4291" y="20469"/>
                  </a:lnTo>
                  <a:lnTo>
                    <a:pt x="3468" y="20833"/>
                  </a:lnTo>
                  <a:lnTo>
                    <a:pt x="2682" y="21168"/>
                  </a:lnTo>
                  <a:lnTo>
                    <a:pt x="1954" y="21465"/>
                  </a:lnTo>
                  <a:lnTo>
                    <a:pt x="1312" y="21723"/>
                  </a:lnTo>
                  <a:lnTo>
                    <a:pt x="364" y="22078"/>
                  </a:lnTo>
                  <a:lnTo>
                    <a:pt x="0" y="22212"/>
                  </a:lnTo>
                  <a:lnTo>
                    <a:pt x="2989" y="31148"/>
                  </a:lnTo>
                  <a:lnTo>
                    <a:pt x="5038" y="37288"/>
                  </a:lnTo>
                  <a:lnTo>
                    <a:pt x="5967" y="40065"/>
                  </a:lnTo>
                  <a:lnTo>
                    <a:pt x="6063" y="39443"/>
                  </a:lnTo>
                  <a:lnTo>
                    <a:pt x="6178" y="38830"/>
                  </a:lnTo>
                  <a:lnTo>
                    <a:pt x="6293" y="38207"/>
                  </a:lnTo>
                  <a:lnTo>
                    <a:pt x="6437" y="37594"/>
                  </a:lnTo>
                  <a:lnTo>
                    <a:pt x="6580" y="36972"/>
                  </a:lnTo>
                  <a:lnTo>
                    <a:pt x="6753" y="36359"/>
                  </a:lnTo>
                  <a:lnTo>
                    <a:pt x="6925" y="35746"/>
                  </a:lnTo>
                  <a:lnTo>
                    <a:pt x="7117" y="35142"/>
                  </a:lnTo>
                  <a:lnTo>
                    <a:pt x="7318" y="34529"/>
                  </a:lnTo>
                  <a:lnTo>
                    <a:pt x="7529" y="33926"/>
                  </a:lnTo>
                  <a:lnTo>
                    <a:pt x="7759" y="33332"/>
                  </a:lnTo>
                  <a:lnTo>
                    <a:pt x="7998" y="32729"/>
                  </a:lnTo>
                  <a:lnTo>
                    <a:pt x="8247" y="32135"/>
                  </a:lnTo>
                  <a:lnTo>
                    <a:pt x="8506" y="31550"/>
                  </a:lnTo>
                  <a:lnTo>
                    <a:pt x="8774" y="30966"/>
                  </a:lnTo>
                  <a:lnTo>
                    <a:pt x="9061" y="30382"/>
                  </a:lnTo>
                  <a:lnTo>
                    <a:pt x="9349" y="29807"/>
                  </a:lnTo>
                  <a:lnTo>
                    <a:pt x="9655" y="29233"/>
                  </a:lnTo>
                  <a:lnTo>
                    <a:pt x="9962" y="28667"/>
                  </a:lnTo>
                  <a:lnTo>
                    <a:pt x="10287" y="28102"/>
                  </a:lnTo>
                  <a:lnTo>
                    <a:pt x="10613" y="27547"/>
                  </a:lnTo>
                  <a:lnTo>
                    <a:pt x="10948" y="27001"/>
                  </a:lnTo>
                  <a:lnTo>
                    <a:pt x="11302" y="26455"/>
                  </a:lnTo>
                  <a:lnTo>
                    <a:pt x="11657" y="25918"/>
                  </a:lnTo>
                  <a:lnTo>
                    <a:pt x="12021" y="25392"/>
                  </a:lnTo>
                  <a:lnTo>
                    <a:pt x="12385" y="24865"/>
                  </a:lnTo>
                  <a:lnTo>
                    <a:pt x="12768" y="24357"/>
                  </a:lnTo>
                  <a:lnTo>
                    <a:pt x="13151" y="23840"/>
                  </a:lnTo>
                  <a:lnTo>
                    <a:pt x="13544" y="23342"/>
                  </a:lnTo>
                  <a:lnTo>
                    <a:pt x="13936" y="22853"/>
                  </a:lnTo>
                  <a:lnTo>
                    <a:pt x="14348" y="22365"/>
                  </a:lnTo>
                  <a:lnTo>
                    <a:pt x="14751" y="21886"/>
                  </a:lnTo>
                  <a:lnTo>
                    <a:pt x="15009" y="21589"/>
                  </a:lnTo>
                  <a:lnTo>
                    <a:pt x="15249" y="21292"/>
                  </a:lnTo>
                  <a:lnTo>
                    <a:pt x="15469" y="20995"/>
                  </a:lnTo>
                  <a:lnTo>
                    <a:pt x="15670" y="20708"/>
                  </a:lnTo>
                  <a:lnTo>
                    <a:pt x="15842" y="20421"/>
                  </a:lnTo>
                  <a:lnTo>
                    <a:pt x="15996" y="20152"/>
                  </a:lnTo>
                  <a:lnTo>
                    <a:pt x="16120" y="19875"/>
                  </a:lnTo>
                  <a:lnTo>
                    <a:pt x="16226" y="19616"/>
                  </a:lnTo>
                  <a:lnTo>
                    <a:pt x="16293" y="19386"/>
                  </a:lnTo>
                  <a:lnTo>
                    <a:pt x="16350" y="19147"/>
                  </a:lnTo>
                  <a:lnTo>
                    <a:pt x="16408" y="18888"/>
                  </a:lnTo>
                  <a:lnTo>
                    <a:pt x="16446" y="18620"/>
                  </a:lnTo>
                  <a:lnTo>
                    <a:pt x="16475" y="18333"/>
                  </a:lnTo>
                  <a:lnTo>
                    <a:pt x="16494" y="18045"/>
                  </a:lnTo>
                  <a:lnTo>
                    <a:pt x="16503" y="17739"/>
                  </a:lnTo>
                  <a:lnTo>
                    <a:pt x="16513" y="17423"/>
                  </a:lnTo>
                  <a:lnTo>
                    <a:pt x="16503" y="17097"/>
                  </a:lnTo>
                  <a:lnTo>
                    <a:pt x="16494" y="16752"/>
                  </a:lnTo>
                  <a:lnTo>
                    <a:pt x="16475" y="16407"/>
                  </a:lnTo>
                  <a:lnTo>
                    <a:pt x="16446" y="16053"/>
                  </a:lnTo>
                  <a:lnTo>
                    <a:pt x="16408" y="15699"/>
                  </a:lnTo>
                  <a:lnTo>
                    <a:pt x="16369" y="15325"/>
                  </a:lnTo>
                  <a:lnTo>
                    <a:pt x="16264" y="14568"/>
                  </a:lnTo>
                  <a:lnTo>
                    <a:pt x="16139" y="13783"/>
                  </a:lnTo>
                  <a:lnTo>
                    <a:pt x="15986" y="12988"/>
                  </a:lnTo>
                  <a:lnTo>
                    <a:pt x="15823" y="12174"/>
                  </a:lnTo>
                  <a:lnTo>
                    <a:pt x="15641" y="11350"/>
                  </a:lnTo>
                  <a:lnTo>
                    <a:pt x="15440" y="10526"/>
                  </a:lnTo>
                  <a:lnTo>
                    <a:pt x="15229" y="9703"/>
                  </a:lnTo>
                  <a:lnTo>
                    <a:pt x="15009" y="8879"/>
                  </a:lnTo>
                  <a:lnTo>
                    <a:pt x="14789" y="8065"/>
                  </a:lnTo>
                  <a:lnTo>
                    <a:pt x="14559" y="7270"/>
                  </a:lnTo>
                  <a:lnTo>
                    <a:pt x="14320" y="6484"/>
                  </a:lnTo>
                  <a:lnTo>
                    <a:pt x="14090" y="5728"/>
                  </a:lnTo>
                  <a:lnTo>
                    <a:pt x="13860" y="5000"/>
                  </a:lnTo>
                  <a:lnTo>
                    <a:pt x="13419" y="3640"/>
                  </a:lnTo>
                  <a:lnTo>
                    <a:pt x="13007" y="2452"/>
                  </a:lnTo>
                  <a:lnTo>
                    <a:pt x="12663" y="1456"/>
                  </a:lnTo>
                  <a:lnTo>
                    <a:pt x="12385" y="709"/>
                  </a:lnTo>
                  <a:lnTo>
                    <a:pt x="12145" y="58"/>
                  </a:lnTo>
                  <a:lnTo>
                    <a:pt x="11820" y="19"/>
                  </a:lnTo>
                  <a:lnTo>
                    <a:pt x="11666" y="10"/>
                  </a:lnTo>
                  <a:lnTo>
                    <a:pt x="11504" y="0"/>
                  </a:lnTo>
                  <a:close/>
                </a:path>
              </a:pathLst>
            </a:custGeom>
            <a:solidFill>
              <a:srgbClr val="C693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398;p31">
              <a:extLst>
                <a:ext uri="{FF2B5EF4-FFF2-40B4-BE49-F238E27FC236}">
                  <a16:creationId xmlns:a16="http://schemas.microsoft.com/office/drawing/2014/main" id="{7B174009-C8A7-8208-ECE3-2A104B48B808}"/>
                </a:ext>
              </a:extLst>
            </p:cNvPr>
            <p:cNvSpPr/>
            <p:nvPr/>
          </p:nvSpPr>
          <p:spPr>
            <a:xfrm>
              <a:off x="1497346" y="3314859"/>
              <a:ext cx="329627" cy="67819"/>
            </a:xfrm>
            <a:custGeom>
              <a:avLst/>
              <a:gdLst/>
              <a:ahLst/>
              <a:cxnLst/>
              <a:rect l="l" t="t" r="r" b="b"/>
              <a:pathLst>
                <a:path w="10202" h="2099" extrusionOk="0">
                  <a:moveTo>
                    <a:pt x="1993" y="1"/>
                  </a:moveTo>
                  <a:lnTo>
                    <a:pt x="1792" y="20"/>
                  </a:lnTo>
                  <a:lnTo>
                    <a:pt x="1591" y="49"/>
                  </a:lnTo>
                  <a:lnTo>
                    <a:pt x="1399" y="97"/>
                  </a:lnTo>
                  <a:lnTo>
                    <a:pt x="1217" y="164"/>
                  </a:lnTo>
                  <a:lnTo>
                    <a:pt x="1045" y="250"/>
                  </a:lnTo>
                  <a:lnTo>
                    <a:pt x="872" y="346"/>
                  </a:lnTo>
                  <a:lnTo>
                    <a:pt x="719" y="461"/>
                  </a:lnTo>
                  <a:lnTo>
                    <a:pt x="585" y="595"/>
                  </a:lnTo>
                  <a:lnTo>
                    <a:pt x="451" y="729"/>
                  </a:lnTo>
                  <a:lnTo>
                    <a:pt x="336" y="882"/>
                  </a:lnTo>
                  <a:lnTo>
                    <a:pt x="240" y="1054"/>
                  </a:lnTo>
                  <a:lnTo>
                    <a:pt x="154" y="1227"/>
                  </a:lnTo>
                  <a:lnTo>
                    <a:pt x="87" y="1409"/>
                  </a:lnTo>
                  <a:lnTo>
                    <a:pt x="39" y="1600"/>
                  </a:lnTo>
                  <a:lnTo>
                    <a:pt x="10" y="1802"/>
                  </a:lnTo>
                  <a:lnTo>
                    <a:pt x="1" y="2003"/>
                  </a:lnTo>
                  <a:lnTo>
                    <a:pt x="1" y="2098"/>
                  </a:lnTo>
                  <a:lnTo>
                    <a:pt x="10201" y="2098"/>
                  </a:lnTo>
                  <a:lnTo>
                    <a:pt x="10201" y="2003"/>
                  </a:lnTo>
                  <a:lnTo>
                    <a:pt x="10192" y="1802"/>
                  </a:lnTo>
                  <a:lnTo>
                    <a:pt x="10163" y="1600"/>
                  </a:lnTo>
                  <a:lnTo>
                    <a:pt x="10115" y="1409"/>
                  </a:lnTo>
                  <a:lnTo>
                    <a:pt x="10048" y="1227"/>
                  </a:lnTo>
                  <a:lnTo>
                    <a:pt x="9962" y="1054"/>
                  </a:lnTo>
                  <a:lnTo>
                    <a:pt x="9866" y="882"/>
                  </a:lnTo>
                  <a:lnTo>
                    <a:pt x="9751" y="729"/>
                  </a:lnTo>
                  <a:lnTo>
                    <a:pt x="9617" y="595"/>
                  </a:lnTo>
                  <a:lnTo>
                    <a:pt x="9474" y="461"/>
                  </a:lnTo>
                  <a:lnTo>
                    <a:pt x="9320" y="346"/>
                  </a:lnTo>
                  <a:lnTo>
                    <a:pt x="9157" y="250"/>
                  </a:lnTo>
                  <a:lnTo>
                    <a:pt x="8985" y="164"/>
                  </a:lnTo>
                  <a:lnTo>
                    <a:pt x="8803" y="97"/>
                  </a:lnTo>
                  <a:lnTo>
                    <a:pt x="8612" y="49"/>
                  </a:lnTo>
                  <a:lnTo>
                    <a:pt x="8410" y="20"/>
                  </a:lnTo>
                  <a:lnTo>
                    <a:pt x="8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399;p31">
              <a:extLst>
                <a:ext uri="{FF2B5EF4-FFF2-40B4-BE49-F238E27FC236}">
                  <a16:creationId xmlns:a16="http://schemas.microsoft.com/office/drawing/2014/main" id="{0E8B16AA-69C7-D31E-7D9F-C428F649F484}"/>
                </a:ext>
              </a:extLst>
            </p:cNvPr>
            <p:cNvSpPr/>
            <p:nvPr/>
          </p:nvSpPr>
          <p:spPr>
            <a:xfrm>
              <a:off x="1417506" y="3147134"/>
              <a:ext cx="249466" cy="235540"/>
            </a:xfrm>
            <a:custGeom>
              <a:avLst/>
              <a:gdLst/>
              <a:ahLst/>
              <a:cxnLst/>
              <a:rect l="l" t="t" r="r" b="b"/>
              <a:pathLst>
                <a:path w="7721" h="7290" extrusionOk="0">
                  <a:moveTo>
                    <a:pt x="1849" y="0"/>
                  </a:moveTo>
                  <a:lnTo>
                    <a:pt x="1" y="7289"/>
                  </a:lnTo>
                  <a:lnTo>
                    <a:pt x="5872" y="7289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400;p31">
              <a:extLst>
                <a:ext uri="{FF2B5EF4-FFF2-40B4-BE49-F238E27FC236}">
                  <a16:creationId xmlns:a16="http://schemas.microsoft.com/office/drawing/2014/main" id="{AB13E3B0-85C2-25CF-FDAF-3A921B2B9C1F}"/>
                </a:ext>
              </a:extLst>
            </p:cNvPr>
            <p:cNvSpPr/>
            <p:nvPr/>
          </p:nvSpPr>
          <p:spPr>
            <a:xfrm>
              <a:off x="1043671" y="2522309"/>
              <a:ext cx="1036731" cy="669722"/>
            </a:xfrm>
            <a:custGeom>
              <a:avLst/>
              <a:gdLst/>
              <a:ahLst/>
              <a:cxnLst/>
              <a:rect l="l" t="t" r="r" b="b"/>
              <a:pathLst>
                <a:path w="32087" h="20728" extrusionOk="0">
                  <a:moveTo>
                    <a:pt x="1533" y="0"/>
                  </a:moveTo>
                  <a:lnTo>
                    <a:pt x="1370" y="10"/>
                  </a:lnTo>
                  <a:lnTo>
                    <a:pt x="1226" y="29"/>
                  </a:lnTo>
                  <a:lnTo>
                    <a:pt x="1073" y="67"/>
                  </a:lnTo>
                  <a:lnTo>
                    <a:pt x="939" y="125"/>
                  </a:lnTo>
                  <a:lnTo>
                    <a:pt x="805" y="182"/>
                  </a:lnTo>
                  <a:lnTo>
                    <a:pt x="671" y="259"/>
                  </a:lnTo>
                  <a:lnTo>
                    <a:pt x="556" y="345"/>
                  </a:lnTo>
                  <a:lnTo>
                    <a:pt x="450" y="450"/>
                  </a:lnTo>
                  <a:lnTo>
                    <a:pt x="345" y="556"/>
                  </a:lnTo>
                  <a:lnTo>
                    <a:pt x="259" y="671"/>
                  </a:lnTo>
                  <a:lnTo>
                    <a:pt x="182" y="805"/>
                  </a:lnTo>
                  <a:lnTo>
                    <a:pt x="125" y="939"/>
                  </a:lnTo>
                  <a:lnTo>
                    <a:pt x="67" y="1073"/>
                  </a:lnTo>
                  <a:lnTo>
                    <a:pt x="29" y="1226"/>
                  </a:lnTo>
                  <a:lnTo>
                    <a:pt x="10" y="1370"/>
                  </a:lnTo>
                  <a:lnTo>
                    <a:pt x="0" y="1533"/>
                  </a:lnTo>
                  <a:lnTo>
                    <a:pt x="2184" y="19195"/>
                  </a:lnTo>
                  <a:lnTo>
                    <a:pt x="2194" y="19348"/>
                  </a:lnTo>
                  <a:lnTo>
                    <a:pt x="2213" y="19501"/>
                  </a:lnTo>
                  <a:lnTo>
                    <a:pt x="2251" y="19645"/>
                  </a:lnTo>
                  <a:lnTo>
                    <a:pt x="2309" y="19789"/>
                  </a:lnTo>
                  <a:lnTo>
                    <a:pt x="2366" y="19923"/>
                  </a:lnTo>
                  <a:lnTo>
                    <a:pt x="2443" y="20047"/>
                  </a:lnTo>
                  <a:lnTo>
                    <a:pt x="2539" y="20162"/>
                  </a:lnTo>
                  <a:lnTo>
                    <a:pt x="2634" y="20277"/>
                  </a:lnTo>
                  <a:lnTo>
                    <a:pt x="2740" y="20373"/>
                  </a:lnTo>
                  <a:lnTo>
                    <a:pt x="2855" y="20459"/>
                  </a:lnTo>
                  <a:lnTo>
                    <a:pt x="2989" y="20536"/>
                  </a:lnTo>
                  <a:lnTo>
                    <a:pt x="3123" y="20603"/>
                  </a:lnTo>
                  <a:lnTo>
                    <a:pt x="3257" y="20651"/>
                  </a:lnTo>
                  <a:lnTo>
                    <a:pt x="3410" y="20689"/>
                  </a:lnTo>
                  <a:lnTo>
                    <a:pt x="3554" y="20718"/>
                  </a:lnTo>
                  <a:lnTo>
                    <a:pt x="3717" y="20727"/>
                  </a:lnTo>
                  <a:lnTo>
                    <a:pt x="30564" y="20727"/>
                  </a:lnTo>
                  <a:lnTo>
                    <a:pt x="30717" y="20718"/>
                  </a:lnTo>
                  <a:lnTo>
                    <a:pt x="30871" y="20689"/>
                  </a:lnTo>
                  <a:lnTo>
                    <a:pt x="31014" y="20651"/>
                  </a:lnTo>
                  <a:lnTo>
                    <a:pt x="31158" y="20603"/>
                  </a:lnTo>
                  <a:lnTo>
                    <a:pt x="31292" y="20536"/>
                  </a:lnTo>
                  <a:lnTo>
                    <a:pt x="31416" y="20459"/>
                  </a:lnTo>
                  <a:lnTo>
                    <a:pt x="31531" y="20373"/>
                  </a:lnTo>
                  <a:lnTo>
                    <a:pt x="31646" y="20277"/>
                  </a:lnTo>
                  <a:lnTo>
                    <a:pt x="31742" y="20162"/>
                  </a:lnTo>
                  <a:lnTo>
                    <a:pt x="31828" y="20047"/>
                  </a:lnTo>
                  <a:lnTo>
                    <a:pt x="31905" y="19923"/>
                  </a:lnTo>
                  <a:lnTo>
                    <a:pt x="31972" y="19789"/>
                  </a:lnTo>
                  <a:lnTo>
                    <a:pt x="32020" y="19645"/>
                  </a:lnTo>
                  <a:lnTo>
                    <a:pt x="32058" y="19501"/>
                  </a:lnTo>
                  <a:lnTo>
                    <a:pt x="32087" y="19348"/>
                  </a:lnTo>
                  <a:lnTo>
                    <a:pt x="32087" y="19195"/>
                  </a:lnTo>
                  <a:lnTo>
                    <a:pt x="29903" y="1533"/>
                  </a:lnTo>
                  <a:lnTo>
                    <a:pt x="29903" y="1370"/>
                  </a:lnTo>
                  <a:lnTo>
                    <a:pt x="29874" y="1226"/>
                  </a:lnTo>
                  <a:lnTo>
                    <a:pt x="29836" y="1073"/>
                  </a:lnTo>
                  <a:lnTo>
                    <a:pt x="29788" y="939"/>
                  </a:lnTo>
                  <a:lnTo>
                    <a:pt x="29721" y="805"/>
                  </a:lnTo>
                  <a:lnTo>
                    <a:pt x="29645" y="671"/>
                  </a:lnTo>
                  <a:lnTo>
                    <a:pt x="29558" y="556"/>
                  </a:lnTo>
                  <a:lnTo>
                    <a:pt x="29463" y="450"/>
                  </a:lnTo>
                  <a:lnTo>
                    <a:pt x="29348" y="345"/>
                  </a:lnTo>
                  <a:lnTo>
                    <a:pt x="29233" y="259"/>
                  </a:lnTo>
                  <a:lnTo>
                    <a:pt x="29108" y="182"/>
                  </a:lnTo>
                  <a:lnTo>
                    <a:pt x="28974" y="125"/>
                  </a:lnTo>
                  <a:lnTo>
                    <a:pt x="28830" y="67"/>
                  </a:lnTo>
                  <a:lnTo>
                    <a:pt x="28687" y="29"/>
                  </a:lnTo>
                  <a:lnTo>
                    <a:pt x="28533" y="10"/>
                  </a:lnTo>
                  <a:lnTo>
                    <a:pt x="2838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401;p31">
              <a:extLst>
                <a:ext uri="{FF2B5EF4-FFF2-40B4-BE49-F238E27FC236}">
                  <a16:creationId xmlns:a16="http://schemas.microsoft.com/office/drawing/2014/main" id="{363EAC56-A961-494C-D7E5-1AB75365A70F}"/>
                </a:ext>
              </a:extLst>
            </p:cNvPr>
            <p:cNvSpPr/>
            <p:nvPr/>
          </p:nvSpPr>
          <p:spPr>
            <a:xfrm>
              <a:off x="1463000" y="2794333"/>
              <a:ext cx="178610" cy="159708"/>
            </a:xfrm>
            <a:custGeom>
              <a:avLst/>
              <a:gdLst/>
              <a:ahLst/>
              <a:cxnLst/>
              <a:rect l="l" t="t" r="r" b="b"/>
              <a:pathLst>
                <a:path w="5528" h="4943" extrusionOk="0">
                  <a:moveTo>
                    <a:pt x="844" y="0"/>
                  </a:moveTo>
                  <a:lnTo>
                    <a:pt x="757" y="10"/>
                  </a:lnTo>
                  <a:lnTo>
                    <a:pt x="671" y="20"/>
                  </a:lnTo>
                  <a:lnTo>
                    <a:pt x="594" y="39"/>
                  </a:lnTo>
                  <a:lnTo>
                    <a:pt x="518" y="67"/>
                  </a:lnTo>
                  <a:lnTo>
                    <a:pt x="441" y="106"/>
                  </a:lnTo>
                  <a:lnTo>
                    <a:pt x="374" y="154"/>
                  </a:lnTo>
                  <a:lnTo>
                    <a:pt x="307" y="202"/>
                  </a:lnTo>
                  <a:lnTo>
                    <a:pt x="250" y="249"/>
                  </a:lnTo>
                  <a:lnTo>
                    <a:pt x="192" y="317"/>
                  </a:lnTo>
                  <a:lnTo>
                    <a:pt x="144" y="374"/>
                  </a:lnTo>
                  <a:lnTo>
                    <a:pt x="96" y="451"/>
                  </a:lnTo>
                  <a:lnTo>
                    <a:pt x="68" y="527"/>
                  </a:lnTo>
                  <a:lnTo>
                    <a:pt x="39" y="604"/>
                  </a:lnTo>
                  <a:lnTo>
                    <a:pt x="10" y="680"/>
                  </a:lnTo>
                  <a:lnTo>
                    <a:pt x="1" y="767"/>
                  </a:lnTo>
                  <a:lnTo>
                    <a:pt x="1" y="853"/>
                  </a:lnTo>
                  <a:lnTo>
                    <a:pt x="585" y="4100"/>
                  </a:lnTo>
                  <a:lnTo>
                    <a:pt x="585" y="4186"/>
                  </a:lnTo>
                  <a:lnTo>
                    <a:pt x="604" y="4263"/>
                  </a:lnTo>
                  <a:lnTo>
                    <a:pt x="623" y="4349"/>
                  </a:lnTo>
                  <a:lnTo>
                    <a:pt x="652" y="4426"/>
                  </a:lnTo>
                  <a:lnTo>
                    <a:pt x="690" y="4502"/>
                  </a:lnTo>
                  <a:lnTo>
                    <a:pt x="729" y="4569"/>
                  </a:lnTo>
                  <a:lnTo>
                    <a:pt x="776" y="4636"/>
                  </a:lnTo>
                  <a:lnTo>
                    <a:pt x="834" y="4694"/>
                  </a:lnTo>
                  <a:lnTo>
                    <a:pt x="891" y="4751"/>
                  </a:lnTo>
                  <a:lnTo>
                    <a:pt x="958" y="4799"/>
                  </a:lnTo>
                  <a:lnTo>
                    <a:pt x="1025" y="4847"/>
                  </a:lnTo>
                  <a:lnTo>
                    <a:pt x="1102" y="4876"/>
                  </a:lnTo>
                  <a:lnTo>
                    <a:pt x="1179" y="4904"/>
                  </a:lnTo>
                  <a:lnTo>
                    <a:pt x="1265" y="4933"/>
                  </a:lnTo>
                  <a:lnTo>
                    <a:pt x="1351" y="4943"/>
                  </a:lnTo>
                  <a:lnTo>
                    <a:pt x="4761" y="4943"/>
                  </a:lnTo>
                  <a:lnTo>
                    <a:pt x="4847" y="4933"/>
                  </a:lnTo>
                  <a:lnTo>
                    <a:pt x="4933" y="4904"/>
                  </a:lnTo>
                  <a:lnTo>
                    <a:pt x="5010" y="4876"/>
                  </a:lnTo>
                  <a:lnTo>
                    <a:pt x="5077" y="4847"/>
                  </a:lnTo>
                  <a:lnTo>
                    <a:pt x="5154" y="4799"/>
                  </a:lnTo>
                  <a:lnTo>
                    <a:pt x="5221" y="4751"/>
                  </a:lnTo>
                  <a:lnTo>
                    <a:pt x="5278" y="4694"/>
                  </a:lnTo>
                  <a:lnTo>
                    <a:pt x="5336" y="4636"/>
                  </a:lnTo>
                  <a:lnTo>
                    <a:pt x="5384" y="4569"/>
                  </a:lnTo>
                  <a:lnTo>
                    <a:pt x="5422" y="4502"/>
                  </a:lnTo>
                  <a:lnTo>
                    <a:pt x="5460" y="4426"/>
                  </a:lnTo>
                  <a:lnTo>
                    <a:pt x="5489" y="4349"/>
                  </a:lnTo>
                  <a:lnTo>
                    <a:pt x="5508" y="4263"/>
                  </a:lnTo>
                  <a:lnTo>
                    <a:pt x="5518" y="4186"/>
                  </a:lnTo>
                  <a:lnTo>
                    <a:pt x="5527" y="4100"/>
                  </a:lnTo>
                  <a:lnTo>
                    <a:pt x="4933" y="853"/>
                  </a:lnTo>
                  <a:lnTo>
                    <a:pt x="4933" y="767"/>
                  </a:lnTo>
                  <a:lnTo>
                    <a:pt x="4924" y="680"/>
                  </a:lnTo>
                  <a:lnTo>
                    <a:pt x="4895" y="604"/>
                  </a:lnTo>
                  <a:lnTo>
                    <a:pt x="4876" y="527"/>
                  </a:lnTo>
                  <a:lnTo>
                    <a:pt x="4838" y="451"/>
                  </a:lnTo>
                  <a:lnTo>
                    <a:pt x="4790" y="374"/>
                  </a:lnTo>
                  <a:lnTo>
                    <a:pt x="4742" y="317"/>
                  </a:lnTo>
                  <a:lnTo>
                    <a:pt x="4684" y="249"/>
                  </a:lnTo>
                  <a:lnTo>
                    <a:pt x="4627" y="202"/>
                  </a:lnTo>
                  <a:lnTo>
                    <a:pt x="4560" y="154"/>
                  </a:lnTo>
                  <a:lnTo>
                    <a:pt x="4493" y="106"/>
                  </a:lnTo>
                  <a:lnTo>
                    <a:pt x="4416" y="67"/>
                  </a:lnTo>
                  <a:lnTo>
                    <a:pt x="4340" y="39"/>
                  </a:lnTo>
                  <a:lnTo>
                    <a:pt x="4263" y="20"/>
                  </a:lnTo>
                  <a:lnTo>
                    <a:pt x="4177" y="10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402;p31">
              <a:extLst>
                <a:ext uri="{FF2B5EF4-FFF2-40B4-BE49-F238E27FC236}">
                  <a16:creationId xmlns:a16="http://schemas.microsoft.com/office/drawing/2014/main" id="{4EC5309F-2341-FC27-E24A-FE99910CB270}"/>
                </a:ext>
              </a:extLst>
            </p:cNvPr>
            <p:cNvSpPr/>
            <p:nvPr/>
          </p:nvSpPr>
          <p:spPr>
            <a:xfrm>
              <a:off x="832618" y="3466202"/>
              <a:ext cx="1738601" cy="37480"/>
            </a:xfrm>
            <a:custGeom>
              <a:avLst/>
              <a:gdLst/>
              <a:ahLst/>
              <a:cxnLst/>
              <a:rect l="l" t="t" r="r" b="b"/>
              <a:pathLst>
                <a:path w="53810" h="1160" extrusionOk="0">
                  <a:moveTo>
                    <a:pt x="0" y="1"/>
                  </a:moveTo>
                  <a:lnTo>
                    <a:pt x="0" y="1159"/>
                  </a:lnTo>
                  <a:lnTo>
                    <a:pt x="53810" y="1159"/>
                  </a:lnTo>
                  <a:lnTo>
                    <a:pt x="538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403;p31">
              <a:extLst>
                <a:ext uri="{FF2B5EF4-FFF2-40B4-BE49-F238E27FC236}">
                  <a16:creationId xmlns:a16="http://schemas.microsoft.com/office/drawing/2014/main" id="{5C4DEF43-0ADC-08E9-46A9-CD89D41AD54A}"/>
                </a:ext>
              </a:extLst>
            </p:cNvPr>
            <p:cNvSpPr/>
            <p:nvPr/>
          </p:nvSpPr>
          <p:spPr>
            <a:xfrm>
              <a:off x="607315" y="3437123"/>
              <a:ext cx="450595" cy="1240995"/>
            </a:xfrm>
            <a:custGeom>
              <a:avLst/>
              <a:gdLst/>
              <a:ahLst/>
              <a:cxnLst/>
              <a:rect l="l" t="t" r="r" b="b"/>
              <a:pathLst>
                <a:path w="13946" h="38409" extrusionOk="0">
                  <a:moveTo>
                    <a:pt x="10306" y="0"/>
                  </a:moveTo>
                  <a:lnTo>
                    <a:pt x="0" y="38408"/>
                  </a:lnTo>
                  <a:lnTo>
                    <a:pt x="1312" y="38408"/>
                  </a:lnTo>
                  <a:lnTo>
                    <a:pt x="13946" y="345"/>
                  </a:lnTo>
                  <a:lnTo>
                    <a:pt x="10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404;p31">
              <a:extLst>
                <a:ext uri="{FF2B5EF4-FFF2-40B4-BE49-F238E27FC236}">
                  <a16:creationId xmlns:a16="http://schemas.microsoft.com/office/drawing/2014/main" id="{3E93E0C4-ACC4-7E8E-D690-1886D9776BAC}"/>
                </a:ext>
              </a:extLst>
            </p:cNvPr>
            <p:cNvSpPr/>
            <p:nvPr/>
          </p:nvSpPr>
          <p:spPr>
            <a:xfrm>
              <a:off x="2320881" y="3437123"/>
              <a:ext cx="450304" cy="1240995"/>
            </a:xfrm>
            <a:custGeom>
              <a:avLst/>
              <a:gdLst/>
              <a:ahLst/>
              <a:cxnLst/>
              <a:rect l="l" t="t" r="r" b="b"/>
              <a:pathLst>
                <a:path w="13937" h="38409" extrusionOk="0">
                  <a:moveTo>
                    <a:pt x="3640" y="0"/>
                  </a:moveTo>
                  <a:lnTo>
                    <a:pt x="0" y="345"/>
                  </a:lnTo>
                  <a:lnTo>
                    <a:pt x="12634" y="38408"/>
                  </a:lnTo>
                  <a:lnTo>
                    <a:pt x="13936" y="38408"/>
                  </a:lnTo>
                  <a:lnTo>
                    <a:pt x="3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405;p31">
              <a:extLst>
                <a:ext uri="{FF2B5EF4-FFF2-40B4-BE49-F238E27FC236}">
                  <a16:creationId xmlns:a16="http://schemas.microsoft.com/office/drawing/2014/main" id="{2D656EDE-3366-49F2-A3A4-AF19A8090A0C}"/>
                </a:ext>
              </a:extLst>
            </p:cNvPr>
            <p:cNvSpPr/>
            <p:nvPr/>
          </p:nvSpPr>
          <p:spPr>
            <a:xfrm>
              <a:off x="746575" y="3378317"/>
              <a:ext cx="1915628" cy="96284"/>
            </a:xfrm>
            <a:custGeom>
              <a:avLst/>
              <a:gdLst/>
              <a:ahLst/>
              <a:cxnLst/>
              <a:rect l="l" t="t" r="r" b="b"/>
              <a:pathLst>
                <a:path w="59289" h="2980" extrusionOk="0">
                  <a:moveTo>
                    <a:pt x="0" y="0"/>
                  </a:moveTo>
                  <a:lnTo>
                    <a:pt x="0" y="2979"/>
                  </a:lnTo>
                  <a:lnTo>
                    <a:pt x="59289" y="2979"/>
                  </a:lnTo>
                  <a:lnTo>
                    <a:pt x="592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406;p31">
              <a:extLst>
                <a:ext uri="{FF2B5EF4-FFF2-40B4-BE49-F238E27FC236}">
                  <a16:creationId xmlns:a16="http://schemas.microsoft.com/office/drawing/2014/main" id="{2A5FFDDA-5CE1-4D3F-1414-DB72B74D2E99}"/>
                </a:ext>
              </a:extLst>
            </p:cNvPr>
            <p:cNvSpPr/>
            <p:nvPr/>
          </p:nvSpPr>
          <p:spPr>
            <a:xfrm>
              <a:off x="3101669" y="1759129"/>
              <a:ext cx="167463" cy="301775"/>
            </a:xfrm>
            <a:custGeom>
              <a:avLst/>
              <a:gdLst/>
              <a:ahLst/>
              <a:cxnLst/>
              <a:rect l="l" t="t" r="r" b="b"/>
              <a:pathLst>
                <a:path w="5183" h="9340" extrusionOk="0">
                  <a:moveTo>
                    <a:pt x="2223" y="1"/>
                  </a:moveTo>
                  <a:lnTo>
                    <a:pt x="2070" y="10"/>
                  </a:lnTo>
                  <a:lnTo>
                    <a:pt x="1926" y="29"/>
                  </a:lnTo>
                  <a:lnTo>
                    <a:pt x="1782" y="58"/>
                  </a:lnTo>
                  <a:lnTo>
                    <a:pt x="1648" y="96"/>
                  </a:lnTo>
                  <a:lnTo>
                    <a:pt x="1514" y="144"/>
                  </a:lnTo>
                  <a:lnTo>
                    <a:pt x="1389" y="202"/>
                  </a:lnTo>
                  <a:lnTo>
                    <a:pt x="1265" y="259"/>
                  </a:lnTo>
                  <a:lnTo>
                    <a:pt x="1150" y="336"/>
                  </a:lnTo>
                  <a:lnTo>
                    <a:pt x="1045" y="403"/>
                  </a:lnTo>
                  <a:lnTo>
                    <a:pt x="939" y="489"/>
                  </a:lnTo>
                  <a:lnTo>
                    <a:pt x="738" y="652"/>
                  </a:lnTo>
                  <a:lnTo>
                    <a:pt x="566" y="824"/>
                  </a:lnTo>
                  <a:lnTo>
                    <a:pt x="422" y="997"/>
                  </a:lnTo>
                  <a:lnTo>
                    <a:pt x="288" y="1160"/>
                  </a:lnTo>
                  <a:lnTo>
                    <a:pt x="192" y="1313"/>
                  </a:lnTo>
                  <a:lnTo>
                    <a:pt x="106" y="1437"/>
                  </a:lnTo>
                  <a:lnTo>
                    <a:pt x="49" y="1543"/>
                  </a:lnTo>
                  <a:lnTo>
                    <a:pt x="1" y="1629"/>
                  </a:lnTo>
                  <a:lnTo>
                    <a:pt x="2587" y="9339"/>
                  </a:lnTo>
                  <a:lnTo>
                    <a:pt x="2625" y="9330"/>
                  </a:lnTo>
                  <a:lnTo>
                    <a:pt x="2750" y="9282"/>
                  </a:lnTo>
                  <a:lnTo>
                    <a:pt x="2836" y="9234"/>
                  </a:lnTo>
                  <a:lnTo>
                    <a:pt x="2941" y="9176"/>
                  </a:lnTo>
                  <a:lnTo>
                    <a:pt x="3056" y="9090"/>
                  </a:lnTo>
                  <a:lnTo>
                    <a:pt x="3190" y="8985"/>
                  </a:lnTo>
                  <a:lnTo>
                    <a:pt x="3334" y="8851"/>
                  </a:lnTo>
                  <a:lnTo>
                    <a:pt x="3487" y="8688"/>
                  </a:lnTo>
                  <a:lnTo>
                    <a:pt x="3659" y="8496"/>
                  </a:lnTo>
                  <a:lnTo>
                    <a:pt x="3832" y="8267"/>
                  </a:lnTo>
                  <a:lnTo>
                    <a:pt x="4014" y="8008"/>
                  </a:lnTo>
                  <a:lnTo>
                    <a:pt x="4205" y="7701"/>
                  </a:lnTo>
                  <a:lnTo>
                    <a:pt x="4397" y="7357"/>
                  </a:lnTo>
                  <a:lnTo>
                    <a:pt x="4598" y="6964"/>
                  </a:lnTo>
                  <a:lnTo>
                    <a:pt x="4703" y="6734"/>
                  </a:lnTo>
                  <a:lnTo>
                    <a:pt x="4799" y="6485"/>
                  </a:lnTo>
                  <a:lnTo>
                    <a:pt x="4885" y="6246"/>
                  </a:lnTo>
                  <a:lnTo>
                    <a:pt x="4962" y="5987"/>
                  </a:lnTo>
                  <a:lnTo>
                    <a:pt x="5029" y="5728"/>
                  </a:lnTo>
                  <a:lnTo>
                    <a:pt x="5077" y="5470"/>
                  </a:lnTo>
                  <a:lnTo>
                    <a:pt x="5115" y="5211"/>
                  </a:lnTo>
                  <a:lnTo>
                    <a:pt x="5154" y="4943"/>
                  </a:lnTo>
                  <a:lnTo>
                    <a:pt x="5173" y="4684"/>
                  </a:lnTo>
                  <a:lnTo>
                    <a:pt x="5182" y="4416"/>
                  </a:lnTo>
                  <a:lnTo>
                    <a:pt x="5182" y="4148"/>
                  </a:lnTo>
                  <a:lnTo>
                    <a:pt x="5173" y="3889"/>
                  </a:lnTo>
                  <a:lnTo>
                    <a:pt x="5154" y="3631"/>
                  </a:lnTo>
                  <a:lnTo>
                    <a:pt x="5125" y="3372"/>
                  </a:lnTo>
                  <a:lnTo>
                    <a:pt x="5077" y="3114"/>
                  </a:lnTo>
                  <a:lnTo>
                    <a:pt x="5029" y="2864"/>
                  </a:lnTo>
                  <a:lnTo>
                    <a:pt x="4972" y="2625"/>
                  </a:lnTo>
                  <a:lnTo>
                    <a:pt x="4895" y="2386"/>
                  </a:lnTo>
                  <a:lnTo>
                    <a:pt x="4818" y="2146"/>
                  </a:lnTo>
                  <a:lnTo>
                    <a:pt x="4723" y="1926"/>
                  </a:lnTo>
                  <a:lnTo>
                    <a:pt x="4627" y="1706"/>
                  </a:lnTo>
                  <a:lnTo>
                    <a:pt x="4512" y="1504"/>
                  </a:lnTo>
                  <a:lnTo>
                    <a:pt x="4397" y="1303"/>
                  </a:lnTo>
                  <a:lnTo>
                    <a:pt x="4263" y="1121"/>
                  </a:lnTo>
                  <a:lnTo>
                    <a:pt x="4129" y="939"/>
                  </a:lnTo>
                  <a:lnTo>
                    <a:pt x="3976" y="776"/>
                  </a:lnTo>
                  <a:lnTo>
                    <a:pt x="3813" y="633"/>
                  </a:lnTo>
                  <a:lnTo>
                    <a:pt x="3650" y="499"/>
                  </a:lnTo>
                  <a:lnTo>
                    <a:pt x="3468" y="374"/>
                  </a:lnTo>
                  <a:lnTo>
                    <a:pt x="3286" y="269"/>
                  </a:lnTo>
                  <a:lnTo>
                    <a:pt x="3085" y="173"/>
                  </a:lnTo>
                  <a:lnTo>
                    <a:pt x="2884" y="106"/>
                  </a:lnTo>
                  <a:lnTo>
                    <a:pt x="2711" y="58"/>
                  </a:lnTo>
                  <a:lnTo>
                    <a:pt x="2539" y="20"/>
                  </a:lnTo>
                  <a:lnTo>
                    <a:pt x="2376" y="10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407;p31">
              <a:extLst>
                <a:ext uri="{FF2B5EF4-FFF2-40B4-BE49-F238E27FC236}">
                  <a16:creationId xmlns:a16="http://schemas.microsoft.com/office/drawing/2014/main" id="{87897B5F-AB81-43B4-5D10-84FB5981A415}"/>
                </a:ext>
              </a:extLst>
            </p:cNvPr>
            <p:cNvSpPr/>
            <p:nvPr/>
          </p:nvSpPr>
          <p:spPr>
            <a:xfrm>
              <a:off x="3034527" y="1952865"/>
              <a:ext cx="151986" cy="289078"/>
            </a:xfrm>
            <a:custGeom>
              <a:avLst/>
              <a:gdLst/>
              <a:ahLst/>
              <a:cxnLst/>
              <a:rect l="l" t="t" r="r" b="b"/>
              <a:pathLst>
                <a:path w="4704" h="8947" extrusionOk="0">
                  <a:moveTo>
                    <a:pt x="3563" y="1"/>
                  </a:moveTo>
                  <a:lnTo>
                    <a:pt x="3487" y="10"/>
                  </a:lnTo>
                  <a:lnTo>
                    <a:pt x="3410" y="29"/>
                  </a:lnTo>
                  <a:lnTo>
                    <a:pt x="3333" y="48"/>
                  </a:lnTo>
                  <a:lnTo>
                    <a:pt x="3257" y="77"/>
                  </a:lnTo>
                  <a:lnTo>
                    <a:pt x="3180" y="115"/>
                  </a:lnTo>
                  <a:lnTo>
                    <a:pt x="3103" y="163"/>
                  </a:lnTo>
                  <a:lnTo>
                    <a:pt x="3036" y="211"/>
                  </a:lnTo>
                  <a:lnTo>
                    <a:pt x="2960" y="269"/>
                  </a:lnTo>
                  <a:lnTo>
                    <a:pt x="1628" y="1447"/>
                  </a:lnTo>
                  <a:lnTo>
                    <a:pt x="1648" y="1533"/>
                  </a:lnTo>
                  <a:lnTo>
                    <a:pt x="1667" y="1648"/>
                  </a:lnTo>
                  <a:lnTo>
                    <a:pt x="1676" y="1801"/>
                  </a:lnTo>
                  <a:lnTo>
                    <a:pt x="1686" y="2002"/>
                  </a:lnTo>
                  <a:lnTo>
                    <a:pt x="1686" y="2242"/>
                  </a:lnTo>
                  <a:lnTo>
                    <a:pt x="1667" y="2520"/>
                  </a:lnTo>
                  <a:lnTo>
                    <a:pt x="1638" y="2836"/>
                  </a:lnTo>
                  <a:lnTo>
                    <a:pt x="1581" y="3200"/>
                  </a:lnTo>
                  <a:lnTo>
                    <a:pt x="1504" y="3592"/>
                  </a:lnTo>
                  <a:lnTo>
                    <a:pt x="1446" y="3803"/>
                  </a:lnTo>
                  <a:lnTo>
                    <a:pt x="1389" y="4023"/>
                  </a:lnTo>
                  <a:lnTo>
                    <a:pt x="1322" y="4253"/>
                  </a:lnTo>
                  <a:lnTo>
                    <a:pt x="1245" y="4493"/>
                  </a:lnTo>
                  <a:lnTo>
                    <a:pt x="1159" y="4732"/>
                  </a:lnTo>
                  <a:lnTo>
                    <a:pt x="1063" y="4991"/>
                  </a:lnTo>
                  <a:lnTo>
                    <a:pt x="948" y="5249"/>
                  </a:lnTo>
                  <a:lnTo>
                    <a:pt x="833" y="5527"/>
                  </a:lnTo>
                  <a:lnTo>
                    <a:pt x="699" y="5805"/>
                  </a:lnTo>
                  <a:lnTo>
                    <a:pt x="556" y="6092"/>
                  </a:lnTo>
                  <a:lnTo>
                    <a:pt x="402" y="6389"/>
                  </a:lnTo>
                  <a:lnTo>
                    <a:pt x="230" y="6686"/>
                  </a:lnTo>
                  <a:lnTo>
                    <a:pt x="182" y="6791"/>
                  </a:lnTo>
                  <a:lnTo>
                    <a:pt x="134" y="6887"/>
                  </a:lnTo>
                  <a:lnTo>
                    <a:pt x="96" y="6993"/>
                  </a:lnTo>
                  <a:lnTo>
                    <a:pt x="58" y="7107"/>
                  </a:lnTo>
                  <a:lnTo>
                    <a:pt x="38" y="7213"/>
                  </a:lnTo>
                  <a:lnTo>
                    <a:pt x="19" y="7328"/>
                  </a:lnTo>
                  <a:lnTo>
                    <a:pt x="10" y="7433"/>
                  </a:lnTo>
                  <a:lnTo>
                    <a:pt x="0" y="7548"/>
                  </a:lnTo>
                  <a:lnTo>
                    <a:pt x="10" y="7653"/>
                  </a:lnTo>
                  <a:lnTo>
                    <a:pt x="19" y="7768"/>
                  </a:lnTo>
                  <a:lnTo>
                    <a:pt x="38" y="7874"/>
                  </a:lnTo>
                  <a:lnTo>
                    <a:pt x="67" y="7979"/>
                  </a:lnTo>
                  <a:lnTo>
                    <a:pt x="106" y="8084"/>
                  </a:lnTo>
                  <a:lnTo>
                    <a:pt x="153" y="8190"/>
                  </a:lnTo>
                  <a:lnTo>
                    <a:pt x="201" y="8286"/>
                  </a:lnTo>
                  <a:lnTo>
                    <a:pt x="268" y="8381"/>
                  </a:lnTo>
                  <a:lnTo>
                    <a:pt x="355" y="8487"/>
                  </a:lnTo>
                  <a:lnTo>
                    <a:pt x="460" y="8592"/>
                  </a:lnTo>
                  <a:lnTo>
                    <a:pt x="594" y="8688"/>
                  </a:lnTo>
                  <a:lnTo>
                    <a:pt x="738" y="8774"/>
                  </a:lnTo>
                  <a:lnTo>
                    <a:pt x="901" y="8841"/>
                  </a:lnTo>
                  <a:lnTo>
                    <a:pt x="1083" y="8899"/>
                  </a:lnTo>
                  <a:lnTo>
                    <a:pt x="1284" y="8927"/>
                  </a:lnTo>
                  <a:lnTo>
                    <a:pt x="1389" y="8937"/>
                  </a:lnTo>
                  <a:lnTo>
                    <a:pt x="1494" y="8946"/>
                  </a:lnTo>
                  <a:lnTo>
                    <a:pt x="1609" y="8946"/>
                  </a:lnTo>
                  <a:lnTo>
                    <a:pt x="1724" y="8937"/>
                  </a:lnTo>
                  <a:lnTo>
                    <a:pt x="1849" y="8927"/>
                  </a:lnTo>
                  <a:lnTo>
                    <a:pt x="1973" y="8899"/>
                  </a:lnTo>
                  <a:lnTo>
                    <a:pt x="2098" y="8879"/>
                  </a:lnTo>
                  <a:lnTo>
                    <a:pt x="2232" y="8841"/>
                  </a:lnTo>
                  <a:lnTo>
                    <a:pt x="2366" y="8793"/>
                  </a:lnTo>
                  <a:lnTo>
                    <a:pt x="2500" y="8745"/>
                  </a:lnTo>
                  <a:lnTo>
                    <a:pt x="2634" y="8688"/>
                  </a:lnTo>
                  <a:lnTo>
                    <a:pt x="2778" y="8621"/>
                  </a:lnTo>
                  <a:lnTo>
                    <a:pt x="2922" y="8544"/>
                  </a:lnTo>
                  <a:lnTo>
                    <a:pt x="3075" y="8458"/>
                  </a:lnTo>
                  <a:lnTo>
                    <a:pt x="3218" y="8362"/>
                  </a:lnTo>
                  <a:lnTo>
                    <a:pt x="3372" y="8257"/>
                  </a:lnTo>
                  <a:lnTo>
                    <a:pt x="3525" y="8142"/>
                  </a:lnTo>
                  <a:lnTo>
                    <a:pt x="3678" y="8017"/>
                  </a:lnTo>
                  <a:lnTo>
                    <a:pt x="3764" y="7950"/>
                  </a:lnTo>
                  <a:lnTo>
                    <a:pt x="3831" y="7874"/>
                  </a:lnTo>
                  <a:lnTo>
                    <a:pt x="3975" y="7720"/>
                  </a:lnTo>
                  <a:lnTo>
                    <a:pt x="4090" y="7548"/>
                  </a:lnTo>
                  <a:lnTo>
                    <a:pt x="4186" y="7366"/>
                  </a:lnTo>
                  <a:lnTo>
                    <a:pt x="4272" y="7175"/>
                  </a:lnTo>
                  <a:lnTo>
                    <a:pt x="4329" y="6973"/>
                  </a:lnTo>
                  <a:lnTo>
                    <a:pt x="4368" y="6772"/>
                  </a:lnTo>
                  <a:lnTo>
                    <a:pt x="4377" y="6562"/>
                  </a:lnTo>
                  <a:lnTo>
                    <a:pt x="4387" y="6102"/>
                  </a:lnTo>
                  <a:lnTo>
                    <a:pt x="4387" y="5565"/>
                  </a:lnTo>
                  <a:lnTo>
                    <a:pt x="4387" y="4952"/>
                  </a:lnTo>
                  <a:lnTo>
                    <a:pt x="4397" y="4292"/>
                  </a:lnTo>
                  <a:lnTo>
                    <a:pt x="4435" y="3564"/>
                  </a:lnTo>
                  <a:lnTo>
                    <a:pt x="4454" y="3190"/>
                  </a:lnTo>
                  <a:lnTo>
                    <a:pt x="4483" y="2807"/>
                  </a:lnTo>
                  <a:lnTo>
                    <a:pt x="4521" y="2424"/>
                  </a:lnTo>
                  <a:lnTo>
                    <a:pt x="4569" y="2022"/>
                  </a:lnTo>
                  <a:lnTo>
                    <a:pt x="4617" y="1629"/>
                  </a:lnTo>
                  <a:lnTo>
                    <a:pt x="4684" y="1227"/>
                  </a:lnTo>
                  <a:lnTo>
                    <a:pt x="4693" y="1131"/>
                  </a:lnTo>
                  <a:lnTo>
                    <a:pt x="4703" y="1045"/>
                  </a:lnTo>
                  <a:lnTo>
                    <a:pt x="4693" y="958"/>
                  </a:lnTo>
                  <a:lnTo>
                    <a:pt x="4684" y="872"/>
                  </a:lnTo>
                  <a:lnTo>
                    <a:pt x="4674" y="796"/>
                  </a:lnTo>
                  <a:lnTo>
                    <a:pt x="4646" y="719"/>
                  </a:lnTo>
                  <a:lnTo>
                    <a:pt x="4617" y="642"/>
                  </a:lnTo>
                  <a:lnTo>
                    <a:pt x="4588" y="575"/>
                  </a:lnTo>
                  <a:lnTo>
                    <a:pt x="4550" y="499"/>
                  </a:lnTo>
                  <a:lnTo>
                    <a:pt x="4502" y="441"/>
                  </a:lnTo>
                  <a:lnTo>
                    <a:pt x="4454" y="374"/>
                  </a:lnTo>
                  <a:lnTo>
                    <a:pt x="4406" y="317"/>
                  </a:lnTo>
                  <a:lnTo>
                    <a:pt x="4291" y="221"/>
                  </a:lnTo>
                  <a:lnTo>
                    <a:pt x="4157" y="135"/>
                  </a:lnTo>
                  <a:lnTo>
                    <a:pt x="4023" y="68"/>
                  </a:lnTo>
                  <a:lnTo>
                    <a:pt x="3870" y="29"/>
                  </a:lnTo>
                  <a:lnTo>
                    <a:pt x="3803" y="10"/>
                  </a:lnTo>
                  <a:lnTo>
                    <a:pt x="3716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408;p31">
              <a:extLst>
                <a:ext uri="{FF2B5EF4-FFF2-40B4-BE49-F238E27FC236}">
                  <a16:creationId xmlns:a16="http://schemas.microsoft.com/office/drawing/2014/main" id="{06A5C594-8960-A84F-3D4B-ABF73B702E33}"/>
                </a:ext>
              </a:extLst>
            </p:cNvPr>
            <p:cNvSpPr/>
            <p:nvPr/>
          </p:nvSpPr>
          <p:spPr>
            <a:xfrm>
              <a:off x="2978500" y="1785754"/>
              <a:ext cx="221614" cy="325588"/>
            </a:xfrm>
            <a:custGeom>
              <a:avLst/>
              <a:gdLst/>
              <a:ahLst/>
              <a:cxnLst/>
              <a:rect l="l" t="t" r="r" b="b"/>
              <a:pathLst>
                <a:path w="6859" h="10077" extrusionOk="0">
                  <a:moveTo>
                    <a:pt x="2817" y="0"/>
                  </a:moveTo>
                  <a:lnTo>
                    <a:pt x="2596" y="10"/>
                  </a:lnTo>
                  <a:lnTo>
                    <a:pt x="2376" y="20"/>
                  </a:lnTo>
                  <a:lnTo>
                    <a:pt x="2156" y="48"/>
                  </a:lnTo>
                  <a:lnTo>
                    <a:pt x="1935" y="77"/>
                  </a:lnTo>
                  <a:lnTo>
                    <a:pt x="1725" y="125"/>
                  </a:lnTo>
                  <a:lnTo>
                    <a:pt x="1523" y="182"/>
                  </a:lnTo>
                  <a:lnTo>
                    <a:pt x="1322" y="259"/>
                  </a:lnTo>
                  <a:lnTo>
                    <a:pt x="1131" y="345"/>
                  </a:lnTo>
                  <a:lnTo>
                    <a:pt x="958" y="451"/>
                  </a:lnTo>
                  <a:lnTo>
                    <a:pt x="786" y="575"/>
                  </a:lnTo>
                  <a:lnTo>
                    <a:pt x="709" y="642"/>
                  </a:lnTo>
                  <a:lnTo>
                    <a:pt x="633" y="719"/>
                  </a:lnTo>
                  <a:lnTo>
                    <a:pt x="556" y="795"/>
                  </a:lnTo>
                  <a:lnTo>
                    <a:pt x="489" y="882"/>
                  </a:lnTo>
                  <a:lnTo>
                    <a:pt x="422" y="968"/>
                  </a:lnTo>
                  <a:lnTo>
                    <a:pt x="365" y="1064"/>
                  </a:lnTo>
                  <a:lnTo>
                    <a:pt x="307" y="1159"/>
                  </a:lnTo>
                  <a:lnTo>
                    <a:pt x="250" y="1265"/>
                  </a:lnTo>
                  <a:lnTo>
                    <a:pt x="202" y="1380"/>
                  </a:lnTo>
                  <a:lnTo>
                    <a:pt x="154" y="1495"/>
                  </a:lnTo>
                  <a:lnTo>
                    <a:pt x="115" y="1619"/>
                  </a:lnTo>
                  <a:lnTo>
                    <a:pt x="87" y="1744"/>
                  </a:lnTo>
                  <a:lnTo>
                    <a:pt x="58" y="1878"/>
                  </a:lnTo>
                  <a:lnTo>
                    <a:pt x="29" y="2021"/>
                  </a:lnTo>
                  <a:lnTo>
                    <a:pt x="10" y="2165"/>
                  </a:lnTo>
                  <a:lnTo>
                    <a:pt x="1" y="2328"/>
                  </a:lnTo>
                  <a:lnTo>
                    <a:pt x="1" y="2634"/>
                  </a:lnTo>
                  <a:lnTo>
                    <a:pt x="10" y="2998"/>
                  </a:lnTo>
                  <a:lnTo>
                    <a:pt x="39" y="3468"/>
                  </a:lnTo>
                  <a:lnTo>
                    <a:pt x="68" y="4033"/>
                  </a:lnTo>
                  <a:lnTo>
                    <a:pt x="125" y="4655"/>
                  </a:lnTo>
                  <a:lnTo>
                    <a:pt x="192" y="5326"/>
                  </a:lnTo>
                  <a:lnTo>
                    <a:pt x="288" y="6025"/>
                  </a:lnTo>
                  <a:lnTo>
                    <a:pt x="336" y="6379"/>
                  </a:lnTo>
                  <a:lnTo>
                    <a:pt x="403" y="6734"/>
                  </a:lnTo>
                  <a:lnTo>
                    <a:pt x="470" y="7079"/>
                  </a:lnTo>
                  <a:lnTo>
                    <a:pt x="547" y="7414"/>
                  </a:lnTo>
                  <a:lnTo>
                    <a:pt x="633" y="7749"/>
                  </a:lnTo>
                  <a:lnTo>
                    <a:pt x="728" y="8065"/>
                  </a:lnTo>
                  <a:lnTo>
                    <a:pt x="824" y="8372"/>
                  </a:lnTo>
                  <a:lnTo>
                    <a:pt x="939" y="8659"/>
                  </a:lnTo>
                  <a:lnTo>
                    <a:pt x="1054" y="8927"/>
                  </a:lnTo>
                  <a:lnTo>
                    <a:pt x="1188" y="9176"/>
                  </a:lnTo>
                  <a:lnTo>
                    <a:pt x="1322" y="9396"/>
                  </a:lnTo>
                  <a:lnTo>
                    <a:pt x="1399" y="9492"/>
                  </a:lnTo>
                  <a:lnTo>
                    <a:pt x="1476" y="9588"/>
                  </a:lnTo>
                  <a:lnTo>
                    <a:pt x="1552" y="9674"/>
                  </a:lnTo>
                  <a:lnTo>
                    <a:pt x="1638" y="9751"/>
                  </a:lnTo>
                  <a:lnTo>
                    <a:pt x="1725" y="9827"/>
                  </a:lnTo>
                  <a:lnTo>
                    <a:pt x="1811" y="9885"/>
                  </a:lnTo>
                  <a:lnTo>
                    <a:pt x="1907" y="9933"/>
                  </a:lnTo>
                  <a:lnTo>
                    <a:pt x="1993" y="9981"/>
                  </a:lnTo>
                  <a:lnTo>
                    <a:pt x="2089" y="10019"/>
                  </a:lnTo>
                  <a:lnTo>
                    <a:pt x="2194" y="10038"/>
                  </a:lnTo>
                  <a:lnTo>
                    <a:pt x="2309" y="10057"/>
                  </a:lnTo>
                  <a:lnTo>
                    <a:pt x="2433" y="10067"/>
                  </a:lnTo>
                  <a:lnTo>
                    <a:pt x="2567" y="10077"/>
                  </a:lnTo>
                  <a:lnTo>
                    <a:pt x="2702" y="10077"/>
                  </a:lnTo>
                  <a:lnTo>
                    <a:pt x="2855" y="10067"/>
                  </a:lnTo>
                  <a:lnTo>
                    <a:pt x="2998" y="10048"/>
                  </a:lnTo>
                  <a:lnTo>
                    <a:pt x="3152" y="10019"/>
                  </a:lnTo>
                  <a:lnTo>
                    <a:pt x="3315" y="9990"/>
                  </a:lnTo>
                  <a:lnTo>
                    <a:pt x="3477" y="9942"/>
                  </a:lnTo>
                  <a:lnTo>
                    <a:pt x="3640" y="9885"/>
                  </a:lnTo>
                  <a:lnTo>
                    <a:pt x="3803" y="9827"/>
                  </a:lnTo>
                  <a:lnTo>
                    <a:pt x="3975" y="9751"/>
                  </a:lnTo>
                  <a:lnTo>
                    <a:pt x="4148" y="9665"/>
                  </a:lnTo>
                  <a:lnTo>
                    <a:pt x="4311" y="9559"/>
                  </a:lnTo>
                  <a:lnTo>
                    <a:pt x="4483" y="9454"/>
                  </a:lnTo>
                  <a:lnTo>
                    <a:pt x="4646" y="9329"/>
                  </a:lnTo>
                  <a:lnTo>
                    <a:pt x="4809" y="9186"/>
                  </a:lnTo>
                  <a:lnTo>
                    <a:pt x="4972" y="9033"/>
                  </a:lnTo>
                  <a:lnTo>
                    <a:pt x="5134" y="8870"/>
                  </a:lnTo>
                  <a:lnTo>
                    <a:pt x="5288" y="8688"/>
                  </a:lnTo>
                  <a:lnTo>
                    <a:pt x="5441" y="8496"/>
                  </a:lnTo>
                  <a:lnTo>
                    <a:pt x="5585" y="8285"/>
                  </a:lnTo>
                  <a:lnTo>
                    <a:pt x="5719" y="8056"/>
                  </a:lnTo>
                  <a:lnTo>
                    <a:pt x="5853" y="7816"/>
                  </a:lnTo>
                  <a:lnTo>
                    <a:pt x="5977" y="7548"/>
                  </a:lnTo>
                  <a:lnTo>
                    <a:pt x="6102" y="7270"/>
                  </a:lnTo>
                  <a:lnTo>
                    <a:pt x="6207" y="6973"/>
                  </a:lnTo>
                  <a:lnTo>
                    <a:pt x="6313" y="6667"/>
                  </a:lnTo>
                  <a:lnTo>
                    <a:pt x="6399" y="6331"/>
                  </a:lnTo>
                  <a:lnTo>
                    <a:pt x="6485" y="5977"/>
                  </a:lnTo>
                  <a:lnTo>
                    <a:pt x="6552" y="5604"/>
                  </a:lnTo>
                  <a:lnTo>
                    <a:pt x="6609" y="5211"/>
                  </a:lnTo>
                  <a:lnTo>
                    <a:pt x="6676" y="4904"/>
                  </a:lnTo>
                  <a:lnTo>
                    <a:pt x="6724" y="4607"/>
                  </a:lnTo>
                  <a:lnTo>
                    <a:pt x="6772" y="4320"/>
                  </a:lnTo>
                  <a:lnTo>
                    <a:pt x="6811" y="4042"/>
                  </a:lnTo>
                  <a:lnTo>
                    <a:pt x="6830" y="3774"/>
                  </a:lnTo>
                  <a:lnTo>
                    <a:pt x="6849" y="3516"/>
                  </a:lnTo>
                  <a:lnTo>
                    <a:pt x="6858" y="3266"/>
                  </a:lnTo>
                  <a:lnTo>
                    <a:pt x="6858" y="3027"/>
                  </a:lnTo>
                  <a:lnTo>
                    <a:pt x="6849" y="2807"/>
                  </a:lnTo>
                  <a:lnTo>
                    <a:pt x="6839" y="2586"/>
                  </a:lnTo>
                  <a:lnTo>
                    <a:pt x="6811" y="2376"/>
                  </a:lnTo>
                  <a:lnTo>
                    <a:pt x="6782" y="2175"/>
                  </a:lnTo>
                  <a:lnTo>
                    <a:pt x="6744" y="1993"/>
                  </a:lnTo>
                  <a:lnTo>
                    <a:pt x="6705" y="1811"/>
                  </a:lnTo>
                  <a:lnTo>
                    <a:pt x="6657" y="1638"/>
                  </a:lnTo>
                  <a:lnTo>
                    <a:pt x="6600" y="1485"/>
                  </a:lnTo>
                  <a:lnTo>
                    <a:pt x="6542" y="1332"/>
                  </a:lnTo>
                  <a:lnTo>
                    <a:pt x="6485" y="1188"/>
                  </a:lnTo>
                  <a:lnTo>
                    <a:pt x="6418" y="1064"/>
                  </a:lnTo>
                  <a:lnTo>
                    <a:pt x="6341" y="939"/>
                  </a:lnTo>
                  <a:lnTo>
                    <a:pt x="6265" y="834"/>
                  </a:lnTo>
                  <a:lnTo>
                    <a:pt x="6188" y="728"/>
                  </a:lnTo>
                  <a:lnTo>
                    <a:pt x="6111" y="633"/>
                  </a:lnTo>
                  <a:lnTo>
                    <a:pt x="6025" y="556"/>
                  </a:lnTo>
                  <a:lnTo>
                    <a:pt x="5939" y="479"/>
                  </a:lnTo>
                  <a:lnTo>
                    <a:pt x="5853" y="422"/>
                  </a:lnTo>
                  <a:lnTo>
                    <a:pt x="5757" y="364"/>
                  </a:lnTo>
                  <a:lnTo>
                    <a:pt x="5671" y="326"/>
                  </a:lnTo>
                  <a:lnTo>
                    <a:pt x="5575" y="288"/>
                  </a:lnTo>
                  <a:lnTo>
                    <a:pt x="5489" y="269"/>
                  </a:lnTo>
                  <a:lnTo>
                    <a:pt x="5393" y="249"/>
                  </a:lnTo>
                  <a:lnTo>
                    <a:pt x="5307" y="249"/>
                  </a:lnTo>
                  <a:lnTo>
                    <a:pt x="5087" y="230"/>
                  </a:lnTo>
                  <a:lnTo>
                    <a:pt x="4809" y="201"/>
                  </a:lnTo>
                  <a:lnTo>
                    <a:pt x="4100" y="96"/>
                  </a:lnTo>
                  <a:lnTo>
                    <a:pt x="3688" y="48"/>
                  </a:lnTo>
                  <a:lnTo>
                    <a:pt x="3257" y="20"/>
                  </a:lnTo>
                  <a:lnTo>
                    <a:pt x="3037" y="10"/>
                  </a:lnTo>
                  <a:lnTo>
                    <a:pt x="2817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409;p31">
              <a:extLst>
                <a:ext uri="{FF2B5EF4-FFF2-40B4-BE49-F238E27FC236}">
                  <a16:creationId xmlns:a16="http://schemas.microsoft.com/office/drawing/2014/main" id="{FEFA4C15-4E79-EE05-5B3B-2731BDE68AFC}"/>
                </a:ext>
              </a:extLst>
            </p:cNvPr>
            <p:cNvSpPr/>
            <p:nvPr/>
          </p:nvSpPr>
          <p:spPr>
            <a:xfrm>
              <a:off x="2988420" y="1885723"/>
              <a:ext cx="44265" cy="22294"/>
            </a:xfrm>
            <a:custGeom>
              <a:avLst/>
              <a:gdLst/>
              <a:ahLst/>
              <a:cxnLst/>
              <a:rect l="l" t="t" r="r" b="b"/>
              <a:pathLst>
                <a:path w="1370" h="690" extrusionOk="0">
                  <a:moveTo>
                    <a:pt x="747" y="0"/>
                  </a:moveTo>
                  <a:lnTo>
                    <a:pt x="651" y="19"/>
                  </a:lnTo>
                  <a:lnTo>
                    <a:pt x="546" y="58"/>
                  </a:lnTo>
                  <a:lnTo>
                    <a:pt x="460" y="96"/>
                  </a:lnTo>
                  <a:lnTo>
                    <a:pt x="364" y="144"/>
                  </a:lnTo>
                  <a:lnTo>
                    <a:pt x="278" y="201"/>
                  </a:lnTo>
                  <a:lnTo>
                    <a:pt x="201" y="278"/>
                  </a:lnTo>
                  <a:lnTo>
                    <a:pt x="134" y="354"/>
                  </a:lnTo>
                  <a:lnTo>
                    <a:pt x="77" y="450"/>
                  </a:lnTo>
                  <a:lnTo>
                    <a:pt x="29" y="556"/>
                  </a:lnTo>
                  <a:lnTo>
                    <a:pt x="0" y="671"/>
                  </a:lnTo>
                  <a:lnTo>
                    <a:pt x="125" y="690"/>
                  </a:lnTo>
                  <a:lnTo>
                    <a:pt x="326" y="690"/>
                  </a:lnTo>
                  <a:lnTo>
                    <a:pt x="421" y="680"/>
                  </a:lnTo>
                  <a:lnTo>
                    <a:pt x="594" y="651"/>
                  </a:lnTo>
                  <a:lnTo>
                    <a:pt x="747" y="604"/>
                  </a:lnTo>
                  <a:lnTo>
                    <a:pt x="900" y="536"/>
                  </a:lnTo>
                  <a:lnTo>
                    <a:pt x="1054" y="450"/>
                  </a:lnTo>
                  <a:lnTo>
                    <a:pt x="1207" y="335"/>
                  </a:lnTo>
                  <a:lnTo>
                    <a:pt x="1284" y="268"/>
                  </a:lnTo>
                  <a:lnTo>
                    <a:pt x="1370" y="172"/>
                  </a:lnTo>
                  <a:lnTo>
                    <a:pt x="1322" y="134"/>
                  </a:lnTo>
                  <a:lnTo>
                    <a:pt x="1264" y="105"/>
                  </a:lnTo>
                  <a:lnTo>
                    <a:pt x="1169" y="48"/>
                  </a:lnTo>
                  <a:lnTo>
                    <a:pt x="1063" y="19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410;p31">
              <a:extLst>
                <a:ext uri="{FF2B5EF4-FFF2-40B4-BE49-F238E27FC236}">
                  <a16:creationId xmlns:a16="http://schemas.microsoft.com/office/drawing/2014/main" id="{68C65609-F671-78DD-2080-62AAF5ED0C59}"/>
                </a:ext>
              </a:extLst>
            </p:cNvPr>
            <p:cNvSpPr/>
            <p:nvPr/>
          </p:nvSpPr>
          <p:spPr>
            <a:xfrm>
              <a:off x="3037306" y="1919455"/>
              <a:ext cx="31599" cy="81712"/>
            </a:xfrm>
            <a:custGeom>
              <a:avLst/>
              <a:gdLst/>
              <a:ahLst/>
              <a:cxnLst/>
              <a:rect l="l" t="t" r="r" b="b"/>
              <a:pathLst>
                <a:path w="978" h="2529" extrusionOk="0">
                  <a:moveTo>
                    <a:pt x="680" y="0"/>
                  </a:moveTo>
                  <a:lnTo>
                    <a:pt x="10" y="2031"/>
                  </a:lnTo>
                  <a:lnTo>
                    <a:pt x="0" y="2107"/>
                  </a:lnTo>
                  <a:lnTo>
                    <a:pt x="10" y="2174"/>
                  </a:lnTo>
                  <a:lnTo>
                    <a:pt x="29" y="2232"/>
                  </a:lnTo>
                  <a:lnTo>
                    <a:pt x="58" y="2289"/>
                  </a:lnTo>
                  <a:lnTo>
                    <a:pt x="87" y="2337"/>
                  </a:lnTo>
                  <a:lnTo>
                    <a:pt x="134" y="2375"/>
                  </a:lnTo>
                  <a:lnTo>
                    <a:pt x="173" y="2404"/>
                  </a:lnTo>
                  <a:lnTo>
                    <a:pt x="230" y="2433"/>
                  </a:lnTo>
                  <a:lnTo>
                    <a:pt x="336" y="2481"/>
                  </a:lnTo>
                  <a:lnTo>
                    <a:pt x="451" y="2510"/>
                  </a:lnTo>
                  <a:lnTo>
                    <a:pt x="556" y="2519"/>
                  </a:lnTo>
                  <a:lnTo>
                    <a:pt x="642" y="2529"/>
                  </a:lnTo>
                  <a:lnTo>
                    <a:pt x="719" y="2519"/>
                  </a:lnTo>
                  <a:lnTo>
                    <a:pt x="786" y="2490"/>
                  </a:lnTo>
                  <a:lnTo>
                    <a:pt x="843" y="2462"/>
                  </a:lnTo>
                  <a:lnTo>
                    <a:pt x="891" y="2414"/>
                  </a:lnTo>
                  <a:lnTo>
                    <a:pt x="929" y="2356"/>
                  </a:lnTo>
                  <a:lnTo>
                    <a:pt x="958" y="2289"/>
                  </a:lnTo>
                  <a:lnTo>
                    <a:pt x="977" y="2222"/>
                  </a:lnTo>
                  <a:lnTo>
                    <a:pt x="977" y="2146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411;p31">
              <a:extLst>
                <a:ext uri="{FF2B5EF4-FFF2-40B4-BE49-F238E27FC236}">
                  <a16:creationId xmlns:a16="http://schemas.microsoft.com/office/drawing/2014/main" id="{9EC85CAD-BDC7-F73B-6523-ADADB9922E7F}"/>
                </a:ext>
              </a:extLst>
            </p:cNvPr>
            <p:cNvSpPr/>
            <p:nvPr/>
          </p:nvSpPr>
          <p:spPr>
            <a:xfrm>
              <a:off x="3095174" y="1885723"/>
              <a:ext cx="46753" cy="22294"/>
            </a:xfrm>
            <a:custGeom>
              <a:avLst/>
              <a:gdLst/>
              <a:ahLst/>
              <a:cxnLst/>
              <a:rect l="l" t="t" r="r" b="b"/>
              <a:pathLst>
                <a:path w="1447" h="690" extrusionOk="0">
                  <a:moveTo>
                    <a:pt x="432" y="0"/>
                  </a:moveTo>
                  <a:lnTo>
                    <a:pt x="326" y="19"/>
                  </a:lnTo>
                  <a:lnTo>
                    <a:pt x="221" y="58"/>
                  </a:lnTo>
                  <a:lnTo>
                    <a:pt x="106" y="105"/>
                  </a:lnTo>
                  <a:lnTo>
                    <a:pt x="58" y="134"/>
                  </a:lnTo>
                  <a:lnTo>
                    <a:pt x="0" y="172"/>
                  </a:lnTo>
                  <a:lnTo>
                    <a:pt x="87" y="268"/>
                  </a:lnTo>
                  <a:lnTo>
                    <a:pt x="173" y="345"/>
                  </a:lnTo>
                  <a:lnTo>
                    <a:pt x="259" y="402"/>
                  </a:lnTo>
                  <a:lnTo>
                    <a:pt x="345" y="460"/>
                  </a:lnTo>
                  <a:lnTo>
                    <a:pt x="432" y="508"/>
                  </a:lnTo>
                  <a:lnTo>
                    <a:pt x="508" y="546"/>
                  </a:lnTo>
                  <a:lnTo>
                    <a:pt x="681" y="604"/>
                  </a:lnTo>
                  <a:lnTo>
                    <a:pt x="843" y="651"/>
                  </a:lnTo>
                  <a:lnTo>
                    <a:pt x="1025" y="671"/>
                  </a:lnTo>
                  <a:lnTo>
                    <a:pt x="1112" y="680"/>
                  </a:lnTo>
                  <a:lnTo>
                    <a:pt x="1217" y="680"/>
                  </a:lnTo>
                  <a:lnTo>
                    <a:pt x="1265" y="690"/>
                  </a:lnTo>
                  <a:lnTo>
                    <a:pt x="1294" y="680"/>
                  </a:lnTo>
                  <a:lnTo>
                    <a:pt x="1322" y="690"/>
                  </a:lnTo>
                  <a:lnTo>
                    <a:pt x="1447" y="680"/>
                  </a:lnTo>
                  <a:lnTo>
                    <a:pt x="1437" y="623"/>
                  </a:lnTo>
                  <a:lnTo>
                    <a:pt x="1418" y="556"/>
                  </a:lnTo>
                  <a:lnTo>
                    <a:pt x="1399" y="498"/>
                  </a:lnTo>
                  <a:lnTo>
                    <a:pt x="1370" y="441"/>
                  </a:lnTo>
                  <a:lnTo>
                    <a:pt x="1341" y="393"/>
                  </a:lnTo>
                  <a:lnTo>
                    <a:pt x="1303" y="345"/>
                  </a:lnTo>
                  <a:lnTo>
                    <a:pt x="1226" y="259"/>
                  </a:lnTo>
                  <a:lnTo>
                    <a:pt x="1140" y="192"/>
                  </a:lnTo>
                  <a:lnTo>
                    <a:pt x="1054" y="125"/>
                  </a:lnTo>
                  <a:lnTo>
                    <a:pt x="949" y="77"/>
                  </a:lnTo>
                  <a:lnTo>
                    <a:pt x="853" y="48"/>
                  </a:lnTo>
                  <a:lnTo>
                    <a:pt x="748" y="19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412;p31">
              <a:extLst>
                <a:ext uri="{FF2B5EF4-FFF2-40B4-BE49-F238E27FC236}">
                  <a16:creationId xmlns:a16="http://schemas.microsoft.com/office/drawing/2014/main" id="{1781AFC4-A0D1-76E0-1713-B29CE0640359}"/>
                </a:ext>
              </a:extLst>
            </p:cNvPr>
            <p:cNvSpPr/>
            <p:nvPr/>
          </p:nvSpPr>
          <p:spPr>
            <a:xfrm>
              <a:off x="3015011" y="1923462"/>
              <a:ext cx="14895" cy="30662"/>
            </a:xfrm>
            <a:custGeom>
              <a:avLst/>
              <a:gdLst/>
              <a:ahLst/>
              <a:cxnLst/>
              <a:rect l="l" t="t" r="r" b="b"/>
              <a:pathLst>
                <a:path w="461" h="949" extrusionOk="0">
                  <a:moveTo>
                    <a:pt x="231" y="1"/>
                  </a:moveTo>
                  <a:lnTo>
                    <a:pt x="192" y="10"/>
                  </a:lnTo>
                  <a:lnTo>
                    <a:pt x="144" y="39"/>
                  </a:lnTo>
                  <a:lnTo>
                    <a:pt x="106" y="77"/>
                  </a:lnTo>
                  <a:lnTo>
                    <a:pt x="68" y="135"/>
                  </a:lnTo>
                  <a:lnTo>
                    <a:pt x="39" y="211"/>
                  </a:lnTo>
                  <a:lnTo>
                    <a:pt x="20" y="288"/>
                  </a:lnTo>
                  <a:lnTo>
                    <a:pt x="10" y="374"/>
                  </a:lnTo>
                  <a:lnTo>
                    <a:pt x="1" y="470"/>
                  </a:lnTo>
                  <a:lnTo>
                    <a:pt x="10" y="566"/>
                  </a:lnTo>
                  <a:lnTo>
                    <a:pt x="20" y="662"/>
                  </a:lnTo>
                  <a:lnTo>
                    <a:pt x="39" y="738"/>
                  </a:lnTo>
                  <a:lnTo>
                    <a:pt x="68" y="805"/>
                  </a:lnTo>
                  <a:lnTo>
                    <a:pt x="106" y="863"/>
                  </a:lnTo>
                  <a:lnTo>
                    <a:pt x="144" y="911"/>
                  </a:lnTo>
                  <a:lnTo>
                    <a:pt x="192" y="939"/>
                  </a:lnTo>
                  <a:lnTo>
                    <a:pt x="231" y="949"/>
                  </a:lnTo>
                  <a:lnTo>
                    <a:pt x="279" y="939"/>
                  </a:lnTo>
                  <a:lnTo>
                    <a:pt x="326" y="911"/>
                  </a:lnTo>
                  <a:lnTo>
                    <a:pt x="365" y="863"/>
                  </a:lnTo>
                  <a:lnTo>
                    <a:pt x="393" y="805"/>
                  </a:lnTo>
                  <a:lnTo>
                    <a:pt x="422" y="738"/>
                  </a:lnTo>
                  <a:lnTo>
                    <a:pt x="451" y="662"/>
                  </a:lnTo>
                  <a:lnTo>
                    <a:pt x="461" y="566"/>
                  </a:lnTo>
                  <a:lnTo>
                    <a:pt x="461" y="470"/>
                  </a:lnTo>
                  <a:lnTo>
                    <a:pt x="461" y="374"/>
                  </a:lnTo>
                  <a:lnTo>
                    <a:pt x="451" y="288"/>
                  </a:lnTo>
                  <a:lnTo>
                    <a:pt x="422" y="211"/>
                  </a:lnTo>
                  <a:lnTo>
                    <a:pt x="393" y="135"/>
                  </a:lnTo>
                  <a:lnTo>
                    <a:pt x="365" y="77"/>
                  </a:lnTo>
                  <a:lnTo>
                    <a:pt x="326" y="39"/>
                  </a:lnTo>
                  <a:lnTo>
                    <a:pt x="279" y="1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413;p31">
              <a:extLst>
                <a:ext uri="{FF2B5EF4-FFF2-40B4-BE49-F238E27FC236}">
                  <a16:creationId xmlns:a16="http://schemas.microsoft.com/office/drawing/2014/main" id="{BEFB383A-70E7-79D2-4AC4-D0E5A16CC7B3}"/>
                </a:ext>
              </a:extLst>
            </p:cNvPr>
            <p:cNvSpPr/>
            <p:nvPr/>
          </p:nvSpPr>
          <p:spPr>
            <a:xfrm>
              <a:off x="3094237" y="1923462"/>
              <a:ext cx="14895" cy="30662"/>
            </a:xfrm>
            <a:custGeom>
              <a:avLst/>
              <a:gdLst/>
              <a:ahLst/>
              <a:cxnLst/>
              <a:rect l="l" t="t" r="r" b="b"/>
              <a:pathLst>
                <a:path w="461" h="949" extrusionOk="0">
                  <a:moveTo>
                    <a:pt x="231" y="1"/>
                  </a:moveTo>
                  <a:lnTo>
                    <a:pt x="183" y="10"/>
                  </a:lnTo>
                  <a:lnTo>
                    <a:pt x="135" y="39"/>
                  </a:lnTo>
                  <a:lnTo>
                    <a:pt x="97" y="77"/>
                  </a:lnTo>
                  <a:lnTo>
                    <a:pt x="68" y="135"/>
                  </a:lnTo>
                  <a:lnTo>
                    <a:pt x="39" y="211"/>
                  </a:lnTo>
                  <a:lnTo>
                    <a:pt x="20" y="288"/>
                  </a:lnTo>
                  <a:lnTo>
                    <a:pt x="1" y="374"/>
                  </a:lnTo>
                  <a:lnTo>
                    <a:pt x="1" y="470"/>
                  </a:lnTo>
                  <a:lnTo>
                    <a:pt x="1" y="566"/>
                  </a:lnTo>
                  <a:lnTo>
                    <a:pt x="20" y="662"/>
                  </a:lnTo>
                  <a:lnTo>
                    <a:pt x="39" y="738"/>
                  </a:lnTo>
                  <a:lnTo>
                    <a:pt x="68" y="805"/>
                  </a:lnTo>
                  <a:lnTo>
                    <a:pt x="97" y="863"/>
                  </a:lnTo>
                  <a:lnTo>
                    <a:pt x="135" y="911"/>
                  </a:lnTo>
                  <a:lnTo>
                    <a:pt x="183" y="939"/>
                  </a:lnTo>
                  <a:lnTo>
                    <a:pt x="231" y="949"/>
                  </a:lnTo>
                  <a:lnTo>
                    <a:pt x="279" y="939"/>
                  </a:lnTo>
                  <a:lnTo>
                    <a:pt x="317" y="911"/>
                  </a:lnTo>
                  <a:lnTo>
                    <a:pt x="355" y="863"/>
                  </a:lnTo>
                  <a:lnTo>
                    <a:pt x="393" y="805"/>
                  </a:lnTo>
                  <a:lnTo>
                    <a:pt x="422" y="738"/>
                  </a:lnTo>
                  <a:lnTo>
                    <a:pt x="441" y="662"/>
                  </a:lnTo>
                  <a:lnTo>
                    <a:pt x="451" y="566"/>
                  </a:lnTo>
                  <a:lnTo>
                    <a:pt x="461" y="470"/>
                  </a:lnTo>
                  <a:lnTo>
                    <a:pt x="451" y="374"/>
                  </a:lnTo>
                  <a:lnTo>
                    <a:pt x="441" y="288"/>
                  </a:lnTo>
                  <a:lnTo>
                    <a:pt x="422" y="211"/>
                  </a:lnTo>
                  <a:lnTo>
                    <a:pt x="393" y="135"/>
                  </a:lnTo>
                  <a:lnTo>
                    <a:pt x="355" y="77"/>
                  </a:lnTo>
                  <a:lnTo>
                    <a:pt x="317" y="39"/>
                  </a:lnTo>
                  <a:lnTo>
                    <a:pt x="279" y="1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414;p31">
              <a:extLst>
                <a:ext uri="{FF2B5EF4-FFF2-40B4-BE49-F238E27FC236}">
                  <a16:creationId xmlns:a16="http://schemas.microsoft.com/office/drawing/2014/main" id="{D8FD36FC-E84B-932F-781B-5EB705079B17}"/>
                </a:ext>
              </a:extLst>
            </p:cNvPr>
            <p:cNvSpPr/>
            <p:nvPr/>
          </p:nvSpPr>
          <p:spPr>
            <a:xfrm>
              <a:off x="3029874" y="2017841"/>
              <a:ext cx="65331" cy="32536"/>
            </a:xfrm>
            <a:custGeom>
              <a:avLst/>
              <a:gdLst/>
              <a:ahLst/>
              <a:cxnLst/>
              <a:rect l="l" t="t" r="r" b="b"/>
              <a:pathLst>
                <a:path w="2022" h="1007" extrusionOk="0">
                  <a:moveTo>
                    <a:pt x="1" y="1"/>
                  </a:moveTo>
                  <a:lnTo>
                    <a:pt x="10" y="97"/>
                  </a:lnTo>
                  <a:lnTo>
                    <a:pt x="29" y="202"/>
                  </a:lnTo>
                  <a:lnTo>
                    <a:pt x="48" y="298"/>
                  </a:lnTo>
                  <a:lnTo>
                    <a:pt x="87" y="394"/>
                  </a:lnTo>
                  <a:lnTo>
                    <a:pt x="125" y="480"/>
                  </a:lnTo>
                  <a:lnTo>
                    <a:pt x="173" y="566"/>
                  </a:lnTo>
                  <a:lnTo>
                    <a:pt x="240" y="643"/>
                  </a:lnTo>
                  <a:lnTo>
                    <a:pt x="297" y="710"/>
                  </a:lnTo>
                  <a:lnTo>
                    <a:pt x="374" y="777"/>
                  </a:lnTo>
                  <a:lnTo>
                    <a:pt x="451" y="834"/>
                  </a:lnTo>
                  <a:lnTo>
                    <a:pt x="537" y="882"/>
                  </a:lnTo>
                  <a:lnTo>
                    <a:pt x="623" y="930"/>
                  </a:lnTo>
                  <a:lnTo>
                    <a:pt x="719" y="959"/>
                  </a:lnTo>
                  <a:lnTo>
                    <a:pt x="815" y="987"/>
                  </a:lnTo>
                  <a:lnTo>
                    <a:pt x="910" y="1007"/>
                  </a:lnTo>
                  <a:lnTo>
                    <a:pt x="1121" y="1007"/>
                  </a:lnTo>
                  <a:lnTo>
                    <a:pt x="1217" y="987"/>
                  </a:lnTo>
                  <a:lnTo>
                    <a:pt x="1313" y="959"/>
                  </a:lnTo>
                  <a:lnTo>
                    <a:pt x="1408" y="930"/>
                  </a:lnTo>
                  <a:lnTo>
                    <a:pt x="1495" y="882"/>
                  </a:lnTo>
                  <a:lnTo>
                    <a:pt x="1581" y="834"/>
                  </a:lnTo>
                  <a:lnTo>
                    <a:pt x="1658" y="777"/>
                  </a:lnTo>
                  <a:lnTo>
                    <a:pt x="1725" y="710"/>
                  </a:lnTo>
                  <a:lnTo>
                    <a:pt x="1792" y="643"/>
                  </a:lnTo>
                  <a:lnTo>
                    <a:pt x="1849" y="566"/>
                  </a:lnTo>
                  <a:lnTo>
                    <a:pt x="1907" y="480"/>
                  </a:lnTo>
                  <a:lnTo>
                    <a:pt x="1945" y="394"/>
                  </a:lnTo>
                  <a:lnTo>
                    <a:pt x="1983" y="298"/>
                  </a:lnTo>
                  <a:lnTo>
                    <a:pt x="2002" y="202"/>
                  </a:lnTo>
                  <a:lnTo>
                    <a:pt x="2021" y="97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415;p31">
              <a:extLst>
                <a:ext uri="{FF2B5EF4-FFF2-40B4-BE49-F238E27FC236}">
                  <a16:creationId xmlns:a16="http://schemas.microsoft.com/office/drawing/2014/main" id="{D69FB799-1A74-97A9-13C5-9CBC4034519C}"/>
                </a:ext>
              </a:extLst>
            </p:cNvPr>
            <p:cNvSpPr/>
            <p:nvPr/>
          </p:nvSpPr>
          <p:spPr>
            <a:xfrm>
              <a:off x="2850388" y="1697868"/>
              <a:ext cx="342292" cy="214474"/>
            </a:xfrm>
            <a:custGeom>
              <a:avLst/>
              <a:gdLst/>
              <a:ahLst/>
              <a:cxnLst/>
              <a:rect l="l" t="t" r="r" b="b"/>
              <a:pathLst>
                <a:path w="10594" h="6638" extrusionOk="0">
                  <a:moveTo>
                    <a:pt x="3975" y="0"/>
                  </a:moveTo>
                  <a:lnTo>
                    <a:pt x="3630" y="19"/>
                  </a:lnTo>
                  <a:lnTo>
                    <a:pt x="3458" y="38"/>
                  </a:lnTo>
                  <a:lnTo>
                    <a:pt x="3295" y="58"/>
                  </a:lnTo>
                  <a:lnTo>
                    <a:pt x="3123" y="96"/>
                  </a:lnTo>
                  <a:lnTo>
                    <a:pt x="2950" y="125"/>
                  </a:lnTo>
                  <a:lnTo>
                    <a:pt x="2682" y="201"/>
                  </a:lnTo>
                  <a:lnTo>
                    <a:pt x="2414" y="297"/>
                  </a:lnTo>
                  <a:lnTo>
                    <a:pt x="2165" y="402"/>
                  </a:lnTo>
                  <a:lnTo>
                    <a:pt x="1916" y="527"/>
                  </a:lnTo>
                  <a:lnTo>
                    <a:pt x="1686" y="671"/>
                  </a:lnTo>
                  <a:lnTo>
                    <a:pt x="1466" y="833"/>
                  </a:lnTo>
                  <a:lnTo>
                    <a:pt x="1265" y="1006"/>
                  </a:lnTo>
                  <a:lnTo>
                    <a:pt x="1063" y="1188"/>
                  </a:lnTo>
                  <a:lnTo>
                    <a:pt x="891" y="1379"/>
                  </a:lnTo>
                  <a:lnTo>
                    <a:pt x="719" y="1581"/>
                  </a:lnTo>
                  <a:lnTo>
                    <a:pt x="575" y="1791"/>
                  </a:lnTo>
                  <a:lnTo>
                    <a:pt x="441" y="2012"/>
                  </a:lnTo>
                  <a:lnTo>
                    <a:pt x="326" y="2241"/>
                  </a:lnTo>
                  <a:lnTo>
                    <a:pt x="221" y="2471"/>
                  </a:lnTo>
                  <a:lnTo>
                    <a:pt x="144" y="2711"/>
                  </a:lnTo>
                  <a:lnTo>
                    <a:pt x="77" y="2950"/>
                  </a:lnTo>
                  <a:lnTo>
                    <a:pt x="29" y="3190"/>
                  </a:lnTo>
                  <a:lnTo>
                    <a:pt x="10" y="3439"/>
                  </a:lnTo>
                  <a:lnTo>
                    <a:pt x="0" y="3678"/>
                  </a:lnTo>
                  <a:lnTo>
                    <a:pt x="19" y="3918"/>
                  </a:lnTo>
                  <a:lnTo>
                    <a:pt x="58" y="4157"/>
                  </a:lnTo>
                  <a:lnTo>
                    <a:pt x="86" y="4282"/>
                  </a:lnTo>
                  <a:lnTo>
                    <a:pt x="125" y="4397"/>
                  </a:lnTo>
                  <a:lnTo>
                    <a:pt x="163" y="4511"/>
                  </a:lnTo>
                  <a:lnTo>
                    <a:pt x="201" y="4626"/>
                  </a:lnTo>
                  <a:lnTo>
                    <a:pt x="259" y="4741"/>
                  </a:lnTo>
                  <a:lnTo>
                    <a:pt x="316" y="4847"/>
                  </a:lnTo>
                  <a:lnTo>
                    <a:pt x="374" y="4962"/>
                  </a:lnTo>
                  <a:lnTo>
                    <a:pt x="441" y="5067"/>
                  </a:lnTo>
                  <a:lnTo>
                    <a:pt x="517" y="5172"/>
                  </a:lnTo>
                  <a:lnTo>
                    <a:pt x="604" y="5278"/>
                  </a:lnTo>
                  <a:lnTo>
                    <a:pt x="690" y="5383"/>
                  </a:lnTo>
                  <a:lnTo>
                    <a:pt x="786" y="5479"/>
                  </a:lnTo>
                  <a:lnTo>
                    <a:pt x="891" y="5575"/>
                  </a:lnTo>
                  <a:lnTo>
                    <a:pt x="996" y="5670"/>
                  </a:lnTo>
                  <a:lnTo>
                    <a:pt x="1111" y="5757"/>
                  </a:lnTo>
                  <a:lnTo>
                    <a:pt x="1236" y="5843"/>
                  </a:lnTo>
                  <a:lnTo>
                    <a:pt x="1360" y="5929"/>
                  </a:lnTo>
                  <a:lnTo>
                    <a:pt x="1494" y="6015"/>
                  </a:lnTo>
                  <a:lnTo>
                    <a:pt x="1638" y="6092"/>
                  </a:lnTo>
                  <a:lnTo>
                    <a:pt x="1791" y="6168"/>
                  </a:lnTo>
                  <a:lnTo>
                    <a:pt x="1945" y="6236"/>
                  </a:lnTo>
                  <a:lnTo>
                    <a:pt x="2107" y="6303"/>
                  </a:lnTo>
                  <a:lnTo>
                    <a:pt x="2318" y="6379"/>
                  </a:lnTo>
                  <a:lnTo>
                    <a:pt x="2519" y="6446"/>
                  </a:lnTo>
                  <a:lnTo>
                    <a:pt x="2730" y="6494"/>
                  </a:lnTo>
                  <a:lnTo>
                    <a:pt x="2931" y="6542"/>
                  </a:lnTo>
                  <a:lnTo>
                    <a:pt x="3142" y="6580"/>
                  </a:lnTo>
                  <a:lnTo>
                    <a:pt x="3343" y="6609"/>
                  </a:lnTo>
                  <a:lnTo>
                    <a:pt x="3544" y="6628"/>
                  </a:lnTo>
                  <a:lnTo>
                    <a:pt x="3745" y="6638"/>
                  </a:lnTo>
                  <a:lnTo>
                    <a:pt x="4138" y="6638"/>
                  </a:lnTo>
                  <a:lnTo>
                    <a:pt x="4339" y="6628"/>
                  </a:lnTo>
                  <a:lnTo>
                    <a:pt x="4531" y="6599"/>
                  </a:lnTo>
                  <a:lnTo>
                    <a:pt x="4732" y="6580"/>
                  </a:lnTo>
                  <a:lnTo>
                    <a:pt x="4923" y="6542"/>
                  </a:lnTo>
                  <a:lnTo>
                    <a:pt x="5115" y="6504"/>
                  </a:lnTo>
                  <a:lnTo>
                    <a:pt x="5297" y="6465"/>
                  </a:lnTo>
                  <a:lnTo>
                    <a:pt x="5488" y="6408"/>
                  </a:lnTo>
                  <a:lnTo>
                    <a:pt x="5670" y="6350"/>
                  </a:lnTo>
                  <a:lnTo>
                    <a:pt x="6034" y="6226"/>
                  </a:lnTo>
                  <a:lnTo>
                    <a:pt x="6389" y="6082"/>
                  </a:lnTo>
                  <a:lnTo>
                    <a:pt x="6734" y="5919"/>
                  </a:lnTo>
                  <a:lnTo>
                    <a:pt x="7069" y="5737"/>
                  </a:lnTo>
                  <a:lnTo>
                    <a:pt x="7395" y="5555"/>
                  </a:lnTo>
                  <a:lnTo>
                    <a:pt x="7711" y="5354"/>
                  </a:lnTo>
                  <a:lnTo>
                    <a:pt x="8008" y="5153"/>
                  </a:lnTo>
                  <a:lnTo>
                    <a:pt x="8295" y="4942"/>
                  </a:lnTo>
                  <a:lnTo>
                    <a:pt x="8573" y="4732"/>
                  </a:lnTo>
                  <a:lnTo>
                    <a:pt x="8831" y="4511"/>
                  </a:lnTo>
                  <a:lnTo>
                    <a:pt x="9080" y="4301"/>
                  </a:lnTo>
                  <a:lnTo>
                    <a:pt x="9301" y="4100"/>
                  </a:lnTo>
                  <a:lnTo>
                    <a:pt x="9521" y="3898"/>
                  </a:lnTo>
                  <a:lnTo>
                    <a:pt x="9894" y="3525"/>
                  </a:lnTo>
                  <a:lnTo>
                    <a:pt x="10191" y="3199"/>
                  </a:lnTo>
                  <a:lnTo>
                    <a:pt x="10412" y="2950"/>
                  </a:lnTo>
                  <a:lnTo>
                    <a:pt x="10594" y="2720"/>
                  </a:lnTo>
                  <a:lnTo>
                    <a:pt x="10412" y="2577"/>
                  </a:lnTo>
                  <a:lnTo>
                    <a:pt x="10201" y="2414"/>
                  </a:lnTo>
                  <a:lnTo>
                    <a:pt x="9914" y="2203"/>
                  </a:lnTo>
                  <a:lnTo>
                    <a:pt x="9550" y="1954"/>
                  </a:lnTo>
                  <a:lnTo>
                    <a:pt x="9128" y="1686"/>
                  </a:lnTo>
                  <a:lnTo>
                    <a:pt x="8659" y="1399"/>
                  </a:lnTo>
                  <a:lnTo>
                    <a:pt x="8400" y="1255"/>
                  </a:lnTo>
                  <a:lnTo>
                    <a:pt x="8132" y="1111"/>
                  </a:lnTo>
                  <a:lnTo>
                    <a:pt x="7854" y="977"/>
                  </a:lnTo>
                  <a:lnTo>
                    <a:pt x="7567" y="833"/>
                  </a:lnTo>
                  <a:lnTo>
                    <a:pt x="7260" y="709"/>
                  </a:lnTo>
                  <a:lnTo>
                    <a:pt x="6963" y="584"/>
                  </a:lnTo>
                  <a:lnTo>
                    <a:pt x="6647" y="469"/>
                  </a:lnTo>
                  <a:lnTo>
                    <a:pt x="6331" y="364"/>
                  </a:lnTo>
                  <a:lnTo>
                    <a:pt x="6006" y="268"/>
                  </a:lnTo>
                  <a:lnTo>
                    <a:pt x="5670" y="182"/>
                  </a:lnTo>
                  <a:lnTo>
                    <a:pt x="5335" y="115"/>
                  </a:lnTo>
                  <a:lnTo>
                    <a:pt x="5000" y="58"/>
                  </a:lnTo>
                  <a:lnTo>
                    <a:pt x="4655" y="19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416;p31">
              <a:extLst>
                <a:ext uri="{FF2B5EF4-FFF2-40B4-BE49-F238E27FC236}">
                  <a16:creationId xmlns:a16="http://schemas.microsoft.com/office/drawing/2014/main" id="{926422BA-2691-6EDB-A4C2-90E383C2EB76}"/>
                </a:ext>
              </a:extLst>
            </p:cNvPr>
            <p:cNvSpPr/>
            <p:nvPr/>
          </p:nvSpPr>
          <p:spPr>
            <a:xfrm>
              <a:off x="3141895" y="1559514"/>
              <a:ext cx="319417" cy="231824"/>
            </a:xfrm>
            <a:custGeom>
              <a:avLst/>
              <a:gdLst/>
              <a:ahLst/>
              <a:cxnLst/>
              <a:rect l="l" t="t" r="r" b="b"/>
              <a:pathLst>
                <a:path w="9886" h="7175" extrusionOk="0">
                  <a:moveTo>
                    <a:pt x="6399" y="1"/>
                  </a:moveTo>
                  <a:lnTo>
                    <a:pt x="6121" y="10"/>
                  </a:lnTo>
                  <a:lnTo>
                    <a:pt x="5853" y="39"/>
                  </a:lnTo>
                  <a:lnTo>
                    <a:pt x="5566" y="77"/>
                  </a:lnTo>
                  <a:lnTo>
                    <a:pt x="5278" y="135"/>
                  </a:lnTo>
                  <a:lnTo>
                    <a:pt x="4991" y="202"/>
                  </a:lnTo>
                  <a:lnTo>
                    <a:pt x="4694" y="288"/>
                  </a:lnTo>
                  <a:lnTo>
                    <a:pt x="4388" y="393"/>
                  </a:lnTo>
                  <a:lnTo>
                    <a:pt x="4081" y="508"/>
                  </a:lnTo>
                  <a:lnTo>
                    <a:pt x="3822" y="623"/>
                  </a:lnTo>
                  <a:lnTo>
                    <a:pt x="3573" y="757"/>
                  </a:lnTo>
                  <a:lnTo>
                    <a:pt x="3324" y="911"/>
                  </a:lnTo>
                  <a:lnTo>
                    <a:pt x="3095" y="1073"/>
                  </a:lnTo>
                  <a:lnTo>
                    <a:pt x="2865" y="1255"/>
                  </a:lnTo>
                  <a:lnTo>
                    <a:pt x="2654" y="1437"/>
                  </a:lnTo>
                  <a:lnTo>
                    <a:pt x="2443" y="1639"/>
                  </a:lnTo>
                  <a:lnTo>
                    <a:pt x="2242" y="1840"/>
                  </a:lnTo>
                  <a:lnTo>
                    <a:pt x="2050" y="2060"/>
                  </a:lnTo>
                  <a:lnTo>
                    <a:pt x="1878" y="2271"/>
                  </a:lnTo>
                  <a:lnTo>
                    <a:pt x="1706" y="2501"/>
                  </a:lnTo>
                  <a:lnTo>
                    <a:pt x="1543" y="2721"/>
                  </a:lnTo>
                  <a:lnTo>
                    <a:pt x="1390" y="2951"/>
                  </a:lnTo>
                  <a:lnTo>
                    <a:pt x="1236" y="3181"/>
                  </a:lnTo>
                  <a:lnTo>
                    <a:pt x="1102" y="3411"/>
                  </a:lnTo>
                  <a:lnTo>
                    <a:pt x="978" y="3640"/>
                  </a:lnTo>
                  <a:lnTo>
                    <a:pt x="738" y="4081"/>
                  </a:lnTo>
                  <a:lnTo>
                    <a:pt x="537" y="4493"/>
                  </a:lnTo>
                  <a:lnTo>
                    <a:pt x="374" y="4876"/>
                  </a:lnTo>
                  <a:lnTo>
                    <a:pt x="240" y="5211"/>
                  </a:lnTo>
                  <a:lnTo>
                    <a:pt x="135" y="5489"/>
                  </a:lnTo>
                  <a:lnTo>
                    <a:pt x="58" y="5709"/>
                  </a:lnTo>
                  <a:lnTo>
                    <a:pt x="1" y="5891"/>
                  </a:lnTo>
                  <a:lnTo>
                    <a:pt x="461" y="6677"/>
                  </a:lnTo>
                  <a:lnTo>
                    <a:pt x="853" y="6763"/>
                  </a:lnTo>
                  <a:lnTo>
                    <a:pt x="1303" y="6859"/>
                  </a:lnTo>
                  <a:lnTo>
                    <a:pt x="1888" y="6954"/>
                  </a:lnTo>
                  <a:lnTo>
                    <a:pt x="2232" y="7002"/>
                  </a:lnTo>
                  <a:lnTo>
                    <a:pt x="2587" y="7050"/>
                  </a:lnTo>
                  <a:lnTo>
                    <a:pt x="2970" y="7089"/>
                  </a:lnTo>
                  <a:lnTo>
                    <a:pt x="3363" y="7127"/>
                  </a:lnTo>
                  <a:lnTo>
                    <a:pt x="3784" y="7156"/>
                  </a:lnTo>
                  <a:lnTo>
                    <a:pt x="4206" y="7175"/>
                  </a:lnTo>
                  <a:lnTo>
                    <a:pt x="5068" y="7175"/>
                  </a:lnTo>
                  <a:lnTo>
                    <a:pt x="5499" y="7156"/>
                  </a:lnTo>
                  <a:lnTo>
                    <a:pt x="5930" y="7117"/>
                  </a:lnTo>
                  <a:lnTo>
                    <a:pt x="6361" y="7060"/>
                  </a:lnTo>
                  <a:lnTo>
                    <a:pt x="6782" y="6983"/>
                  </a:lnTo>
                  <a:lnTo>
                    <a:pt x="6983" y="6935"/>
                  </a:lnTo>
                  <a:lnTo>
                    <a:pt x="7184" y="6887"/>
                  </a:lnTo>
                  <a:lnTo>
                    <a:pt x="7376" y="6830"/>
                  </a:lnTo>
                  <a:lnTo>
                    <a:pt x="7577" y="6763"/>
                  </a:lnTo>
                  <a:lnTo>
                    <a:pt x="7759" y="6696"/>
                  </a:lnTo>
                  <a:lnTo>
                    <a:pt x="7941" y="6619"/>
                  </a:lnTo>
                  <a:lnTo>
                    <a:pt x="8123" y="6543"/>
                  </a:lnTo>
                  <a:lnTo>
                    <a:pt x="8295" y="6447"/>
                  </a:lnTo>
                  <a:lnTo>
                    <a:pt x="8458" y="6351"/>
                  </a:lnTo>
                  <a:lnTo>
                    <a:pt x="8611" y="6246"/>
                  </a:lnTo>
                  <a:lnTo>
                    <a:pt x="8765" y="6131"/>
                  </a:lnTo>
                  <a:lnTo>
                    <a:pt x="8908" y="6016"/>
                  </a:lnTo>
                  <a:lnTo>
                    <a:pt x="9043" y="5891"/>
                  </a:lnTo>
                  <a:lnTo>
                    <a:pt x="9167" y="5748"/>
                  </a:lnTo>
                  <a:lnTo>
                    <a:pt x="9282" y="5604"/>
                  </a:lnTo>
                  <a:lnTo>
                    <a:pt x="9397" y="5451"/>
                  </a:lnTo>
                  <a:lnTo>
                    <a:pt x="9493" y="5288"/>
                  </a:lnTo>
                  <a:lnTo>
                    <a:pt x="9579" y="5115"/>
                  </a:lnTo>
                  <a:lnTo>
                    <a:pt x="9656" y="4943"/>
                  </a:lnTo>
                  <a:lnTo>
                    <a:pt x="9723" y="4751"/>
                  </a:lnTo>
                  <a:lnTo>
                    <a:pt x="9780" y="4550"/>
                  </a:lnTo>
                  <a:lnTo>
                    <a:pt x="9828" y="4340"/>
                  </a:lnTo>
                  <a:lnTo>
                    <a:pt x="9857" y="4119"/>
                  </a:lnTo>
                  <a:lnTo>
                    <a:pt x="9876" y="3889"/>
                  </a:lnTo>
                  <a:lnTo>
                    <a:pt x="9885" y="3583"/>
                  </a:lnTo>
                  <a:lnTo>
                    <a:pt x="9876" y="3286"/>
                  </a:lnTo>
                  <a:lnTo>
                    <a:pt x="9847" y="2999"/>
                  </a:lnTo>
                  <a:lnTo>
                    <a:pt x="9809" y="2731"/>
                  </a:lnTo>
                  <a:lnTo>
                    <a:pt x="9761" y="2472"/>
                  </a:lnTo>
                  <a:lnTo>
                    <a:pt x="9684" y="2223"/>
                  </a:lnTo>
                  <a:lnTo>
                    <a:pt x="9608" y="1983"/>
                  </a:lnTo>
                  <a:lnTo>
                    <a:pt x="9502" y="1763"/>
                  </a:lnTo>
                  <a:lnTo>
                    <a:pt x="9397" y="1552"/>
                  </a:lnTo>
                  <a:lnTo>
                    <a:pt x="9272" y="1361"/>
                  </a:lnTo>
                  <a:lnTo>
                    <a:pt x="9129" y="1169"/>
                  </a:lnTo>
                  <a:lnTo>
                    <a:pt x="8985" y="997"/>
                  </a:lnTo>
                  <a:lnTo>
                    <a:pt x="8822" y="844"/>
                  </a:lnTo>
                  <a:lnTo>
                    <a:pt x="8650" y="700"/>
                  </a:lnTo>
                  <a:lnTo>
                    <a:pt x="8468" y="566"/>
                  </a:lnTo>
                  <a:lnTo>
                    <a:pt x="8276" y="441"/>
                  </a:lnTo>
                  <a:lnTo>
                    <a:pt x="8066" y="346"/>
                  </a:lnTo>
                  <a:lnTo>
                    <a:pt x="7855" y="250"/>
                  </a:lnTo>
                  <a:lnTo>
                    <a:pt x="7635" y="173"/>
                  </a:lnTo>
                  <a:lnTo>
                    <a:pt x="7405" y="106"/>
                  </a:lnTo>
                  <a:lnTo>
                    <a:pt x="7165" y="58"/>
                  </a:lnTo>
                  <a:lnTo>
                    <a:pt x="6916" y="29"/>
                  </a:lnTo>
                  <a:lnTo>
                    <a:pt x="6658" y="10"/>
                  </a:lnTo>
                  <a:lnTo>
                    <a:pt x="6399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417;p31">
              <a:extLst>
                <a:ext uri="{FF2B5EF4-FFF2-40B4-BE49-F238E27FC236}">
                  <a16:creationId xmlns:a16="http://schemas.microsoft.com/office/drawing/2014/main" id="{22554C3B-2748-D895-9C23-E49E5668D74E}"/>
                </a:ext>
              </a:extLst>
            </p:cNvPr>
            <p:cNvSpPr/>
            <p:nvPr/>
          </p:nvSpPr>
          <p:spPr>
            <a:xfrm>
              <a:off x="3179343" y="1906757"/>
              <a:ext cx="53893" cy="86979"/>
            </a:xfrm>
            <a:custGeom>
              <a:avLst/>
              <a:gdLst/>
              <a:ahLst/>
              <a:cxnLst/>
              <a:rect l="l" t="t" r="r" b="b"/>
              <a:pathLst>
                <a:path w="1668" h="2692" extrusionOk="0">
                  <a:moveTo>
                    <a:pt x="1045" y="0"/>
                  </a:moveTo>
                  <a:lnTo>
                    <a:pt x="959" y="20"/>
                  </a:lnTo>
                  <a:lnTo>
                    <a:pt x="882" y="39"/>
                  </a:lnTo>
                  <a:lnTo>
                    <a:pt x="796" y="77"/>
                  </a:lnTo>
                  <a:lnTo>
                    <a:pt x="719" y="125"/>
                  </a:lnTo>
                  <a:lnTo>
                    <a:pt x="642" y="192"/>
                  </a:lnTo>
                  <a:lnTo>
                    <a:pt x="566" y="259"/>
                  </a:lnTo>
                  <a:lnTo>
                    <a:pt x="489" y="345"/>
                  </a:lnTo>
                  <a:lnTo>
                    <a:pt x="422" y="431"/>
                  </a:lnTo>
                  <a:lnTo>
                    <a:pt x="346" y="527"/>
                  </a:lnTo>
                  <a:lnTo>
                    <a:pt x="288" y="642"/>
                  </a:lnTo>
                  <a:lnTo>
                    <a:pt x="231" y="757"/>
                  </a:lnTo>
                  <a:lnTo>
                    <a:pt x="173" y="882"/>
                  </a:lnTo>
                  <a:lnTo>
                    <a:pt x="125" y="1006"/>
                  </a:lnTo>
                  <a:lnTo>
                    <a:pt x="87" y="1140"/>
                  </a:lnTo>
                  <a:lnTo>
                    <a:pt x="49" y="1274"/>
                  </a:lnTo>
                  <a:lnTo>
                    <a:pt x="29" y="1408"/>
                  </a:lnTo>
                  <a:lnTo>
                    <a:pt x="10" y="1542"/>
                  </a:lnTo>
                  <a:lnTo>
                    <a:pt x="1" y="1677"/>
                  </a:lnTo>
                  <a:lnTo>
                    <a:pt x="1" y="1801"/>
                  </a:lnTo>
                  <a:lnTo>
                    <a:pt x="10" y="1916"/>
                  </a:lnTo>
                  <a:lnTo>
                    <a:pt x="20" y="2031"/>
                  </a:lnTo>
                  <a:lnTo>
                    <a:pt x="49" y="2146"/>
                  </a:lnTo>
                  <a:lnTo>
                    <a:pt x="77" y="2242"/>
                  </a:lnTo>
                  <a:lnTo>
                    <a:pt x="116" y="2337"/>
                  </a:lnTo>
                  <a:lnTo>
                    <a:pt x="154" y="2424"/>
                  </a:lnTo>
                  <a:lnTo>
                    <a:pt x="202" y="2491"/>
                  </a:lnTo>
                  <a:lnTo>
                    <a:pt x="259" y="2558"/>
                  </a:lnTo>
                  <a:lnTo>
                    <a:pt x="326" y="2606"/>
                  </a:lnTo>
                  <a:lnTo>
                    <a:pt x="393" y="2654"/>
                  </a:lnTo>
                  <a:lnTo>
                    <a:pt x="470" y="2682"/>
                  </a:lnTo>
                  <a:lnTo>
                    <a:pt x="547" y="2692"/>
                  </a:lnTo>
                  <a:lnTo>
                    <a:pt x="623" y="2692"/>
                  </a:lnTo>
                  <a:lnTo>
                    <a:pt x="710" y="2682"/>
                  </a:lnTo>
                  <a:lnTo>
                    <a:pt x="786" y="2654"/>
                  </a:lnTo>
                  <a:lnTo>
                    <a:pt x="872" y="2615"/>
                  </a:lnTo>
                  <a:lnTo>
                    <a:pt x="949" y="2567"/>
                  </a:lnTo>
                  <a:lnTo>
                    <a:pt x="1026" y="2510"/>
                  </a:lnTo>
                  <a:lnTo>
                    <a:pt x="1102" y="2433"/>
                  </a:lnTo>
                  <a:lnTo>
                    <a:pt x="1179" y="2357"/>
                  </a:lnTo>
                  <a:lnTo>
                    <a:pt x="1255" y="2261"/>
                  </a:lnTo>
                  <a:lnTo>
                    <a:pt x="1323" y="2165"/>
                  </a:lnTo>
                  <a:lnTo>
                    <a:pt x="1380" y="2060"/>
                  </a:lnTo>
                  <a:lnTo>
                    <a:pt x="1437" y="1945"/>
                  </a:lnTo>
                  <a:lnTo>
                    <a:pt x="1495" y="1820"/>
                  </a:lnTo>
                  <a:lnTo>
                    <a:pt x="1543" y="1686"/>
                  </a:lnTo>
                  <a:lnTo>
                    <a:pt x="1581" y="1552"/>
                  </a:lnTo>
                  <a:lnTo>
                    <a:pt x="1619" y="1418"/>
                  </a:lnTo>
                  <a:lnTo>
                    <a:pt x="1648" y="1284"/>
                  </a:lnTo>
                  <a:lnTo>
                    <a:pt x="1658" y="1150"/>
                  </a:lnTo>
                  <a:lnTo>
                    <a:pt x="1667" y="1016"/>
                  </a:lnTo>
                  <a:lnTo>
                    <a:pt x="1667" y="891"/>
                  </a:lnTo>
                  <a:lnTo>
                    <a:pt x="1658" y="776"/>
                  </a:lnTo>
                  <a:lnTo>
                    <a:pt x="1648" y="661"/>
                  </a:lnTo>
                  <a:lnTo>
                    <a:pt x="1629" y="556"/>
                  </a:lnTo>
                  <a:lnTo>
                    <a:pt x="1591" y="451"/>
                  </a:lnTo>
                  <a:lnTo>
                    <a:pt x="1562" y="364"/>
                  </a:lnTo>
                  <a:lnTo>
                    <a:pt x="1514" y="278"/>
                  </a:lnTo>
                  <a:lnTo>
                    <a:pt x="1466" y="202"/>
                  </a:lnTo>
                  <a:lnTo>
                    <a:pt x="1409" y="134"/>
                  </a:lnTo>
                  <a:lnTo>
                    <a:pt x="1342" y="87"/>
                  </a:lnTo>
                  <a:lnTo>
                    <a:pt x="1275" y="48"/>
                  </a:lnTo>
                  <a:lnTo>
                    <a:pt x="1198" y="20"/>
                  </a:lnTo>
                  <a:lnTo>
                    <a:pt x="112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418;p31">
              <a:extLst>
                <a:ext uri="{FF2B5EF4-FFF2-40B4-BE49-F238E27FC236}">
                  <a16:creationId xmlns:a16="http://schemas.microsoft.com/office/drawing/2014/main" id="{204BDB51-B66A-948A-1DED-B8E4DABA1635}"/>
                </a:ext>
              </a:extLst>
            </p:cNvPr>
            <p:cNvSpPr/>
            <p:nvPr/>
          </p:nvSpPr>
          <p:spPr>
            <a:xfrm>
              <a:off x="3133559" y="1768726"/>
              <a:ext cx="103683" cy="222842"/>
            </a:xfrm>
            <a:custGeom>
              <a:avLst/>
              <a:gdLst/>
              <a:ahLst/>
              <a:cxnLst/>
              <a:rect l="l" t="t" r="r" b="b"/>
              <a:pathLst>
                <a:path w="3209" h="6897" extrusionOk="0">
                  <a:moveTo>
                    <a:pt x="833" y="1"/>
                  </a:moveTo>
                  <a:lnTo>
                    <a:pt x="766" y="10"/>
                  </a:lnTo>
                  <a:lnTo>
                    <a:pt x="699" y="29"/>
                  </a:lnTo>
                  <a:lnTo>
                    <a:pt x="642" y="68"/>
                  </a:lnTo>
                  <a:lnTo>
                    <a:pt x="584" y="106"/>
                  </a:lnTo>
                  <a:lnTo>
                    <a:pt x="527" y="163"/>
                  </a:lnTo>
                  <a:lnTo>
                    <a:pt x="479" y="230"/>
                  </a:lnTo>
                  <a:lnTo>
                    <a:pt x="431" y="307"/>
                  </a:lnTo>
                  <a:lnTo>
                    <a:pt x="383" y="393"/>
                  </a:lnTo>
                  <a:lnTo>
                    <a:pt x="335" y="499"/>
                  </a:lnTo>
                  <a:lnTo>
                    <a:pt x="288" y="614"/>
                  </a:lnTo>
                  <a:lnTo>
                    <a:pt x="211" y="891"/>
                  </a:lnTo>
                  <a:lnTo>
                    <a:pt x="134" y="1227"/>
                  </a:lnTo>
                  <a:lnTo>
                    <a:pt x="67" y="1629"/>
                  </a:lnTo>
                  <a:lnTo>
                    <a:pt x="0" y="2089"/>
                  </a:lnTo>
                  <a:lnTo>
                    <a:pt x="144" y="2376"/>
                  </a:lnTo>
                  <a:lnTo>
                    <a:pt x="288" y="2692"/>
                  </a:lnTo>
                  <a:lnTo>
                    <a:pt x="450" y="3085"/>
                  </a:lnTo>
                  <a:lnTo>
                    <a:pt x="537" y="3315"/>
                  </a:lnTo>
                  <a:lnTo>
                    <a:pt x="613" y="3544"/>
                  </a:lnTo>
                  <a:lnTo>
                    <a:pt x="680" y="3793"/>
                  </a:lnTo>
                  <a:lnTo>
                    <a:pt x="747" y="4033"/>
                  </a:lnTo>
                  <a:lnTo>
                    <a:pt x="795" y="4292"/>
                  </a:lnTo>
                  <a:lnTo>
                    <a:pt x="833" y="4531"/>
                  </a:lnTo>
                  <a:lnTo>
                    <a:pt x="853" y="4780"/>
                  </a:lnTo>
                  <a:lnTo>
                    <a:pt x="862" y="5019"/>
                  </a:lnTo>
                  <a:lnTo>
                    <a:pt x="843" y="5451"/>
                  </a:lnTo>
                  <a:lnTo>
                    <a:pt x="843" y="5824"/>
                  </a:lnTo>
                  <a:lnTo>
                    <a:pt x="862" y="6150"/>
                  </a:lnTo>
                  <a:lnTo>
                    <a:pt x="891" y="6408"/>
                  </a:lnTo>
                  <a:lnTo>
                    <a:pt x="920" y="6523"/>
                  </a:lnTo>
                  <a:lnTo>
                    <a:pt x="939" y="6619"/>
                  </a:lnTo>
                  <a:lnTo>
                    <a:pt x="968" y="6696"/>
                  </a:lnTo>
                  <a:lnTo>
                    <a:pt x="996" y="6763"/>
                  </a:lnTo>
                  <a:lnTo>
                    <a:pt x="1035" y="6820"/>
                  </a:lnTo>
                  <a:lnTo>
                    <a:pt x="1073" y="6858"/>
                  </a:lnTo>
                  <a:lnTo>
                    <a:pt x="1111" y="6887"/>
                  </a:lnTo>
                  <a:lnTo>
                    <a:pt x="1150" y="6897"/>
                  </a:lnTo>
                  <a:lnTo>
                    <a:pt x="1178" y="6887"/>
                  </a:lnTo>
                  <a:lnTo>
                    <a:pt x="1197" y="6868"/>
                  </a:lnTo>
                  <a:lnTo>
                    <a:pt x="1226" y="6830"/>
                  </a:lnTo>
                  <a:lnTo>
                    <a:pt x="1245" y="6791"/>
                  </a:lnTo>
                  <a:lnTo>
                    <a:pt x="1293" y="6657"/>
                  </a:lnTo>
                  <a:lnTo>
                    <a:pt x="1351" y="6495"/>
                  </a:lnTo>
                  <a:lnTo>
                    <a:pt x="1485" y="6064"/>
                  </a:lnTo>
                  <a:lnTo>
                    <a:pt x="1561" y="5824"/>
                  </a:lnTo>
                  <a:lnTo>
                    <a:pt x="1648" y="5565"/>
                  </a:lnTo>
                  <a:lnTo>
                    <a:pt x="1743" y="5316"/>
                  </a:lnTo>
                  <a:lnTo>
                    <a:pt x="1858" y="5058"/>
                  </a:lnTo>
                  <a:lnTo>
                    <a:pt x="1973" y="4818"/>
                  </a:lnTo>
                  <a:lnTo>
                    <a:pt x="2040" y="4703"/>
                  </a:lnTo>
                  <a:lnTo>
                    <a:pt x="2117" y="4598"/>
                  </a:lnTo>
                  <a:lnTo>
                    <a:pt x="2194" y="4493"/>
                  </a:lnTo>
                  <a:lnTo>
                    <a:pt x="2270" y="4406"/>
                  </a:lnTo>
                  <a:lnTo>
                    <a:pt x="2356" y="4320"/>
                  </a:lnTo>
                  <a:lnTo>
                    <a:pt x="2443" y="4244"/>
                  </a:lnTo>
                  <a:lnTo>
                    <a:pt x="2538" y="4177"/>
                  </a:lnTo>
                  <a:lnTo>
                    <a:pt x="2634" y="4119"/>
                  </a:lnTo>
                  <a:lnTo>
                    <a:pt x="2740" y="4071"/>
                  </a:lnTo>
                  <a:lnTo>
                    <a:pt x="2845" y="4043"/>
                  </a:lnTo>
                  <a:lnTo>
                    <a:pt x="2874" y="4033"/>
                  </a:lnTo>
                  <a:lnTo>
                    <a:pt x="2902" y="4004"/>
                  </a:lnTo>
                  <a:lnTo>
                    <a:pt x="2931" y="3966"/>
                  </a:lnTo>
                  <a:lnTo>
                    <a:pt x="2960" y="3918"/>
                  </a:lnTo>
                  <a:lnTo>
                    <a:pt x="3017" y="3784"/>
                  </a:lnTo>
                  <a:lnTo>
                    <a:pt x="3075" y="3602"/>
                  </a:lnTo>
                  <a:lnTo>
                    <a:pt x="3123" y="3401"/>
                  </a:lnTo>
                  <a:lnTo>
                    <a:pt x="3171" y="3161"/>
                  </a:lnTo>
                  <a:lnTo>
                    <a:pt x="3199" y="2903"/>
                  </a:lnTo>
                  <a:lnTo>
                    <a:pt x="3209" y="2635"/>
                  </a:lnTo>
                  <a:lnTo>
                    <a:pt x="3199" y="2347"/>
                  </a:lnTo>
                  <a:lnTo>
                    <a:pt x="3180" y="2204"/>
                  </a:lnTo>
                  <a:lnTo>
                    <a:pt x="3161" y="2060"/>
                  </a:lnTo>
                  <a:lnTo>
                    <a:pt x="3132" y="1916"/>
                  </a:lnTo>
                  <a:lnTo>
                    <a:pt x="3094" y="1782"/>
                  </a:lnTo>
                  <a:lnTo>
                    <a:pt x="3056" y="1638"/>
                  </a:lnTo>
                  <a:lnTo>
                    <a:pt x="3008" y="1504"/>
                  </a:lnTo>
                  <a:lnTo>
                    <a:pt x="2950" y="1370"/>
                  </a:lnTo>
                  <a:lnTo>
                    <a:pt x="2874" y="1246"/>
                  </a:lnTo>
                  <a:lnTo>
                    <a:pt x="2797" y="1121"/>
                  </a:lnTo>
                  <a:lnTo>
                    <a:pt x="2711" y="1006"/>
                  </a:lnTo>
                  <a:lnTo>
                    <a:pt x="2615" y="891"/>
                  </a:lnTo>
                  <a:lnTo>
                    <a:pt x="2500" y="796"/>
                  </a:lnTo>
                  <a:lnTo>
                    <a:pt x="2385" y="700"/>
                  </a:lnTo>
                  <a:lnTo>
                    <a:pt x="2251" y="614"/>
                  </a:lnTo>
                  <a:lnTo>
                    <a:pt x="1743" y="326"/>
                  </a:lnTo>
                  <a:lnTo>
                    <a:pt x="1523" y="202"/>
                  </a:lnTo>
                  <a:lnTo>
                    <a:pt x="1332" y="106"/>
                  </a:lnTo>
                  <a:lnTo>
                    <a:pt x="1150" y="39"/>
                  </a:lnTo>
                  <a:lnTo>
                    <a:pt x="1063" y="20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198352" y="228250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Carecteristicile</a:t>
            </a:r>
            <a:r>
              <a:rPr lang="en-US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unui</a:t>
            </a:r>
            <a:r>
              <a:rPr lang="en-US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 URL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DC80271-AB5F-910F-DE5F-6EF884AFB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481" y="1325464"/>
            <a:ext cx="8323410" cy="2252839"/>
          </a:xfrm>
          <a:prstGeom prst="rect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57A2EA-117A-FECA-CCA1-A380413FF2C1}"/>
              </a:ext>
            </a:extLst>
          </p:cNvPr>
          <p:cNvSpPr txBox="1"/>
          <p:nvPr/>
        </p:nvSpPr>
        <p:spPr>
          <a:xfrm>
            <a:off x="4276405" y="3799694"/>
            <a:ext cx="96789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Exemple</a:t>
            </a:r>
            <a:r>
              <a:rPr lang="en-US" sz="32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de </a:t>
            </a:r>
            <a:r>
              <a:rPr lang="en-US" sz="32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caracteristici</a:t>
            </a:r>
            <a:endParaRPr lang="ro-RO" sz="32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9E534-E63E-9F1D-2832-CD965C4BAFB8}"/>
              </a:ext>
            </a:extLst>
          </p:cNvPr>
          <p:cNvSpPr txBox="1"/>
          <p:nvPr/>
        </p:nvSpPr>
        <p:spPr>
          <a:xfrm>
            <a:off x="2237071" y="4713197"/>
            <a:ext cx="42700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n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um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ărul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de puncte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prezența unui subdomeniu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dimensiunea URL-ului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prezența caracterelor speciale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058A4-4374-4AA6-BD79-EBCE54133259}"/>
              </a:ext>
            </a:extLst>
          </p:cNvPr>
          <p:cNvSpPr txBox="1"/>
          <p:nvPr/>
        </p:nvSpPr>
        <p:spPr>
          <a:xfrm>
            <a:off x="6645349" y="4713197"/>
            <a:ext cx="4537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protocol securizat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prezența unei adrese IP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inserția unui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query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folosirea unui nume de brand fals</a:t>
            </a:r>
          </a:p>
        </p:txBody>
      </p:sp>
    </p:spTree>
    <p:extLst>
      <p:ext uri="{BB962C8B-B14F-4D97-AF65-F5344CB8AC3E}">
        <p14:creationId xmlns:p14="http://schemas.microsoft.com/office/powerpoint/2010/main" val="209945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3223" y="6328682"/>
            <a:ext cx="2743200" cy="365125"/>
          </a:xfrm>
        </p:spPr>
        <p:txBody>
          <a:bodyPr/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2567408" y="345208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Modele existente</a:t>
            </a:r>
            <a:endParaRPr lang="en-US" sz="40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DD7BB-F7DC-FED7-2768-E94694E2EEEB}"/>
              </a:ext>
            </a:extLst>
          </p:cNvPr>
          <p:cNvSpPr txBox="1"/>
          <p:nvPr/>
        </p:nvSpPr>
        <p:spPr>
          <a:xfrm>
            <a:off x="3568795" y="1573823"/>
            <a:ext cx="62937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202C8F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Extreme Gradient </a:t>
            </a:r>
            <a:r>
              <a:rPr lang="ro-RO" sz="2400" b="1" dirty="0" err="1">
                <a:solidFill>
                  <a:srgbClr val="202C8F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Boosting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	- tehnica de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boosting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	- Sparsity Aware Split Finding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	-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optimizeaz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 accesul la memorie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	-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Greedy</a:t>
            </a: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b="1" dirty="0" err="1">
                <a:solidFill>
                  <a:srgbClr val="2CA02C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Decision</a:t>
            </a:r>
            <a:r>
              <a:rPr lang="ro-RO" sz="2400" b="1" dirty="0">
                <a:solidFill>
                  <a:srgbClr val="2CA02C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ro-RO" sz="2400" b="1" dirty="0" err="1">
                <a:solidFill>
                  <a:srgbClr val="2CA02C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Tree</a:t>
            </a:r>
            <a:endParaRPr lang="ro-RO" sz="2400" b="1" dirty="0">
              <a:solidFill>
                <a:srgbClr val="2CA02C"/>
              </a:solidFill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arbore de decizie</a:t>
            </a: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1"/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divizare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recursiv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60CAA-BC52-8E08-855A-C2535B9AC5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34" r="7614" b="-1"/>
          <a:stretch/>
        </p:blipFill>
        <p:spPr>
          <a:xfrm>
            <a:off x="-779921" y="-31025"/>
            <a:ext cx="4423144" cy="6911827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614F06-FA19-56CE-958F-147672FC1B53}"/>
              </a:ext>
            </a:extLst>
          </p:cNvPr>
          <p:cNvSpPr txBox="1"/>
          <p:nvPr/>
        </p:nvSpPr>
        <p:spPr>
          <a:xfrm>
            <a:off x="7677051" y="1186855"/>
            <a:ext cx="46354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b="1" dirty="0" err="1">
                <a:solidFill>
                  <a:srgbClr val="7030A0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Random</a:t>
            </a:r>
            <a:r>
              <a:rPr lang="ro-RO" sz="2400" b="1" dirty="0">
                <a:solidFill>
                  <a:srgbClr val="7030A0"/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Forest</a:t>
            </a: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se antrenează simultan </a:t>
            </a: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mai mulți arbori de decizie </a:t>
            </a: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Bootstrap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Aggregating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79F885-C0A9-336F-B264-F2CD94DC5E5E}"/>
              </a:ext>
            </a:extLst>
          </p:cNvPr>
          <p:cNvSpPr txBox="1"/>
          <p:nvPr/>
        </p:nvSpPr>
        <p:spPr>
          <a:xfrm>
            <a:off x="7677051" y="3690065"/>
            <a:ext cx="46354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accent5">
                    <a:lumMod val="75000"/>
                  </a:schemeClr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K-</a:t>
            </a:r>
            <a:r>
              <a:rPr lang="ro-RO" sz="2400" b="1" dirty="0" err="1">
                <a:solidFill>
                  <a:schemeClr val="accent5">
                    <a:lumMod val="75000"/>
                  </a:schemeClr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Nearest</a:t>
            </a:r>
            <a:r>
              <a:rPr lang="ro-RO" sz="2400" b="1" dirty="0">
                <a:solidFill>
                  <a:schemeClr val="accent5">
                    <a:lumMod val="75000"/>
                  </a:schemeClr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ro-RO" sz="2400" b="1" dirty="0" err="1">
                <a:solidFill>
                  <a:schemeClr val="accent5">
                    <a:lumMod val="75000"/>
                  </a:schemeClr>
                </a:solidFill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Neighbors</a:t>
            </a:r>
            <a:endParaRPr lang="ro-RO" sz="2400" b="1" dirty="0">
              <a:solidFill>
                <a:schemeClr val="accent5">
                  <a:lumMod val="75000"/>
                </a:schemeClr>
              </a:solidFill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algoritm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lazy</a:t>
            </a:r>
          </a:p>
          <a:p>
            <a:pPr lvl="1"/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- K = nr. de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vecini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cei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mai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1"/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apropia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ți în procesul de </a:t>
            </a:r>
          </a:p>
          <a:p>
            <a:pPr lvl="1"/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clasificare 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23665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3223" y="6328682"/>
            <a:ext cx="2743200" cy="365125"/>
          </a:xfrm>
        </p:spPr>
        <p:txBody>
          <a:bodyPr/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1944556" y="427209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Rezultatele</a:t>
            </a:r>
            <a:r>
              <a:rPr lang="en-US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 MODELELOR </a:t>
            </a:r>
            <a:r>
              <a:rPr lang="en-US" sz="4000" dirty="0" err="1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EXistente</a:t>
            </a:r>
            <a:r>
              <a:rPr lang="en-US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60CAA-BC52-8E08-855A-C2535B9AC5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34" r="7614" b="-1"/>
          <a:stretch/>
        </p:blipFill>
        <p:spPr>
          <a:xfrm>
            <a:off x="-779921" y="-31025"/>
            <a:ext cx="4423144" cy="6911827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11DAAE-B286-C39E-C4F5-59897BA76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470" y="2143132"/>
            <a:ext cx="6532565" cy="33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5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2509" y="6328682"/>
            <a:ext cx="2743200" cy="365125"/>
          </a:xfrm>
        </p:spPr>
        <p:txBody>
          <a:bodyPr/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493293" y="229619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Antrenarea rețelei neuronale</a:t>
            </a:r>
            <a:endParaRPr lang="en-US" sz="40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2498;p46">
            <a:extLst>
              <a:ext uri="{FF2B5EF4-FFF2-40B4-BE49-F238E27FC236}">
                <a16:creationId xmlns:a16="http://schemas.microsoft.com/office/drawing/2014/main" id="{CF0FFAD7-E24C-2CBF-A948-FFB36343EC94}"/>
              </a:ext>
            </a:extLst>
          </p:cNvPr>
          <p:cNvSpPr txBox="1"/>
          <p:nvPr/>
        </p:nvSpPr>
        <p:spPr>
          <a:xfrm rot="19533053">
            <a:off x="7261264" y="1553931"/>
            <a:ext cx="10491394" cy="178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Re</a:t>
            </a:r>
            <a:r>
              <a:rPr lang="ro-RO" sz="2800" b="1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ț</a:t>
            </a:r>
            <a:r>
              <a:rPr lang="en-US" sz="2800" b="1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ea</a:t>
            </a:r>
            <a:r>
              <a:rPr lang="en-US" sz="2800" b="1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800" b="1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neur</a:t>
            </a:r>
            <a:r>
              <a:rPr lang="ro-RO" sz="2800" b="1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ală </a:t>
            </a:r>
            <a:r>
              <a:rPr lang="ro-RO" sz="2800" b="1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Feedforward</a:t>
            </a:r>
            <a:r>
              <a:rPr lang="en-US" sz="2800" b="1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endParaRPr lang="ro-RO" sz="2800" b="1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800" b="1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E88F92-D3FE-037D-F395-FB3413B35A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3" t="14437" r="5023" b="13007"/>
          <a:stretch/>
        </p:blipFill>
        <p:spPr>
          <a:xfrm>
            <a:off x="850303" y="1088141"/>
            <a:ext cx="10071170" cy="782715"/>
          </a:xfrm>
          <a:prstGeom prst="rect">
            <a:avLst/>
          </a:prstGeom>
        </p:spPr>
      </p:pic>
      <p:sp>
        <p:nvSpPr>
          <p:cNvPr id="2" name="Google Shape;2498;p46">
            <a:extLst>
              <a:ext uri="{FF2B5EF4-FFF2-40B4-BE49-F238E27FC236}">
                <a16:creationId xmlns:a16="http://schemas.microsoft.com/office/drawing/2014/main" id="{DD982E08-F10A-608B-FB8C-BBEC0BA1225E}"/>
              </a:ext>
            </a:extLst>
          </p:cNvPr>
          <p:cNvSpPr txBox="1"/>
          <p:nvPr/>
        </p:nvSpPr>
        <p:spPr>
          <a:xfrm>
            <a:off x="850303" y="2670447"/>
            <a:ext cx="7724737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Straturi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ascunde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- Strat 1 | Strat 2 | Strat 3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, cu activare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ReLU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Straturi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de dropout –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prevenirea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overfitting-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ului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Strat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ie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șire – un singur neuron 0/1 cu activare sigmoidă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Funcția de pierdere –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binary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crossentropy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Optimizator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– Adam (Adaptive Moment Estimation)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Rata de 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învățare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– 0.01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7109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2509" y="6328682"/>
            <a:ext cx="2743200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493293" y="229619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Antrenarea rețelei neuronale</a:t>
            </a:r>
            <a:endParaRPr lang="en-US" sz="40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883286-D9A0-2F24-EC2C-8AA6BF291530}"/>
              </a:ext>
            </a:extLst>
          </p:cNvPr>
          <p:cNvSpPr txBox="1"/>
          <p:nvPr/>
        </p:nvSpPr>
        <p:spPr>
          <a:xfrm>
            <a:off x="788677" y="1675354"/>
            <a:ext cx="1834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Grid search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BF1CAE-85C2-8DC9-CF11-5FCF4C2AB462}"/>
              </a:ext>
            </a:extLst>
          </p:cNvPr>
          <p:cNvCxnSpPr>
            <a:stCxn id="41" idx="3"/>
          </p:cNvCxnSpPr>
          <p:nvPr/>
        </p:nvCxnSpPr>
        <p:spPr>
          <a:xfrm>
            <a:off x="2623118" y="1906187"/>
            <a:ext cx="1047136" cy="6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51CBB3C-04B8-5FAB-443A-DFABC72208A4}"/>
              </a:ext>
            </a:extLst>
          </p:cNvPr>
          <p:cNvSpPr txBox="1"/>
          <p:nvPr/>
        </p:nvSpPr>
        <p:spPr>
          <a:xfrm>
            <a:off x="3845641" y="1665723"/>
            <a:ext cx="71419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2400" dirty="0">
                <a:latin typeface="Fira Sans Extra Condensed" panose="020B0503050000020004" pitchFamily="34" charset="0"/>
              </a:rPr>
              <a:t>antrenarea rețelei neuronale cu o serie de </a:t>
            </a:r>
            <a:r>
              <a:rPr lang="ro-RO" sz="2400" dirty="0" err="1">
                <a:latin typeface="Fira Sans Extra Condensed" panose="020B0503050000020004" pitchFamily="34" charset="0"/>
              </a:rPr>
              <a:t>hiperparametri</a:t>
            </a:r>
            <a:endParaRPr lang="ro-RO" sz="2400" dirty="0">
              <a:latin typeface="Fira Sans Extra Condensed" panose="020B0503050000020004" pitchFamily="34" charset="0"/>
            </a:endParaRPr>
          </a:p>
          <a:p>
            <a:endParaRPr lang="ro-RO" sz="2400" dirty="0">
              <a:latin typeface="Fira Sans Extra Condensed" panose="020B0503050000020004" pitchFamily="34" charset="0"/>
            </a:endParaRPr>
          </a:p>
          <a:p>
            <a:r>
              <a:rPr lang="ro-RO" sz="2400" dirty="0">
                <a:latin typeface="Fira Sans Extra Condensed" panose="020B0503050000020004" pitchFamily="34" charset="0"/>
              </a:rPr>
              <a:t>calcularea </a:t>
            </a:r>
            <a:r>
              <a:rPr lang="ro-RO" sz="2400" dirty="0" err="1">
                <a:latin typeface="Fira Sans Extra Condensed" panose="020B0503050000020004" pitchFamily="34" charset="0"/>
              </a:rPr>
              <a:t>acurateții</a:t>
            </a:r>
            <a:r>
              <a:rPr lang="ro-RO" sz="2400" dirty="0">
                <a:latin typeface="Fira Sans Extra Condensed" panose="020B0503050000020004" pitchFamily="34" charset="0"/>
              </a:rPr>
              <a:t> la fiecare iterație</a:t>
            </a:r>
          </a:p>
          <a:p>
            <a:endParaRPr lang="ro-RO" sz="2400" dirty="0">
              <a:latin typeface="Fira Sans Extra Condensed" panose="020B0503050000020004" pitchFamily="34" charset="0"/>
            </a:endParaRPr>
          </a:p>
          <a:p>
            <a:r>
              <a:rPr lang="ro-RO" sz="2400" dirty="0">
                <a:latin typeface="Fira Sans Extra Condensed" panose="020B0503050000020004" pitchFamily="34" charset="0"/>
              </a:rPr>
              <a:t>salvarea setului de valori care are cel mai bun rezultat</a:t>
            </a:r>
            <a:endParaRPr lang="en-US" sz="2400" dirty="0">
              <a:latin typeface="Fira Sans Extra Condensed" panose="020B05030500000200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7A7B1A-626A-6013-FAF5-CE2B7E21DFDC}"/>
              </a:ext>
            </a:extLst>
          </p:cNvPr>
          <p:cNvCxnSpPr>
            <a:cxnSpLocks/>
            <a:stCxn id="41" idx="3"/>
            <a:endCxn id="8" idx="1"/>
          </p:cNvCxnSpPr>
          <p:nvPr/>
        </p:nvCxnSpPr>
        <p:spPr>
          <a:xfrm>
            <a:off x="2623118" y="1906187"/>
            <a:ext cx="1222523" cy="72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8A16C2-DDF9-C0A8-90A4-664765015D2B}"/>
              </a:ext>
            </a:extLst>
          </p:cNvPr>
          <p:cNvCxnSpPr>
            <a:stCxn id="41" idx="3"/>
          </p:cNvCxnSpPr>
          <p:nvPr/>
        </p:nvCxnSpPr>
        <p:spPr>
          <a:xfrm>
            <a:off x="2623118" y="1906187"/>
            <a:ext cx="1047136" cy="1401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2498;p46">
            <a:extLst>
              <a:ext uri="{FF2B5EF4-FFF2-40B4-BE49-F238E27FC236}">
                <a16:creationId xmlns:a16="http://schemas.microsoft.com/office/drawing/2014/main" id="{45A1D14E-0A33-8FC6-E35B-D38826CE36C8}"/>
              </a:ext>
            </a:extLst>
          </p:cNvPr>
          <p:cNvSpPr txBox="1"/>
          <p:nvPr/>
        </p:nvSpPr>
        <p:spPr>
          <a:xfrm>
            <a:off x="788677" y="3625473"/>
            <a:ext cx="10542938" cy="247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Callbacks la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ModelCheckpoint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–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salvarea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ponderilor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asociate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celei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mai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bune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epoci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1094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354B886-B0C9-D925-3738-26AE6AFAF075}"/>
              </a:ext>
            </a:extLst>
          </p:cNvPr>
          <p:cNvSpPr txBox="1">
            <a:spLocks/>
          </p:cNvSpPr>
          <p:nvPr/>
        </p:nvSpPr>
        <p:spPr>
          <a:xfrm>
            <a:off x="493293" y="229619"/>
            <a:ext cx="10984831" cy="84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Antrenarea rețelei neuronale</a:t>
            </a:r>
            <a:endParaRPr lang="en-US" sz="40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F404C9-0C6C-1059-6335-08A86A4A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195" y="1840376"/>
            <a:ext cx="8837610" cy="39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173787"/>
            <a:ext cx="2743200" cy="365125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6F46DE-6B29-330D-6658-49D6FBE006B5}"/>
              </a:ext>
            </a:extLst>
          </p:cNvPr>
          <p:cNvSpPr txBox="1">
            <a:spLocks/>
          </p:cNvSpPr>
          <p:nvPr/>
        </p:nvSpPr>
        <p:spPr>
          <a:xfrm>
            <a:off x="2510036" y="319088"/>
            <a:ext cx="7387986" cy="930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Evaluarea metricilor</a:t>
            </a:r>
            <a:endParaRPr lang="en-US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212112-E359-40E5-AD33-CAB48C259B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64"/>
          <a:stretch/>
        </p:blipFill>
        <p:spPr>
          <a:xfrm>
            <a:off x="1000459" y="1481452"/>
            <a:ext cx="5782305" cy="46923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E88DB4B2-F315-523B-27F6-71642A031D2F}"/>
                  </a:ext>
                </a:extLst>
              </p:cNvPr>
              <p:cNvSpPr txBox="1"/>
              <p:nvPr/>
            </p:nvSpPr>
            <p:spPr>
              <a:xfrm>
                <a:off x="6875361" y="2193487"/>
                <a:ext cx="4837797" cy="247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Acurate</a:t>
                </a:r>
                <a:r>
                  <a:rPr lang="ro-RO" sz="2400" dirty="0" err="1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țe</a:t>
                </a:r>
                <a:r>
                  <a:rPr lang="en-US" sz="2400" dirty="0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: 91.35%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o-RO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𝑐𝑐</m:t>
                    </m:r>
                    <m:r>
                      <a:rPr lang="ro-RO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𝑛𝑟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 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𝑖𝑛𝑠𝑡𝑎𝑛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ț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𝑐𝑜𝑟𝑒𝑐𝑡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𝑐𝑙𝑎𝑠𝑖𝑓𝑖𝑐𝑎𝑡𝑒</m:t>
                        </m:r>
                      </m:num>
                      <m:den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𝑛𝑟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 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𝑑𝑒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𝑖𝑛𝑠𝑡𝑎𝑛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ț</m:t>
                        </m:r>
                        <m:r>
                          <a:rPr lang="ro-RO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en-US" sz="32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E88DB4B2-F315-523B-27F6-71642A031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361" y="2193487"/>
                <a:ext cx="4837797" cy="2471025"/>
              </a:xfrm>
              <a:prstGeom prst="rect">
                <a:avLst/>
              </a:prstGeom>
              <a:blipFill>
                <a:blip r:embed="rId4"/>
                <a:stretch>
                  <a:fillRect l="-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173787"/>
            <a:ext cx="2743200" cy="365125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6F46DE-6B29-330D-6658-49D6FBE006B5}"/>
              </a:ext>
            </a:extLst>
          </p:cNvPr>
          <p:cNvSpPr txBox="1">
            <a:spLocks/>
          </p:cNvSpPr>
          <p:nvPr/>
        </p:nvSpPr>
        <p:spPr>
          <a:xfrm>
            <a:off x="2510036" y="319088"/>
            <a:ext cx="7387986" cy="930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Evaluarea metricilor</a:t>
            </a:r>
            <a:endParaRPr lang="en-US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488D30-BF91-F6AD-9EF3-51D50CAF70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03"/>
          <a:stretch/>
        </p:blipFill>
        <p:spPr>
          <a:xfrm>
            <a:off x="843282" y="1415678"/>
            <a:ext cx="5881610" cy="4758109"/>
          </a:xfrm>
          <a:prstGeom prst="rect">
            <a:avLst/>
          </a:prstGeom>
        </p:spPr>
      </p:pic>
      <p:sp>
        <p:nvSpPr>
          <p:cNvPr id="2" name="Google Shape;2498;p46">
            <a:extLst>
              <a:ext uri="{FF2B5EF4-FFF2-40B4-BE49-F238E27FC236}">
                <a16:creationId xmlns:a16="http://schemas.microsoft.com/office/drawing/2014/main" id="{18D14097-910F-670A-2607-9011B3A4BAD7}"/>
              </a:ext>
            </a:extLst>
          </p:cNvPr>
          <p:cNvSpPr txBox="1"/>
          <p:nvPr/>
        </p:nvSpPr>
        <p:spPr>
          <a:xfrm>
            <a:off x="6423948" y="2193487"/>
            <a:ext cx="4837797" cy="354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Scop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: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minimizarea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func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ției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de pierdere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Consecință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: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modelul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reu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șește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să generalizeze și să facă predicții mai precise pe datele de antrenare și validare</a:t>
            </a:r>
            <a:endParaRPr lang="en-US" sz="32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8466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173787"/>
            <a:ext cx="2743200" cy="365125"/>
          </a:xfrm>
        </p:spPr>
        <p:txBody>
          <a:bodyPr/>
          <a:lstStyle/>
          <a:p>
            <a:r>
              <a:rPr lang="ro-RO" dirty="0"/>
              <a:t>1</a:t>
            </a:r>
            <a:r>
              <a:rPr lang="en-US" dirty="0"/>
              <a:t>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6F46DE-6B29-330D-6658-49D6FBE006B5}"/>
              </a:ext>
            </a:extLst>
          </p:cNvPr>
          <p:cNvSpPr txBox="1">
            <a:spLocks/>
          </p:cNvSpPr>
          <p:nvPr/>
        </p:nvSpPr>
        <p:spPr>
          <a:xfrm>
            <a:off x="2510036" y="319088"/>
            <a:ext cx="7387986" cy="930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Evaluarea metricilor</a:t>
            </a:r>
            <a:endParaRPr lang="en-US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2E724-9F05-27E1-9F7F-EDC18A5EE5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00"/>
          <a:stretch/>
        </p:blipFill>
        <p:spPr>
          <a:xfrm>
            <a:off x="751019" y="1361321"/>
            <a:ext cx="5927573" cy="48124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9B0906C9-CC6C-CF8E-97B0-0C409EE9DCE3}"/>
                  </a:ext>
                </a:extLst>
              </p:cNvPr>
              <p:cNvSpPr txBox="1"/>
              <p:nvPr/>
            </p:nvSpPr>
            <p:spPr>
              <a:xfrm>
                <a:off x="6423948" y="1834671"/>
                <a:ext cx="5017033" cy="3547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Precizie</a:t>
                </a:r>
                <a:r>
                  <a:rPr lang="en-US" sz="2400" dirty="0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: 91.53%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𝑟𝑒𝑐</m:t>
                    </m:r>
                    <m:r>
                      <a:rPr lang="ro-RO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𝑇𝑟𝑢𝑒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𝑝𝑜𝑠𝑖𝑡𝑖𝑣𝑒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𝑇𝑟𝑢𝑒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𝑝𝑜𝑠𝑖𝑡𝑖𝑣𝑒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𝐹𝑎𝑙𝑠𝑒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𝑝𝑜𝑠𝑖𝑡𝑖𝑣𝑒</m:t>
                        </m:r>
                      </m:den>
                    </m:f>
                  </m:oMath>
                </a14:m>
                <a:endParaRPr lang="en-US" sz="32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9B0906C9-CC6C-CF8E-97B0-0C409EE9D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948" y="1834671"/>
                <a:ext cx="5017033" cy="3547556"/>
              </a:xfrm>
              <a:prstGeom prst="rect">
                <a:avLst/>
              </a:prstGeom>
              <a:blipFill>
                <a:blip r:embed="rId4"/>
                <a:stretch>
                  <a:fillRect l="-17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344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64375" y="6173787"/>
            <a:ext cx="2743200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6F46DE-6B29-330D-6658-49D6FBE006B5}"/>
              </a:ext>
            </a:extLst>
          </p:cNvPr>
          <p:cNvSpPr txBox="1">
            <a:spLocks/>
          </p:cNvSpPr>
          <p:nvPr/>
        </p:nvSpPr>
        <p:spPr>
          <a:xfrm>
            <a:off x="2510036" y="319088"/>
            <a:ext cx="7387986" cy="930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Evaluarea metricilor</a:t>
            </a:r>
            <a:endParaRPr lang="en-US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AAA6B-02F6-4526-9C25-6B7E13E5D0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34"/>
          <a:stretch/>
        </p:blipFill>
        <p:spPr>
          <a:xfrm>
            <a:off x="976694" y="1380098"/>
            <a:ext cx="5777034" cy="4663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E92EC9EF-8E02-BB43-6E0F-C270E2D8D0B8}"/>
                  </a:ext>
                </a:extLst>
              </p:cNvPr>
              <p:cNvSpPr txBox="1"/>
              <p:nvPr/>
            </p:nvSpPr>
            <p:spPr>
              <a:xfrm>
                <a:off x="6423948" y="1771094"/>
                <a:ext cx="5324356" cy="3547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Fira Sans Extra Condensed" panose="020B0503050000020004" pitchFamily="34" charset="0"/>
                    <a:ea typeface="Roboto"/>
                    <a:cs typeface="Roboto"/>
                    <a:sym typeface="Roboto"/>
                  </a:rPr>
                  <a:t>Recall: 91.31%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𝑐𝑎𝑙𝑙</m:t>
                    </m:r>
                    <m:r>
                      <a:rPr lang="ro-RO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𝑇𝑟𝑢𝑒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𝑝𝑜𝑠𝑖𝑡𝑖𝑣𝑒</m:t>
                        </m:r>
                      </m:num>
                      <m:den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𝑇𝑟𝑢𝑒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𝑝𝑜𝑠𝑖𝑡𝑖𝑣𝑒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𝐹𝑎𝑙𝑠𝑒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𝑛𝑒𝑔𝑎𝑡𝑖𝑣𝑒</m:t>
                        </m:r>
                      </m:den>
                    </m:f>
                  </m:oMath>
                </a14:m>
                <a:endParaRPr lang="en-US" sz="32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latin typeface="Fira Sans Extra Condensed" panose="020B0503050000020004" pitchFamily="34" charset="0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2498;p46">
                <a:extLst>
                  <a:ext uri="{FF2B5EF4-FFF2-40B4-BE49-F238E27FC236}">
                    <a16:creationId xmlns:a16="http://schemas.microsoft.com/office/drawing/2014/main" id="{E92EC9EF-8E02-BB43-6E0F-C270E2D8D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948" y="1771094"/>
                <a:ext cx="5324356" cy="3547556"/>
              </a:xfrm>
              <a:prstGeom prst="rect">
                <a:avLst/>
              </a:prstGeom>
              <a:blipFill>
                <a:blip r:embed="rId4"/>
                <a:stretch>
                  <a:fillRect l="-1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173787"/>
            <a:ext cx="2743200" cy="365125"/>
          </a:xfrm>
        </p:spPr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6F46DE-6B29-330D-6658-49D6FBE006B5}"/>
              </a:ext>
            </a:extLst>
          </p:cNvPr>
          <p:cNvSpPr txBox="1">
            <a:spLocks/>
          </p:cNvSpPr>
          <p:nvPr/>
        </p:nvSpPr>
        <p:spPr>
          <a:xfrm>
            <a:off x="2510036" y="319088"/>
            <a:ext cx="7387986" cy="930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Evaluarea metricilor</a:t>
            </a:r>
            <a:endParaRPr lang="en-US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F2B7E-8DE2-E8E0-19D1-E9CCEADC4D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73"/>
          <a:stretch/>
        </p:blipFill>
        <p:spPr>
          <a:xfrm>
            <a:off x="1002839" y="1454566"/>
            <a:ext cx="6007740" cy="4514126"/>
          </a:xfrm>
          <a:prstGeom prst="rect">
            <a:avLst/>
          </a:prstGeom>
        </p:spPr>
      </p:pic>
      <p:sp>
        <p:nvSpPr>
          <p:cNvPr id="2" name="Google Shape;2498;p46">
            <a:extLst>
              <a:ext uri="{FF2B5EF4-FFF2-40B4-BE49-F238E27FC236}">
                <a16:creationId xmlns:a16="http://schemas.microsoft.com/office/drawing/2014/main" id="{A5DCFF25-4549-22BF-09A8-395EE2C1BBE2}"/>
              </a:ext>
            </a:extLst>
          </p:cNvPr>
          <p:cNvSpPr txBox="1"/>
          <p:nvPr/>
        </p:nvSpPr>
        <p:spPr>
          <a:xfrm>
            <a:off x="7174967" y="2421136"/>
            <a:ext cx="5017033" cy="354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Matricea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de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confuzie</a:t>
            </a: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Ox –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eticheta</a:t>
            </a:r>
            <a:r>
              <a:rPr lang="en-US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estimat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ă de model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Oy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– eticheta adevărată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Diagonala principală – clasificările corecte</a:t>
            </a: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1305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293AD5F-4FE6-41CA-D2E7-1DD3947663B6}"/>
              </a:ext>
            </a:extLst>
          </p:cNvPr>
          <p:cNvSpPr txBox="1">
            <a:spLocks/>
          </p:cNvSpPr>
          <p:nvPr/>
        </p:nvSpPr>
        <p:spPr>
          <a:xfrm>
            <a:off x="-3344780" y="357184"/>
            <a:ext cx="10984831" cy="20132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5400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Concluzii</a:t>
            </a:r>
            <a:endParaRPr lang="en-US" sz="5400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34AB3004-11C7-21FE-36FA-AD8C568F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318253"/>
            <a:ext cx="2743200" cy="365125"/>
          </a:xfrm>
        </p:spPr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3" name="Google Shape;2498;p46">
            <a:extLst>
              <a:ext uri="{FF2B5EF4-FFF2-40B4-BE49-F238E27FC236}">
                <a16:creationId xmlns:a16="http://schemas.microsoft.com/office/drawing/2014/main" id="{96645D8A-CCCA-DF64-283A-9938D421FE98}"/>
              </a:ext>
            </a:extLst>
          </p:cNvPr>
          <p:cNvSpPr txBox="1"/>
          <p:nvPr/>
        </p:nvSpPr>
        <p:spPr>
          <a:xfrm>
            <a:off x="3538033" y="2096029"/>
            <a:ext cx="5115933" cy="3239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Importanța unui set de date balansat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Performanța modelului ar putea varia în timp, deoarece tacticile de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phishing</a:t>
            </a: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 evoluează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Analiză complexă a codului HTML pentru detectarea atacurilor de </a:t>
            </a:r>
            <a:r>
              <a:rPr lang="ro-RO" sz="2400" dirty="0" err="1">
                <a:latin typeface="Fira Sans Extra Condensed" panose="020B0503050000020004" pitchFamily="34" charset="0"/>
                <a:ea typeface="Roboto"/>
                <a:cs typeface="Roboto"/>
                <a:sym typeface="Roboto"/>
              </a:rPr>
              <a:t>phishing</a:t>
            </a:r>
            <a:endParaRPr lang="ro-RO" sz="2400" dirty="0">
              <a:latin typeface="Fira Sans Extra Condensed" panose="020B0503050000020004" pitchFamily="34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98ADC4-B2BA-A6B0-B96C-15CA708A06A3}"/>
              </a:ext>
            </a:extLst>
          </p:cNvPr>
          <p:cNvSpPr txBox="1">
            <a:spLocks/>
          </p:cNvSpPr>
          <p:nvPr/>
        </p:nvSpPr>
        <p:spPr>
          <a:xfrm>
            <a:off x="3019926" y="1397797"/>
            <a:ext cx="6152147" cy="30931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Vă mulțumesc </a:t>
            </a:r>
          </a:p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pentru atenție!</a:t>
            </a:r>
          </a:p>
          <a:p>
            <a:pPr algn="ctr"/>
            <a:endParaRPr lang="ro-RO" dirty="0">
              <a:solidFill>
                <a:schemeClr val="tx1"/>
              </a:solidFill>
              <a:latin typeface="Fira Sans Extra Condensed" panose="020B0503050000020004" pitchFamily="34" charset="0"/>
              <a:cs typeface="Calibri" panose="020F0502020204030204" pitchFamily="34" charset="0"/>
            </a:endParaRPr>
          </a:p>
          <a:p>
            <a:pPr algn="ctr"/>
            <a:r>
              <a:rPr lang="ro-RO" dirty="0">
                <a:solidFill>
                  <a:schemeClr val="tx1"/>
                </a:solidFill>
                <a:latin typeface="Fira Sans Extra Condensed" panose="020B0503050000020004" pitchFamily="34" charset="0"/>
                <a:cs typeface="Calibri" panose="020F0502020204030204" pitchFamily="34" charset="0"/>
              </a:rPr>
              <a:t>Întrebări?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3169</TotalTime>
  <Words>1544</Words>
  <Application>Microsoft Office PowerPoint</Application>
  <PresentationFormat>Widescreen</PresentationFormat>
  <Paragraphs>191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Fira Sans Extra Condensed</vt:lpstr>
      <vt:lpstr>Inter</vt:lpstr>
      <vt:lpstr>Roboto</vt:lpstr>
      <vt:lpstr>Söhne</vt:lpstr>
      <vt:lpstr>Times New Roman</vt:lpstr>
      <vt:lpstr>Office Theme</vt:lpstr>
      <vt:lpstr>Detectarea atacului de tip phishing prin analiza URL</vt:lpstr>
      <vt:lpstr>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Aplicație web pentru analiza datelor din domeniul economic </dc:title>
  <dc:subject/>
  <dc:creator>Anca-Maria CIUCIU (108207)</dc:creator>
  <cp:lastModifiedBy>Anca-Maria CIUCIU (108207)</cp:lastModifiedBy>
  <cp:revision>20</cp:revision>
  <dcterms:created xsi:type="dcterms:W3CDTF">2023-06-28T08:37:10Z</dcterms:created>
  <dcterms:modified xsi:type="dcterms:W3CDTF">2023-12-10T17:42:49Z</dcterms:modified>
</cp:coreProperties>
</file>